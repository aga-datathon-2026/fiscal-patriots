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93" r:id="rId2"/>
    <p:sldId id="2147471452" r:id="rId3"/>
    <p:sldId id="2147471455" r:id="rId4"/>
    <p:sldId id="2147472444" r:id="rId5"/>
    <p:sldId id="2147472446" r:id="rId6"/>
    <p:sldId id="2147472447" r:id="rId7"/>
    <p:sldId id="21474713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F31E3-440B-AEEC-8D40-316F581371FA}" v="46" dt="2026-01-12T10:34:09.516"/>
    <p1510:client id="{700E1175-66DA-C8D0-1092-F79F46EA5178}" v="13" dt="2026-01-11T23:58:37.426"/>
    <p1510:client id="{818E7A2C-48D1-29D8-009D-FE8F5B7CA49E}" v="911" dt="2026-01-12T10:31:05.090"/>
    <p1510:client id="{D7E4C38A-710C-C801-C971-B3AD46C8A4EA}" v="1334" dt="2026-01-12T12:50:31.462"/>
    <p1510:client id="{E9D72A30-1683-3DEE-4463-CB096720BB23}" v="22" dt="2026-01-12T19:37:06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ed Azmi Alkurd" userId="S::kalkurd@gmu.edu::d8a8490c-4d79-451d-b1ff-270e6eecfde3" providerId="AD" clId="Web-{D7E4C38A-710C-C801-C971-B3AD46C8A4EA}"/>
    <pc:docChg chg="addSld delSld modSld sldOrd">
      <pc:chgData name="Khaled Azmi Alkurd" userId="S::kalkurd@gmu.edu::d8a8490c-4d79-451d-b1ff-270e6eecfde3" providerId="AD" clId="Web-{D7E4C38A-710C-C801-C971-B3AD46C8A4EA}" dt="2026-01-12T12:50:31.462" v="1191" actId="1076"/>
      <pc:docMkLst>
        <pc:docMk/>
      </pc:docMkLst>
      <pc:sldChg chg="modSp">
        <pc:chgData name="Khaled Azmi Alkurd" userId="S::kalkurd@gmu.edu::d8a8490c-4d79-451d-b1ff-270e6eecfde3" providerId="AD" clId="Web-{D7E4C38A-710C-C801-C971-B3AD46C8A4EA}" dt="2026-01-12T12:34:55.380" v="1094" actId="20577"/>
        <pc:sldMkLst>
          <pc:docMk/>
          <pc:sldMk cId="3246686144" sldId="2147471452"/>
        </pc:sldMkLst>
        <pc:spChg chg="mod">
          <ac:chgData name="Khaled Azmi Alkurd" userId="S::kalkurd@gmu.edu::d8a8490c-4d79-451d-b1ff-270e6eecfde3" providerId="AD" clId="Web-{D7E4C38A-710C-C801-C971-B3AD46C8A4EA}" dt="2026-01-12T12:34:55.380" v="1094" actId="20577"/>
          <ac:spMkLst>
            <pc:docMk/>
            <pc:sldMk cId="3246686144" sldId="2147471452"/>
            <ac:spMk id="19" creationId="{B3242CC5-6649-DED9-AEDD-2D260F631E2E}"/>
          </ac:spMkLst>
        </pc:spChg>
      </pc:sldChg>
      <pc:sldChg chg="del">
        <pc:chgData name="Khaled Azmi Alkurd" userId="S::kalkurd@gmu.edu::d8a8490c-4d79-451d-b1ff-270e6eecfde3" providerId="AD" clId="Web-{D7E4C38A-710C-C801-C971-B3AD46C8A4EA}" dt="2026-01-12T11:51:00.491" v="606"/>
        <pc:sldMkLst>
          <pc:docMk/>
          <pc:sldMk cId="1285367859" sldId="2147471453"/>
        </pc:sldMkLst>
      </pc:sldChg>
      <pc:sldChg chg="del">
        <pc:chgData name="Khaled Azmi Alkurd" userId="S::kalkurd@gmu.edu::d8a8490c-4d79-451d-b1ff-270e6eecfde3" providerId="AD" clId="Web-{D7E4C38A-710C-C801-C971-B3AD46C8A4EA}" dt="2026-01-12T11:51:01.616" v="607"/>
        <pc:sldMkLst>
          <pc:docMk/>
          <pc:sldMk cId="1382269704" sldId="2147471454"/>
        </pc:sldMkLst>
      </pc:sldChg>
      <pc:sldChg chg="addSp delSp modSp">
        <pc:chgData name="Khaled Azmi Alkurd" userId="S::kalkurd@gmu.edu::d8a8490c-4d79-451d-b1ff-270e6eecfde3" providerId="AD" clId="Web-{D7E4C38A-710C-C801-C971-B3AD46C8A4EA}" dt="2026-01-12T12:47:18.656" v="1171" actId="1076"/>
        <pc:sldMkLst>
          <pc:docMk/>
          <pc:sldMk cId="3720278267" sldId="2147471455"/>
        </pc:sldMkLst>
        <pc:spChg chg="mod">
          <ac:chgData name="Khaled Azmi Alkurd" userId="S::kalkurd@gmu.edu::d8a8490c-4d79-451d-b1ff-270e6eecfde3" providerId="AD" clId="Web-{D7E4C38A-710C-C801-C971-B3AD46C8A4EA}" dt="2026-01-12T11:05:40.193" v="302"/>
          <ac:spMkLst>
            <pc:docMk/>
            <pc:sldMk cId="3720278267" sldId="2147471455"/>
            <ac:spMk id="2" creationId="{C88FED43-621D-8095-6A1E-FDD35DE4742C}"/>
          </ac:spMkLst>
        </pc:spChg>
        <pc:spChg chg="add del">
          <ac:chgData name="Khaled Azmi Alkurd" userId="S::kalkurd@gmu.edu::d8a8490c-4d79-451d-b1ff-270e6eecfde3" providerId="AD" clId="Web-{D7E4C38A-710C-C801-C971-B3AD46C8A4EA}" dt="2026-01-12T11:05:27.271" v="298"/>
          <ac:spMkLst>
            <pc:docMk/>
            <pc:sldMk cId="3720278267" sldId="2147471455"/>
            <ac:spMk id="3" creationId="{D1F35336-27C0-4EFD-F5A8-F1240262C9D9}"/>
          </ac:spMkLst>
        </pc:spChg>
        <pc:spChg chg="add del">
          <ac:chgData name="Khaled Azmi Alkurd" userId="S::kalkurd@gmu.edu::d8a8490c-4d79-451d-b1ff-270e6eecfde3" providerId="AD" clId="Web-{D7E4C38A-710C-C801-C971-B3AD46C8A4EA}" dt="2026-01-12T11:05:27.271" v="298"/>
          <ac:spMkLst>
            <pc:docMk/>
            <pc:sldMk cId="3720278267" sldId="2147471455"/>
            <ac:spMk id="8" creationId="{033D94E7-B21C-BA56-8835-33E15B5228ED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1:06:00.992" v="307"/>
          <ac:spMkLst>
            <pc:docMk/>
            <pc:sldMk cId="3720278267" sldId="2147471455"/>
            <ac:spMk id="10" creationId="{C9C4A033-CA0F-C491-57D2-77071F4554EC}"/>
          </ac:spMkLst>
        </pc:spChg>
        <pc:spChg chg="mod">
          <ac:chgData name="Khaled Azmi Alkurd" userId="S::kalkurd@gmu.edu::d8a8490c-4d79-451d-b1ff-270e6eecfde3" providerId="AD" clId="Web-{D7E4C38A-710C-C801-C971-B3AD46C8A4EA}" dt="2026-01-12T11:05:48.538" v="304" actId="20577"/>
          <ac:spMkLst>
            <pc:docMk/>
            <pc:sldMk cId="3720278267" sldId="2147471455"/>
            <ac:spMk id="15" creationId="{C14C08D9-CCEF-2276-0FEC-4440EBA8EDC9}"/>
          </ac:spMkLst>
        </pc:spChg>
        <pc:spChg chg="mod">
          <ac:chgData name="Khaled Azmi Alkurd" userId="S::kalkurd@gmu.edu::d8a8490c-4d79-451d-b1ff-270e6eecfde3" providerId="AD" clId="Web-{D7E4C38A-710C-C801-C971-B3AD46C8A4EA}" dt="2026-01-12T12:47:06.827" v="1170" actId="1076"/>
          <ac:spMkLst>
            <pc:docMk/>
            <pc:sldMk cId="3720278267" sldId="2147471455"/>
            <ac:spMk id="17" creationId="{E07E14BA-67D0-10F2-8CFC-72A55265EACF}"/>
          </ac:spMkLst>
        </pc:spChg>
        <pc:spChg chg="mod">
          <ac:chgData name="Khaled Azmi Alkurd" userId="S::kalkurd@gmu.edu::d8a8490c-4d79-451d-b1ff-270e6eecfde3" providerId="AD" clId="Web-{D7E4C38A-710C-C801-C971-B3AD46C8A4EA}" dt="2026-01-12T12:47:18.656" v="1171" actId="1076"/>
          <ac:spMkLst>
            <pc:docMk/>
            <pc:sldMk cId="3720278267" sldId="2147471455"/>
            <ac:spMk id="22" creationId="{ADB3FB28-9674-0AAE-90F2-B73A67E7812A}"/>
          </ac:spMkLst>
        </pc:spChg>
      </pc:sldChg>
      <pc:sldChg chg="addSp delSp modSp add ord">
        <pc:chgData name="Khaled Azmi Alkurd" userId="S::kalkurd@gmu.edu::d8a8490c-4d79-451d-b1ff-270e6eecfde3" providerId="AD" clId="Web-{D7E4C38A-710C-C801-C971-B3AD46C8A4EA}" dt="2026-01-12T12:48:33.770" v="1176"/>
        <pc:sldMkLst>
          <pc:docMk/>
          <pc:sldMk cId="1562903043" sldId="2147472444"/>
        </pc:sldMkLst>
        <pc:spChg chg="mod">
          <ac:chgData name="Khaled Azmi Alkurd" userId="S::kalkurd@gmu.edu::d8a8490c-4d79-451d-b1ff-270e6eecfde3" providerId="AD" clId="Web-{D7E4C38A-710C-C801-C971-B3AD46C8A4EA}" dt="2026-01-12T10:49:42.690" v="99" actId="1076"/>
          <ac:spMkLst>
            <pc:docMk/>
            <pc:sldMk cId="1562903043" sldId="2147472444"/>
            <ac:spMk id="2" creationId="{608C2C06-5250-BC22-FABD-CEEB778DC560}"/>
          </ac:spMkLst>
        </pc:spChg>
        <pc:spChg chg="del">
          <ac:chgData name="Khaled Azmi Alkurd" userId="S::kalkurd@gmu.edu::d8a8490c-4d79-451d-b1ff-270e6eecfde3" providerId="AD" clId="Web-{D7E4C38A-710C-C801-C971-B3AD46C8A4EA}" dt="2026-01-12T10:39:53.851" v="25"/>
          <ac:spMkLst>
            <pc:docMk/>
            <pc:sldMk cId="1562903043" sldId="2147472444"/>
            <ac:spMk id="4" creationId="{8FEB9DFD-AB40-1642-1B14-7A78D904B63A}"/>
          </ac:spMkLst>
        </pc:spChg>
        <pc:spChg chg="mod ord">
          <ac:chgData name="Khaled Azmi Alkurd" userId="S::kalkurd@gmu.edu::d8a8490c-4d79-451d-b1ff-270e6eecfde3" providerId="AD" clId="Web-{D7E4C38A-710C-C801-C971-B3AD46C8A4EA}" dt="2026-01-12T10:50:26.395" v="108" actId="1076"/>
          <ac:spMkLst>
            <pc:docMk/>
            <pc:sldMk cId="1562903043" sldId="2147472444"/>
            <ac:spMk id="5" creationId="{1963E03C-721C-1D9C-670A-2F55E0FBC2CE}"/>
          </ac:spMkLst>
        </pc:spChg>
        <pc:spChg chg="del mod">
          <ac:chgData name="Khaled Azmi Alkurd" userId="S::kalkurd@gmu.edu::d8a8490c-4d79-451d-b1ff-270e6eecfde3" providerId="AD" clId="Web-{D7E4C38A-710C-C801-C971-B3AD46C8A4EA}" dt="2026-01-12T11:04:14.737" v="291"/>
          <ac:spMkLst>
            <pc:docMk/>
            <pc:sldMk cId="1562903043" sldId="2147472444"/>
            <ac:spMk id="7" creationId="{D1F35336-27C0-4EFD-F5A8-F1240262C9D9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1:00.959" v="131"/>
          <ac:spMkLst>
            <pc:docMk/>
            <pc:sldMk cId="1562903043" sldId="2147472444"/>
            <ac:spMk id="9" creationId="{42FEF56D-63C1-5EA2-6C13-D4EB517D5B6D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1:00.959" v="130"/>
          <ac:spMkLst>
            <pc:docMk/>
            <pc:sldMk cId="1562903043" sldId="2147472444"/>
            <ac:spMk id="10" creationId="{43D1C355-39EB-418E-6406-5679D9188118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9.803" v="129"/>
          <ac:spMkLst>
            <pc:docMk/>
            <pc:sldMk cId="1562903043" sldId="2147472444"/>
            <ac:spMk id="11" creationId="{8E74B1B2-5637-108E-602B-136D96070424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9.803" v="128"/>
          <ac:spMkLst>
            <pc:docMk/>
            <pc:sldMk cId="1562903043" sldId="2147472444"/>
            <ac:spMk id="12" creationId="{C9DF0F57-D8E1-8A96-519F-D415E407576C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8.959" v="127"/>
          <ac:spMkLst>
            <pc:docMk/>
            <pc:sldMk cId="1562903043" sldId="2147472444"/>
            <ac:spMk id="13" creationId="{A398B950-DC77-A5F8-0F72-6A715D88ACEC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8.959" v="126"/>
          <ac:spMkLst>
            <pc:docMk/>
            <pc:sldMk cId="1562903043" sldId="2147472444"/>
            <ac:spMk id="14" creationId="{0409C422-BE52-BF81-4871-3B7B65C87038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8.131" v="125"/>
          <ac:spMkLst>
            <pc:docMk/>
            <pc:sldMk cId="1562903043" sldId="2147472444"/>
            <ac:spMk id="15" creationId="{CE034E3C-EB8F-961D-6690-4CA9E9B4DB7B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8.131" v="124"/>
          <ac:spMkLst>
            <pc:docMk/>
            <pc:sldMk cId="1562903043" sldId="2147472444"/>
            <ac:spMk id="16" creationId="{230AAF78-3EA0-CBEE-E195-02DAA8A1177F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5.662" v="123"/>
          <ac:spMkLst>
            <pc:docMk/>
            <pc:sldMk cId="1562903043" sldId="2147472444"/>
            <ac:spMk id="17" creationId="{C0088565-2C8D-2738-44C6-606F16752379}"/>
          </ac:spMkLst>
        </pc:spChg>
        <pc:spChg chg="add del">
          <ac:chgData name="Khaled Azmi Alkurd" userId="S::kalkurd@gmu.edu::d8a8490c-4d79-451d-b1ff-270e6eecfde3" providerId="AD" clId="Web-{D7E4C38A-710C-C801-C971-B3AD46C8A4EA}" dt="2026-01-12T10:50:55.662" v="122"/>
          <ac:spMkLst>
            <pc:docMk/>
            <pc:sldMk cId="1562903043" sldId="2147472444"/>
            <ac:spMk id="18" creationId="{2E4D4177-02C2-B28A-1D11-4D26DB273D5A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1:04:14.737" v="289"/>
          <ac:spMkLst>
            <pc:docMk/>
            <pc:sldMk cId="1562903043" sldId="2147472444"/>
            <ac:spMk id="19" creationId="{4E96D9D6-9DC7-4CFA-31D0-E599CBB1849D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1:04:14.737" v="288"/>
          <ac:spMkLst>
            <pc:docMk/>
            <pc:sldMk cId="1562903043" sldId="2147472444"/>
            <ac:spMk id="20" creationId="{73F29505-AB09-801B-FCE7-13B86C909F19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1:04:14.737" v="287"/>
          <ac:spMkLst>
            <pc:docMk/>
            <pc:sldMk cId="1562903043" sldId="2147472444"/>
            <ac:spMk id="21" creationId="{6A8239C1-BD23-ED88-0BC9-39AF03CB2A27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1:04:14.737" v="286"/>
          <ac:spMkLst>
            <pc:docMk/>
            <pc:sldMk cId="1562903043" sldId="2147472444"/>
            <ac:spMk id="22" creationId="{F77CF278-6653-83F1-6865-8B64F9C846CD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0:54:13.761" v="149"/>
          <ac:spMkLst>
            <pc:docMk/>
            <pc:sldMk cId="1562903043" sldId="2147472444"/>
            <ac:spMk id="23" creationId="{AEB47421-25E1-7CC8-B376-A02D9DABEC27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0:54:13.761" v="148"/>
          <ac:spMkLst>
            <pc:docMk/>
            <pc:sldMk cId="1562903043" sldId="2147472444"/>
            <ac:spMk id="24" creationId="{BFB5B356-991E-1BED-F34B-86F1CDB7859D}"/>
          </ac:spMkLst>
        </pc:spChg>
        <pc:spChg chg="del mod">
          <ac:chgData name="Khaled Azmi Alkurd" userId="S::kalkurd@gmu.edu::d8a8490c-4d79-451d-b1ff-270e6eecfde3" providerId="AD" clId="Web-{D7E4C38A-710C-C801-C971-B3AD46C8A4EA}" dt="2026-01-12T10:46:55.510" v="70"/>
          <ac:spMkLst>
            <pc:docMk/>
            <pc:sldMk cId="1562903043" sldId="2147472444"/>
            <ac:spMk id="3267" creationId="{C056683E-B5A1-985A-FC1E-0E1F53C4A560}"/>
          </ac:spMkLst>
        </pc:spChg>
        <pc:spChg chg="del mod">
          <ac:chgData name="Khaled Azmi Alkurd" userId="S::kalkurd@gmu.edu::d8a8490c-4d79-451d-b1ff-270e6eecfde3" providerId="AD" clId="Web-{D7E4C38A-710C-C801-C971-B3AD46C8A4EA}" dt="2026-01-12T10:47:07.729" v="75"/>
          <ac:spMkLst>
            <pc:docMk/>
            <pc:sldMk cId="1562903043" sldId="2147472444"/>
            <ac:spMk id="3268" creationId="{65B24AA0-D243-693C-3F21-CE9A0219775A}"/>
          </ac:spMkLst>
        </pc:spChg>
        <pc:spChg chg="del mod">
          <ac:chgData name="Khaled Azmi Alkurd" userId="S::kalkurd@gmu.edu::d8a8490c-4d79-451d-b1ff-270e6eecfde3" providerId="AD" clId="Web-{D7E4C38A-710C-C801-C971-B3AD46C8A4EA}" dt="2026-01-12T11:04:14.737" v="290"/>
          <ac:spMkLst>
            <pc:docMk/>
            <pc:sldMk cId="1562903043" sldId="2147472444"/>
            <ac:spMk id="3269" creationId="{033D94E7-B21C-BA56-8835-33E15B5228ED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93"/>
          <ac:spMkLst>
            <pc:docMk/>
            <pc:sldMk cId="1562903043" sldId="2147472444"/>
            <ac:spMk id="3286" creationId="{0702C082-7CFB-9D24-E16E-93058BE11E62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92"/>
          <ac:spMkLst>
            <pc:docMk/>
            <pc:sldMk cId="1562903043" sldId="2147472444"/>
            <ac:spMk id="3287" creationId="{36D0C94A-E1F9-786F-A350-4FB70ADC04AB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91"/>
          <ac:spMkLst>
            <pc:docMk/>
            <pc:sldMk cId="1562903043" sldId="2147472444"/>
            <ac:spMk id="3288" creationId="{3B423D43-45F2-83FD-43D6-701089311316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90"/>
          <ac:spMkLst>
            <pc:docMk/>
            <pc:sldMk cId="1562903043" sldId="2147472444"/>
            <ac:spMk id="3289" creationId="{0AA0BDC9-3B90-D55F-ADD0-89D2407AE29E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9"/>
          <ac:spMkLst>
            <pc:docMk/>
            <pc:sldMk cId="1562903043" sldId="2147472444"/>
            <ac:spMk id="3292" creationId="{C105A3C1-5E4E-86DA-CF9D-5C4096B7A705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8"/>
          <ac:spMkLst>
            <pc:docMk/>
            <pc:sldMk cId="1562903043" sldId="2147472444"/>
            <ac:spMk id="3293" creationId="{957A404E-E78E-41C6-4A02-ECC5B5572A00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7"/>
          <ac:spMkLst>
            <pc:docMk/>
            <pc:sldMk cId="1562903043" sldId="2147472444"/>
            <ac:spMk id="3295" creationId="{2EB35805-5E4A-B609-72DC-A3E977652EB5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6"/>
          <ac:spMkLst>
            <pc:docMk/>
            <pc:sldMk cId="1562903043" sldId="2147472444"/>
            <ac:spMk id="3296" creationId="{BAF138E7-45A0-6AD6-BF37-CF4353B20574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5"/>
          <ac:spMkLst>
            <pc:docMk/>
            <pc:sldMk cId="1562903043" sldId="2147472444"/>
            <ac:spMk id="3297" creationId="{CBAF04ED-448C-C1EB-B45E-83F74D882335}"/>
          </ac:spMkLst>
        </pc:spChg>
        <pc:spChg chg="del">
          <ac:chgData name="Khaled Azmi Alkurd" userId="S::kalkurd@gmu.edu::d8a8490c-4d79-451d-b1ff-270e6eecfde3" providerId="AD" clId="Web-{D7E4C38A-710C-C801-C971-B3AD46C8A4EA}" dt="2026-01-12T10:49:00.891" v="84"/>
          <ac:spMkLst>
            <pc:docMk/>
            <pc:sldMk cId="1562903043" sldId="2147472444"/>
            <ac:spMk id="3298" creationId="{67AFEF31-BF2C-D420-0BF8-791D28F02E09}"/>
          </ac:spMkLst>
        </pc:spChg>
        <pc:grpChg chg="del">
          <ac:chgData name="Khaled Azmi Alkurd" userId="S::kalkurd@gmu.edu::d8a8490c-4d79-451d-b1ff-270e6eecfde3" providerId="AD" clId="Web-{D7E4C38A-710C-C801-C971-B3AD46C8A4EA}" dt="2026-01-12T10:44:10.556" v="49"/>
          <ac:grpSpMkLst>
            <pc:docMk/>
            <pc:sldMk cId="1562903043" sldId="2147472444"/>
            <ac:grpSpMk id="3210" creationId="{5E1FD748-83C4-7658-E5C8-571853C2EE86}"/>
          </ac:grpSpMkLst>
        </pc:grpChg>
        <pc:graphicFrameChg chg="add del">
          <ac:chgData name="Khaled Azmi Alkurd" userId="S::kalkurd@gmu.edu::d8a8490c-4d79-451d-b1ff-270e6eecfde3" providerId="AD" clId="Web-{D7E4C38A-710C-C801-C971-B3AD46C8A4EA}" dt="2026-01-12T10:54:10.230" v="145"/>
          <ac:graphicFrameMkLst>
            <pc:docMk/>
            <pc:sldMk cId="1562903043" sldId="2147472444"/>
            <ac:graphicFrameMk id="25" creationId="{DBA519F2-4C39-51BA-D998-472890731CEA}"/>
          </ac:graphicFrameMkLst>
        </pc:graphicFrameChg>
        <pc:graphicFrameChg chg="add del mod modGraphic">
          <ac:chgData name="Khaled Azmi Alkurd" userId="S::kalkurd@gmu.edu::d8a8490c-4d79-451d-b1ff-270e6eecfde3" providerId="AD" clId="Web-{D7E4C38A-710C-C801-C971-B3AD46C8A4EA}" dt="2026-01-12T12:48:33.770" v="1176"/>
          <ac:graphicFrameMkLst>
            <pc:docMk/>
            <pc:sldMk cId="1562903043" sldId="2147472444"/>
            <ac:graphicFrameMk id="26" creationId="{25BECAAD-A7F0-A6B9-5729-CE992C5AD733}"/>
          </ac:graphicFrameMkLst>
        </pc:graphicFrameChg>
        <pc:graphicFrameChg chg="del mod">
          <ac:chgData name="Khaled Azmi Alkurd" userId="S::kalkurd@gmu.edu::d8a8490c-4d79-451d-b1ff-270e6eecfde3" providerId="AD" clId="Web-{D7E4C38A-710C-C801-C971-B3AD46C8A4EA}" dt="2026-01-12T10:46:50.823" v="67"/>
          <ac:graphicFrameMkLst>
            <pc:docMk/>
            <pc:sldMk cId="1562903043" sldId="2147472444"/>
            <ac:graphicFrameMk id="3270" creationId="{2A2FF9C4-909E-5C2E-01E2-F18BD79A335E}"/>
          </ac:graphicFrameMkLst>
        </pc:graphicFrameChg>
        <pc:picChg chg="add del mod">
          <ac:chgData name="Khaled Azmi Alkurd" userId="S::kalkurd@gmu.edu::d8a8490c-4d79-451d-b1ff-270e6eecfde3" providerId="AD" clId="Web-{D7E4C38A-710C-C801-C971-B3AD46C8A4EA}" dt="2026-01-12T11:10:27.174" v="316"/>
          <ac:picMkLst>
            <pc:docMk/>
            <pc:sldMk cId="1562903043" sldId="2147472444"/>
            <ac:picMk id="3" creationId="{0313FFC0-00AE-515D-FF60-E7DEAE13224C}"/>
          </ac:picMkLst>
        </pc:picChg>
        <pc:picChg chg="add del mod">
          <ac:chgData name="Khaled Azmi Alkurd" userId="S::kalkurd@gmu.edu::d8a8490c-4d79-451d-b1ff-270e6eecfde3" providerId="AD" clId="Web-{D7E4C38A-710C-C801-C971-B3AD46C8A4EA}" dt="2026-01-12T10:48:43.890" v="80"/>
          <ac:picMkLst>
            <pc:docMk/>
            <pc:sldMk cId="1562903043" sldId="2147472444"/>
            <ac:picMk id="6" creationId="{1E04DA3A-3476-C123-9814-7D4D98EC096B}"/>
          </ac:picMkLst>
        </pc:picChg>
        <pc:picChg chg="add mod modCrop">
          <ac:chgData name="Khaled Azmi Alkurd" userId="S::kalkurd@gmu.edu::d8a8490c-4d79-451d-b1ff-270e6eecfde3" providerId="AD" clId="Web-{D7E4C38A-710C-C801-C971-B3AD46C8A4EA}" dt="2026-01-12T11:11:17.097" v="326" actId="1076"/>
          <ac:picMkLst>
            <pc:docMk/>
            <pc:sldMk cId="1562903043" sldId="2147472444"/>
            <ac:picMk id="8" creationId="{AA906DC3-8B31-122E-ED0C-83B5D097DC57}"/>
          </ac:picMkLst>
        </pc:picChg>
        <pc:picChg chg="add mod">
          <ac:chgData name="Khaled Azmi Alkurd" userId="S::kalkurd@gmu.edu::d8a8490c-4d79-451d-b1ff-270e6eecfde3" providerId="AD" clId="Web-{D7E4C38A-710C-C801-C971-B3AD46C8A4EA}" dt="2026-01-12T11:10:59.440" v="323" actId="14100"/>
          <ac:picMkLst>
            <pc:docMk/>
            <pc:sldMk cId="1562903043" sldId="2147472444"/>
            <ac:picMk id="27" creationId="{56771E8E-0915-3F0F-9AAF-4B9BB5EDBE1A}"/>
          </ac:picMkLst>
        </pc:picChg>
        <pc:cxnChg chg="add del mod">
          <ac:chgData name="Khaled Azmi Alkurd" userId="S::kalkurd@gmu.edu::d8a8490c-4d79-451d-b1ff-270e6eecfde3" providerId="AD" clId="Web-{D7E4C38A-710C-C801-C971-B3AD46C8A4EA}" dt="2026-01-12T10:47:06.651" v="74"/>
          <ac:cxnSpMkLst>
            <pc:docMk/>
            <pc:sldMk cId="1562903043" sldId="2147472444"/>
            <ac:cxnSpMk id="3274" creationId="{D3B2CECC-25E0-9EDC-6847-657A88254FFC}"/>
          </ac:cxnSpMkLst>
        </pc:cxnChg>
        <pc:cxnChg chg="del mod">
          <ac:chgData name="Khaled Azmi Alkurd" userId="S::kalkurd@gmu.edu::d8a8490c-4d79-451d-b1ff-270e6eecfde3" providerId="AD" clId="Web-{D7E4C38A-710C-C801-C971-B3AD46C8A4EA}" dt="2026-01-12T10:46:54.432" v="69"/>
          <ac:cxnSpMkLst>
            <pc:docMk/>
            <pc:sldMk cId="1562903043" sldId="2147472444"/>
            <ac:cxnSpMk id="3279" creationId="{21676D3D-769E-43E0-46C3-5BA54034D523}"/>
          </ac:cxnSpMkLst>
        </pc:cxnChg>
        <pc:cxnChg chg="del mod">
          <ac:chgData name="Khaled Azmi Alkurd" userId="S::kalkurd@gmu.edu::d8a8490c-4d79-451d-b1ff-270e6eecfde3" providerId="AD" clId="Web-{D7E4C38A-710C-C801-C971-B3AD46C8A4EA}" dt="2026-01-12T10:47:02.511" v="72"/>
          <ac:cxnSpMkLst>
            <pc:docMk/>
            <pc:sldMk cId="1562903043" sldId="2147472444"/>
            <ac:cxnSpMk id="3280" creationId="{FDB0D372-091E-8444-2577-E96F6160B2D8}"/>
          </ac:cxnSpMkLst>
        </pc:cxnChg>
      </pc:sldChg>
      <pc:sldChg chg="add del ord replId">
        <pc:chgData name="Khaled Azmi Alkurd" userId="S::kalkurd@gmu.edu::d8a8490c-4d79-451d-b1ff-270e6eecfde3" providerId="AD" clId="Web-{D7E4C38A-710C-C801-C971-B3AD46C8A4EA}" dt="2026-01-12T11:50:53.038" v="605"/>
        <pc:sldMkLst>
          <pc:docMk/>
          <pc:sldMk cId="2861005569" sldId="2147472445"/>
        </pc:sldMkLst>
      </pc:sldChg>
      <pc:sldChg chg="addSp delSp modSp add replId">
        <pc:chgData name="Khaled Azmi Alkurd" userId="S::kalkurd@gmu.edu::d8a8490c-4d79-451d-b1ff-270e6eecfde3" providerId="AD" clId="Web-{D7E4C38A-710C-C801-C971-B3AD46C8A4EA}" dt="2026-01-12T12:50:31.462" v="1191" actId="1076"/>
        <pc:sldMkLst>
          <pc:docMk/>
          <pc:sldMk cId="1998565782" sldId="2147472446"/>
        </pc:sldMkLst>
        <pc:spChg chg="mod">
          <ac:chgData name="Khaled Azmi Alkurd" userId="S::kalkurd@gmu.edu::d8a8490c-4d79-451d-b1ff-270e6eecfde3" providerId="AD" clId="Web-{D7E4C38A-710C-C801-C971-B3AD46C8A4EA}" dt="2026-01-12T11:25:59.553" v="371" actId="20577"/>
          <ac:spMkLst>
            <pc:docMk/>
            <pc:sldMk cId="1998565782" sldId="2147472446"/>
            <ac:spMk id="2" creationId="{7DA4A670-4F96-D5A1-F22E-3FD36F916BB8}"/>
          </ac:spMkLst>
        </pc:spChg>
        <pc:spChg chg="del">
          <ac:chgData name="Khaled Azmi Alkurd" userId="S::kalkurd@gmu.edu::d8a8490c-4d79-451d-b1ff-270e6eecfde3" providerId="AD" clId="Web-{D7E4C38A-710C-C801-C971-B3AD46C8A4EA}" dt="2026-01-12T11:26:52.164" v="379"/>
          <ac:spMkLst>
            <pc:docMk/>
            <pc:sldMk cId="1998565782" sldId="2147472446"/>
            <ac:spMk id="5" creationId="{6FF98A51-3CD0-64CD-3EB8-9EE176C16F02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29:46.418" v="545" actId="20577"/>
          <ac:spMkLst>
            <pc:docMk/>
            <pc:sldMk cId="1998565782" sldId="2147472446"/>
            <ac:spMk id="6" creationId="{874100F4-C2DA-5490-EA52-81EDFBEE9C87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29:54.309" v="548" actId="20577"/>
          <ac:spMkLst>
            <pc:docMk/>
            <pc:sldMk cId="1998565782" sldId="2147472446"/>
            <ac:spMk id="7" creationId="{483F13D1-1806-229D-B661-DE96D845C2F8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30:01.824" v="551" actId="20577"/>
          <ac:spMkLst>
            <pc:docMk/>
            <pc:sldMk cId="1998565782" sldId="2147472446"/>
            <ac:spMk id="9" creationId="{D8B20DA1-F1A3-9657-3380-9BC575936083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30:54.200" v="564" actId="1076"/>
          <ac:spMkLst>
            <pc:docMk/>
            <pc:sldMk cId="1998565782" sldId="2147472446"/>
            <ac:spMk id="10" creationId="{056CDA96-F733-A44D-9102-93A88BB200C8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30:38.669" v="562" actId="1076"/>
          <ac:spMkLst>
            <pc:docMk/>
            <pc:sldMk cId="1998565782" sldId="2147472446"/>
            <ac:spMk id="11" creationId="{E84E63EC-ACF1-422A-D72E-10CDC12D4707}"/>
          </ac:spMkLst>
        </pc:spChg>
        <pc:spChg chg="add mod">
          <ac:chgData name="Khaled Azmi Alkurd" userId="S::kalkurd@gmu.edu::d8a8490c-4d79-451d-b1ff-270e6eecfde3" providerId="AD" clId="Web-{D7E4C38A-710C-C801-C971-B3AD46C8A4EA}" dt="2026-01-12T11:30:43.513" v="563" actId="1076"/>
          <ac:spMkLst>
            <pc:docMk/>
            <pc:sldMk cId="1998565782" sldId="2147472446"/>
            <ac:spMk id="12" creationId="{0DDA3504-D18A-BB61-6BAA-6707B83E2D1C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2:43:33.904" v="1098"/>
          <ac:spMkLst>
            <pc:docMk/>
            <pc:sldMk cId="1998565782" sldId="2147472446"/>
            <ac:spMk id="13" creationId="{C7127CA3-4F3A-CBB6-426C-F9464CB86C7F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50:09.134" v="1189" actId="1076"/>
          <ac:spMkLst>
            <pc:docMk/>
            <pc:sldMk cId="1998565782" sldId="2147472446"/>
            <ac:spMk id="15" creationId="{B4DD1EFC-8085-1C4B-FD3C-F3B4D3599DDC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50:31.462" v="1191" actId="1076"/>
          <ac:spMkLst>
            <pc:docMk/>
            <pc:sldMk cId="1998565782" sldId="2147472446"/>
            <ac:spMk id="17" creationId="{F00FB85E-648C-C0E7-E137-F3A233ED4C78}"/>
          </ac:spMkLst>
        </pc:spChg>
        <pc:graphicFrameChg chg="mod modGraphic">
          <ac:chgData name="Khaled Azmi Alkurd" userId="S::kalkurd@gmu.edu::d8a8490c-4d79-451d-b1ff-270e6eecfde3" providerId="AD" clId="Web-{D7E4C38A-710C-C801-C971-B3AD46C8A4EA}" dt="2026-01-12T12:48:54.568" v="1181"/>
          <ac:graphicFrameMkLst>
            <pc:docMk/>
            <pc:sldMk cId="1998565782" sldId="2147472446"/>
            <ac:graphicFrameMk id="26" creationId="{9A8FD74F-B0CB-2CE9-29B3-5254846CA212}"/>
          </ac:graphicFrameMkLst>
        </pc:graphicFrameChg>
        <pc:picChg chg="add del mod">
          <ac:chgData name="Khaled Azmi Alkurd" userId="S::kalkurd@gmu.edu::d8a8490c-4d79-451d-b1ff-270e6eecfde3" providerId="AD" clId="Web-{D7E4C38A-710C-C801-C971-B3AD46C8A4EA}" dt="2026-01-12T11:24:08.940" v="335"/>
          <ac:picMkLst>
            <pc:docMk/>
            <pc:sldMk cId="1998565782" sldId="2147472446"/>
            <ac:picMk id="3" creationId="{67632EC8-703B-6EE2-475C-742833232650}"/>
          </ac:picMkLst>
        </pc:picChg>
        <pc:picChg chg="add mod modCrop">
          <ac:chgData name="Khaled Azmi Alkurd" userId="S::kalkurd@gmu.edu::d8a8490c-4d79-451d-b1ff-270e6eecfde3" providerId="AD" clId="Web-{D7E4C38A-710C-C801-C971-B3AD46C8A4EA}" dt="2026-01-12T11:27:45.744" v="393" actId="1076"/>
          <ac:picMkLst>
            <pc:docMk/>
            <pc:sldMk cId="1998565782" sldId="2147472446"/>
            <ac:picMk id="4" creationId="{331E6B17-26A5-E4DF-3406-F922AE0B9D0B}"/>
          </ac:picMkLst>
        </pc:picChg>
        <pc:picChg chg="del">
          <ac:chgData name="Khaled Azmi Alkurd" userId="S::kalkurd@gmu.edu::d8a8490c-4d79-451d-b1ff-270e6eecfde3" providerId="AD" clId="Web-{D7E4C38A-710C-C801-C971-B3AD46C8A4EA}" dt="2026-01-12T11:26:49.430" v="378"/>
          <ac:picMkLst>
            <pc:docMk/>
            <pc:sldMk cId="1998565782" sldId="2147472446"/>
            <ac:picMk id="8" creationId="{8918A915-C4C3-8C2D-0D27-B459AD0E8912}"/>
          </ac:picMkLst>
        </pc:picChg>
        <pc:picChg chg="del">
          <ac:chgData name="Khaled Azmi Alkurd" userId="S::kalkurd@gmu.edu::d8a8490c-4d79-451d-b1ff-270e6eecfde3" providerId="AD" clId="Web-{D7E4C38A-710C-C801-C971-B3AD46C8A4EA}" dt="2026-01-12T11:23:12.202" v="330"/>
          <ac:picMkLst>
            <pc:docMk/>
            <pc:sldMk cId="1998565782" sldId="2147472446"/>
            <ac:picMk id="27" creationId="{70AD0185-9E73-E140-D5C4-5DA0DBFE02AF}"/>
          </ac:picMkLst>
        </pc:picChg>
      </pc:sldChg>
      <pc:sldChg chg="addSp delSp modSp add replId">
        <pc:chgData name="Khaled Azmi Alkurd" userId="S::kalkurd@gmu.edu::d8a8490c-4d79-451d-b1ff-270e6eecfde3" providerId="AD" clId="Web-{D7E4C38A-710C-C801-C971-B3AD46C8A4EA}" dt="2026-01-12T12:49:23.616" v="1186" actId="14100"/>
        <pc:sldMkLst>
          <pc:docMk/>
          <pc:sldMk cId="1561532402" sldId="2147472447"/>
        </pc:sldMkLst>
        <pc:spChg chg="mod">
          <ac:chgData name="Khaled Azmi Alkurd" userId="S::kalkurd@gmu.edu::d8a8490c-4d79-451d-b1ff-270e6eecfde3" providerId="AD" clId="Web-{D7E4C38A-710C-C801-C971-B3AD46C8A4EA}" dt="2026-01-12T12:49:23.616" v="1186" actId="14100"/>
          <ac:spMkLst>
            <pc:docMk/>
            <pc:sldMk cId="1561532402" sldId="2147472447"/>
            <ac:spMk id="2" creationId="{001A9AC7-FC64-59B5-0770-0482ECDC2C1B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5"/>
          <ac:spMkLst>
            <pc:docMk/>
            <pc:sldMk cId="1561532402" sldId="2147472447"/>
            <ac:spMk id="6" creationId="{EED11564-F248-C930-B774-A98DE62468D6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4"/>
          <ac:spMkLst>
            <pc:docMk/>
            <pc:sldMk cId="1561532402" sldId="2147472447"/>
            <ac:spMk id="7" creationId="{7618DE78-176F-27C2-31EE-342B0770C979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3"/>
          <ac:spMkLst>
            <pc:docMk/>
            <pc:sldMk cId="1561532402" sldId="2147472447"/>
            <ac:spMk id="9" creationId="{9F250AC5-F3C4-21E0-669D-20DEB5B646F1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2"/>
          <ac:spMkLst>
            <pc:docMk/>
            <pc:sldMk cId="1561532402" sldId="2147472447"/>
            <ac:spMk id="10" creationId="{9CB20B4F-D4C4-B79B-CBB6-F312CDCBA209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1"/>
          <ac:spMkLst>
            <pc:docMk/>
            <pc:sldMk cId="1561532402" sldId="2147472447"/>
            <ac:spMk id="11" creationId="{A1971274-386A-151E-2439-8BD02ADD474D}"/>
          </ac:spMkLst>
        </pc:spChg>
        <pc:spChg chg="del">
          <ac:chgData name="Khaled Azmi Alkurd" userId="S::kalkurd@gmu.edu::d8a8490c-4d79-451d-b1ff-270e6eecfde3" providerId="AD" clId="Web-{D7E4C38A-710C-C801-C971-B3AD46C8A4EA}" dt="2026-01-12T11:51:09.866" v="610"/>
          <ac:spMkLst>
            <pc:docMk/>
            <pc:sldMk cId="1561532402" sldId="2147472447"/>
            <ac:spMk id="12" creationId="{A93B932B-34AC-F42F-E287-529C47DCE62C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2:07:01.357" v="835"/>
          <ac:spMkLst>
            <pc:docMk/>
            <pc:sldMk cId="1561532402" sldId="2147472447"/>
            <ac:spMk id="14" creationId="{A27B4566-B3C5-077E-B5E5-3F9F666FEE74}"/>
          </ac:spMkLst>
        </pc:spChg>
        <pc:spChg chg="add">
          <ac:chgData name="Khaled Azmi Alkurd" userId="S::kalkurd@gmu.edu::d8a8490c-4d79-451d-b1ff-270e6eecfde3" providerId="AD" clId="Web-{D7E4C38A-710C-C801-C971-B3AD46C8A4EA}" dt="2026-01-12T12:05:46.340" v="811"/>
          <ac:spMkLst>
            <pc:docMk/>
            <pc:sldMk cId="1561532402" sldId="2147472447"/>
            <ac:spMk id="16" creationId="{9B190FFE-9C86-EC9F-51AD-4C370C1E65D7}"/>
          </ac:spMkLst>
        </pc:spChg>
        <pc:spChg chg="add del">
          <ac:chgData name="Khaled Azmi Alkurd" userId="S::kalkurd@gmu.edu::d8a8490c-4d79-451d-b1ff-270e6eecfde3" providerId="AD" clId="Web-{D7E4C38A-710C-C801-C971-B3AD46C8A4EA}" dt="2026-01-12T12:06:00.168" v="813"/>
          <ac:spMkLst>
            <pc:docMk/>
            <pc:sldMk cId="1561532402" sldId="2147472447"/>
            <ac:spMk id="18" creationId="{21FCD1DD-8205-6EE5-BFA0-A5705D012593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2:06:06.872" v="817"/>
          <ac:spMkLst>
            <pc:docMk/>
            <pc:sldMk cId="1561532402" sldId="2147472447"/>
            <ac:spMk id="19" creationId="{39E8B6FF-4E20-6F6F-E616-787B6EA4FBFD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43:50.326" v="1102" actId="1076"/>
          <ac:spMkLst>
            <pc:docMk/>
            <pc:sldMk cId="1561532402" sldId="2147472447"/>
            <ac:spMk id="21" creationId="{6E8ED707-1F75-C522-B9D2-2B531C27E3E9}"/>
          </ac:spMkLst>
        </pc:spChg>
        <pc:spChg chg="add del">
          <ac:chgData name="Khaled Azmi Alkurd" userId="S::kalkurd@gmu.edu::d8a8490c-4d79-451d-b1ff-270e6eecfde3" providerId="AD" clId="Web-{D7E4C38A-710C-C801-C971-B3AD46C8A4EA}" dt="2026-01-12T12:11:21.093" v="848"/>
          <ac:spMkLst>
            <pc:docMk/>
            <pc:sldMk cId="1561532402" sldId="2147472447"/>
            <ac:spMk id="22" creationId="{1963E03C-721C-1D9C-670A-2F55E0FBC2CE}"/>
          </ac:spMkLst>
        </pc:spChg>
        <pc:spChg chg="add del">
          <ac:chgData name="Khaled Azmi Alkurd" userId="S::kalkurd@gmu.edu::d8a8490c-4d79-451d-b1ff-270e6eecfde3" providerId="AD" clId="Web-{D7E4C38A-710C-C801-C971-B3AD46C8A4EA}" dt="2026-01-12T12:11:19.734" v="847"/>
          <ac:spMkLst>
            <pc:docMk/>
            <pc:sldMk cId="1561532402" sldId="2147472447"/>
            <ac:spMk id="23" creationId="{174F6816-C2EA-BF94-9CB0-1B0292C96665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11:43.562" v="861" actId="20577"/>
          <ac:spMkLst>
            <pc:docMk/>
            <pc:sldMk cId="1561532402" sldId="2147472447"/>
            <ac:spMk id="24" creationId="{0F2D2172-1A0B-4E5D-3A0A-C8AB7AD8AF9E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25:05.755" v="980" actId="1076"/>
          <ac:spMkLst>
            <pc:docMk/>
            <pc:sldMk cId="1561532402" sldId="2147472447"/>
            <ac:spMk id="25" creationId="{90362B15-DB14-6558-5DDA-3292D5BD7A3A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27:13.272" v="988" actId="1076"/>
          <ac:spMkLst>
            <pc:docMk/>
            <pc:sldMk cId="1561532402" sldId="2147472447"/>
            <ac:spMk id="27" creationId="{86BD19CC-45F1-554C-FE4B-28A560AFE7F2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2:27:57.960" v="1013" actId="1076"/>
          <ac:spMkLst>
            <pc:docMk/>
            <pc:sldMk cId="1561532402" sldId="2147472447"/>
            <ac:spMk id="28" creationId="{25E6778B-60F8-A977-EC32-9AD220982204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31:13.980" v="1058" actId="20577"/>
          <ac:spMkLst>
            <pc:docMk/>
            <pc:sldMk cId="1561532402" sldId="2147472447"/>
            <ac:spMk id="30" creationId="{E9B7EAD2-6C95-4C67-12CA-880082668438}"/>
          </ac:spMkLst>
        </pc:spChg>
        <pc:spChg chg="add del mod">
          <ac:chgData name="Khaled Azmi Alkurd" userId="S::kalkurd@gmu.edu::d8a8490c-4d79-451d-b1ff-270e6eecfde3" providerId="AD" clId="Web-{D7E4C38A-710C-C801-C971-B3AD46C8A4EA}" dt="2026-01-12T12:32:58.079" v="1078" actId="20577"/>
          <ac:spMkLst>
            <pc:docMk/>
            <pc:sldMk cId="1561532402" sldId="2147472447"/>
            <ac:spMk id="31" creationId="{62F901AB-C5CD-BA76-7D33-742129F4F7AF}"/>
          </ac:spMkLst>
        </pc:spChg>
        <pc:spChg chg="add mod">
          <ac:chgData name="Khaled Azmi Alkurd" userId="S::kalkurd@gmu.edu::d8a8490c-4d79-451d-b1ff-270e6eecfde3" providerId="AD" clId="Web-{D7E4C38A-710C-C801-C971-B3AD46C8A4EA}" dt="2026-01-12T12:30:48.791" v="1051" actId="20577"/>
          <ac:spMkLst>
            <pc:docMk/>
            <pc:sldMk cId="1561532402" sldId="2147472447"/>
            <ac:spMk id="33" creationId="{88A5AC07-3083-55D8-8415-2E9E28135110}"/>
          </ac:spMkLst>
        </pc:spChg>
        <pc:graphicFrameChg chg="mod modGraphic">
          <ac:chgData name="Khaled Azmi Alkurd" userId="S::kalkurd@gmu.edu::d8a8490c-4d79-451d-b1ff-270e6eecfde3" providerId="AD" clId="Web-{D7E4C38A-710C-C801-C971-B3AD46C8A4EA}" dt="2026-01-12T12:49:01.756" v="1182"/>
          <ac:graphicFrameMkLst>
            <pc:docMk/>
            <pc:sldMk cId="1561532402" sldId="2147472447"/>
            <ac:graphicFrameMk id="26" creationId="{FC96C35F-645F-BFDE-2AC8-82B0CA10058C}"/>
          </ac:graphicFrameMkLst>
        </pc:graphicFrameChg>
        <pc:picChg chg="add mod modCrop">
          <ac:chgData name="Khaled Azmi Alkurd" userId="S::kalkurd@gmu.edu::d8a8490c-4d79-451d-b1ff-270e6eecfde3" providerId="AD" clId="Web-{D7E4C38A-710C-C801-C971-B3AD46C8A4EA}" dt="2026-01-12T12:11:48.234" v="863" actId="1076"/>
          <ac:picMkLst>
            <pc:docMk/>
            <pc:sldMk cId="1561532402" sldId="2147472447"/>
            <ac:picMk id="3" creationId="{51787F71-BC29-B74A-00D3-7C48064D9106}"/>
          </ac:picMkLst>
        </pc:picChg>
        <pc:picChg chg="del">
          <ac:chgData name="Khaled Azmi Alkurd" userId="S::kalkurd@gmu.edu::d8a8490c-4d79-451d-b1ff-270e6eecfde3" providerId="AD" clId="Web-{D7E4C38A-710C-C801-C971-B3AD46C8A4EA}" dt="2026-01-12T11:51:04.710" v="608"/>
          <ac:picMkLst>
            <pc:docMk/>
            <pc:sldMk cId="1561532402" sldId="2147472447"/>
            <ac:picMk id="4" creationId="{5D84448D-0528-8200-C92B-A63CE28F45C4}"/>
          </ac:picMkLst>
        </pc:picChg>
        <pc:picChg chg="add del mod modCrop">
          <ac:chgData name="Khaled Azmi Alkurd" userId="S::kalkurd@gmu.edu::d8a8490c-4d79-451d-b1ff-270e6eecfde3" providerId="AD" clId="Web-{D7E4C38A-710C-C801-C971-B3AD46C8A4EA}" dt="2026-01-12T12:02:49.197" v="796"/>
          <ac:picMkLst>
            <pc:docMk/>
            <pc:sldMk cId="1561532402" sldId="2147472447"/>
            <ac:picMk id="5" creationId="{960E4F29-B067-E1B7-F400-961C82558A6A}"/>
          </ac:picMkLst>
        </pc:picChg>
        <pc:picChg chg="add del mod">
          <ac:chgData name="Khaled Azmi Alkurd" userId="S::kalkurd@gmu.edu::d8a8490c-4d79-451d-b1ff-270e6eecfde3" providerId="AD" clId="Web-{D7E4C38A-710C-C801-C971-B3AD46C8A4EA}" dt="2026-01-12T12:03:02.525" v="801"/>
          <ac:picMkLst>
            <pc:docMk/>
            <pc:sldMk cId="1561532402" sldId="2147472447"/>
            <ac:picMk id="8" creationId="{A16D1A2F-210C-6C05-AD2F-85D5A5EC21AC}"/>
          </ac:picMkLst>
        </pc:picChg>
        <pc:picChg chg="add del mod">
          <ac:chgData name="Khaled Azmi Alkurd" userId="S::kalkurd@gmu.edu::d8a8490c-4d79-451d-b1ff-270e6eecfde3" providerId="AD" clId="Web-{D7E4C38A-710C-C801-C971-B3AD46C8A4EA}" dt="2026-01-12T12:08:07.732" v="837"/>
          <ac:picMkLst>
            <pc:docMk/>
            <pc:sldMk cId="1561532402" sldId="2147472447"/>
            <ac:picMk id="13" creationId="{4C601586-0EF4-AA5C-527D-CD0D5947FA88}"/>
          </ac:picMkLst>
        </pc:picChg>
        <pc:cxnChg chg="add mod">
          <ac:chgData name="Khaled Azmi Alkurd" userId="S::kalkurd@gmu.edu::d8a8490c-4d79-451d-b1ff-270e6eecfde3" providerId="AD" clId="Web-{D7E4C38A-710C-C801-C971-B3AD46C8A4EA}" dt="2026-01-12T12:24:57.958" v="975" actId="1076"/>
          <ac:cxnSpMkLst>
            <pc:docMk/>
            <pc:sldMk cId="1561532402" sldId="2147472447"/>
            <ac:cxnSpMk id="29" creationId="{20FA2754-551E-FFE8-A1F2-7941B524A0FD}"/>
          </ac:cxnSpMkLst>
        </pc:cxnChg>
        <pc:cxnChg chg="add mod">
          <ac:chgData name="Khaled Azmi Alkurd" userId="S::kalkurd@gmu.edu::d8a8490c-4d79-451d-b1ff-270e6eecfde3" providerId="AD" clId="Web-{D7E4C38A-710C-C801-C971-B3AD46C8A4EA}" dt="2026-01-12T12:24:57.989" v="978" actId="1076"/>
          <ac:cxnSpMkLst>
            <pc:docMk/>
            <pc:sldMk cId="1561532402" sldId="2147472447"/>
            <ac:cxnSpMk id="32" creationId="{09ACE60B-B227-DF92-FBEF-1639BC016F3A}"/>
          </ac:cxnSpMkLst>
        </pc:cxnChg>
      </pc:sldChg>
    </pc:docChg>
  </pc:docChgLst>
  <pc:docChgLst>
    <pc:chgData name="Khaled Azmi Alkurd" userId="S::kalkurd@gmu.edu::d8a8490c-4d79-451d-b1ff-270e6eecfde3" providerId="AD" clId="Web-{697F31E3-440B-AEEC-8D40-316F581371FA}"/>
    <pc:docChg chg="modSld modMainMaster">
      <pc:chgData name="Khaled Azmi Alkurd" userId="S::kalkurd@gmu.edu::d8a8490c-4d79-451d-b1ff-270e6eecfde3" providerId="AD" clId="Web-{697F31E3-440B-AEEC-8D40-316F581371FA}" dt="2026-01-12T10:34:07.219" v="43" actId="20577"/>
      <pc:docMkLst>
        <pc:docMk/>
      </pc:docMkLst>
      <pc:sldChg chg="delSp">
        <pc:chgData name="Khaled Azmi Alkurd" userId="S::kalkurd@gmu.edu::d8a8490c-4d79-451d-b1ff-270e6eecfde3" providerId="AD" clId="Web-{697F31E3-440B-AEEC-8D40-316F581371FA}" dt="2026-01-12T10:31:54.359" v="4"/>
        <pc:sldMkLst>
          <pc:docMk/>
          <pc:sldMk cId="1948709166" sldId="2147471360"/>
        </pc:sldMkLst>
        <pc:spChg chg="del">
          <ac:chgData name="Khaled Azmi Alkurd" userId="S::kalkurd@gmu.edu::d8a8490c-4d79-451d-b1ff-270e6eecfde3" providerId="AD" clId="Web-{697F31E3-440B-AEEC-8D40-316F581371FA}" dt="2026-01-12T10:31:54.359" v="4"/>
          <ac:spMkLst>
            <pc:docMk/>
            <pc:sldMk cId="1948709166" sldId="2147471360"/>
            <ac:spMk id="8" creationId="{82863DE6-46AB-EACA-35DC-EBCFA4F0BBDD}"/>
          </ac:spMkLst>
        </pc:spChg>
      </pc:sldChg>
      <pc:sldChg chg="modSp">
        <pc:chgData name="Khaled Azmi Alkurd" userId="S::kalkurd@gmu.edu::d8a8490c-4d79-451d-b1ff-270e6eecfde3" providerId="AD" clId="Web-{697F31E3-440B-AEEC-8D40-316F581371FA}" dt="2026-01-12T10:33:07.891" v="29" actId="1076"/>
        <pc:sldMkLst>
          <pc:docMk/>
          <pc:sldMk cId="3246686144" sldId="2147471452"/>
        </pc:sldMkLst>
        <pc:spChg chg="mod">
          <ac:chgData name="Khaled Azmi Alkurd" userId="S::kalkurd@gmu.edu::d8a8490c-4d79-451d-b1ff-270e6eecfde3" providerId="AD" clId="Web-{697F31E3-440B-AEEC-8D40-316F581371FA}" dt="2026-01-12T10:33:07.844" v="26" actId="1076"/>
          <ac:spMkLst>
            <pc:docMk/>
            <pc:sldMk cId="3246686144" sldId="2147471452"/>
            <ac:spMk id="25" creationId="{9A663CB6-1C24-D4E7-AFB0-65866BE3F43B}"/>
          </ac:spMkLst>
        </pc:spChg>
        <pc:spChg chg="mod">
          <ac:chgData name="Khaled Azmi Alkurd" userId="S::kalkurd@gmu.edu::d8a8490c-4d79-451d-b1ff-270e6eecfde3" providerId="AD" clId="Web-{697F31E3-440B-AEEC-8D40-316F581371FA}" dt="2026-01-12T10:33:07.859" v="27" actId="1076"/>
          <ac:spMkLst>
            <pc:docMk/>
            <pc:sldMk cId="3246686144" sldId="2147471452"/>
            <ac:spMk id="27" creationId="{3DB68407-4176-EA82-8579-D944E7E7F84D}"/>
          </ac:spMkLst>
        </pc:spChg>
        <pc:spChg chg="mod">
          <ac:chgData name="Khaled Azmi Alkurd" userId="S::kalkurd@gmu.edu::d8a8490c-4d79-451d-b1ff-270e6eecfde3" providerId="AD" clId="Web-{697F31E3-440B-AEEC-8D40-316F581371FA}" dt="2026-01-12T10:33:07.875" v="28" actId="1076"/>
          <ac:spMkLst>
            <pc:docMk/>
            <pc:sldMk cId="3246686144" sldId="2147471452"/>
            <ac:spMk id="29" creationId="{6C42F0C2-86A3-12E4-7A35-C4CED0EDBB87}"/>
          </ac:spMkLst>
        </pc:spChg>
        <pc:spChg chg="mod">
          <ac:chgData name="Khaled Azmi Alkurd" userId="S::kalkurd@gmu.edu::d8a8490c-4d79-451d-b1ff-270e6eecfde3" providerId="AD" clId="Web-{697F31E3-440B-AEEC-8D40-316F581371FA}" dt="2026-01-12T10:33:07.891" v="29" actId="1076"/>
          <ac:spMkLst>
            <pc:docMk/>
            <pc:sldMk cId="3246686144" sldId="2147471452"/>
            <ac:spMk id="31" creationId="{32682E78-9335-E26F-12BF-883C765ED549}"/>
          </ac:spMkLst>
        </pc:spChg>
      </pc:sldChg>
      <pc:sldChg chg="modSp">
        <pc:chgData name="Khaled Azmi Alkurd" userId="S::kalkurd@gmu.edu::d8a8490c-4d79-451d-b1ff-270e6eecfde3" providerId="AD" clId="Web-{697F31E3-440B-AEEC-8D40-316F581371FA}" dt="2026-01-12T10:34:07.219" v="43" actId="20577"/>
        <pc:sldMkLst>
          <pc:docMk/>
          <pc:sldMk cId="3720278267" sldId="2147471455"/>
        </pc:sldMkLst>
        <pc:spChg chg="mod">
          <ac:chgData name="Khaled Azmi Alkurd" userId="S::kalkurd@gmu.edu::d8a8490c-4d79-451d-b1ff-270e6eecfde3" providerId="AD" clId="Web-{697F31E3-440B-AEEC-8D40-316F581371FA}" dt="2026-01-12T10:34:07.219" v="43" actId="20577"/>
          <ac:spMkLst>
            <pc:docMk/>
            <pc:sldMk cId="3720278267" sldId="2147471455"/>
            <ac:spMk id="16" creationId="{5BDEA917-94A5-D4AD-C2B8-719462008E64}"/>
          </ac:spMkLst>
        </pc:spChg>
      </pc:sldChg>
      <pc:sldMasterChg chg="modSp mod modSldLayout">
        <pc:chgData name="Khaled Azmi Alkurd" userId="S::kalkurd@gmu.edu::d8a8490c-4d79-451d-b1ff-270e6eecfde3" providerId="AD" clId="Web-{697F31E3-440B-AEEC-8D40-316F581371FA}" dt="2026-01-12T10:32:57.125" v="25"/>
        <pc:sldMasterMkLst>
          <pc:docMk/>
          <pc:sldMasterMk cId="2460954070" sldId="2147483660"/>
        </pc:sldMasterMkLst>
        <pc:spChg chg="mod">
          <ac:chgData name="Khaled Azmi Alkurd" userId="S::kalkurd@gmu.edu::d8a8490c-4d79-451d-b1ff-270e6eecfde3" providerId="AD" clId="Web-{697F31E3-440B-AEEC-8D40-316F581371FA}" dt="2026-01-12T10:32:46.391" v="22"/>
          <ac:spMkLst>
            <pc:docMk/>
            <pc:sldMasterMk cId="2460954070" sldId="2147483660"/>
            <ac:spMk id="5" creationId="{00000000-0000-0000-0000-000000000000}"/>
          </ac:spMkLst>
        </pc:sp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2385387890" sldId="2147483661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949138452" sldId="2147483662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949138452" sldId="2147483662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2591524520" sldId="2147483663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1203092039" sldId="2147483664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3733172339" sldId="2147483665"/>
              <ac:spMk id="8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210312558" sldId="2147483666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3210312558" sldId="2147483666"/>
              <ac:spMk id="4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146388984" sldId="2147483667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3146388984" sldId="2147483667"/>
              <ac:spMk id="3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3171841454" sldId="2147483668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1718958274" sldId="2147483669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2202905451" sldId="2147483670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2202905451" sldId="2147483670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Khaled Azmi Alkurd" userId="S::kalkurd@gmu.edu::d8a8490c-4d79-451d-b1ff-270e6eecfde3" providerId="AD" clId="Web-{697F31E3-440B-AEEC-8D40-316F581371FA}" dt="2026-01-12T10:32:46.391" v="22"/>
            <ac:spMkLst>
              <pc:docMk/>
              <pc:sldMasterMk cId="2460954070" sldId="2147483660"/>
              <pc:sldLayoutMk cId="3479445657" sldId="2147483671"/>
              <ac:spMk id="5" creationId="{00000000-0000-0000-0000-000000000000}"/>
            </ac:spMkLst>
          </pc:spChg>
        </pc:sldLayoutChg>
        <pc:sldLayoutChg chg="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1030576701" sldId="2147483672"/>
          </pc:sldLayoutMkLst>
        </pc:sldLayoutChg>
        <pc:sldLayoutChg chg="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356153768" sldId="2147483673"/>
          </pc:sldLayoutMkLst>
        </pc:sldLayoutChg>
        <pc:sldLayoutChg chg="mod">
          <pc:chgData name="Khaled Azmi Alkurd" userId="S::kalkurd@gmu.edu::d8a8490c-4d79-451d-b1ff-270e6eecfde3" providerId="AD" clId="Web-{697F31E3-440B-AEEC-8D40-316F581371FA}" dt="2026-01-12T10:32:57.125" v="25"/>
          <pc:sldLayoutMkLst>
            <pc:docMk/>
            <pc:sldMasterMk cId="2460954070" sldId="2147483660"/>
            <pc:sldLayoutMk cId="4291013893" sldId="2147483674"/>
          </pc:sldLayoutMkLst>
        </pc:sldLayoutChg>
      </pc:sldMasterChg>
    </pc:docChg>
  </pc:docChgLst>
  <pc:docChgLst>
    <pc:chgData name="Khaled Azmi Alkurd" userId="S::kalkurd@gmu.edu::d8a8490c-4d79-451d-b1ff-270e6eecfde3" providerId="AD" clId="Web-{818E7A2C-48D1-29D8-009D-FE8F5B7CA49E}"/>
    <pc:docChg chg="mod addSld delSld modSld sldOrd modMainMaster">
      <pc:chgData name="Khaled Azmi Alkurd" userId="S::kalkurd@gmu.edu::d8a8490c-4d79-451d-b1ff-270e6eecfde3" providerId="AD" clId="Web-{818E7A2C-48D1-29D8-009D-FE8F5B7CA49E}" dt="2026-01-12T10:31:05.090" v="817"/>
      <pc:docMkLst>
        <pc:docMk/>
      </pc:docMkLst>
      <pc:sldChg chg="addSp modSp">
        <pc:chgData name="Khaled Azmi Alkurd" userId="S::kalkurd@gmu.edu::d8a8490c-4d79-451d-b1ff-270e6eecfde3" providerId="AD" clId="Web-{818E7A2C-48D1-29D8-009D-FE8F5B7CA49E}" dt="2026-01-12T10:05:59.567" v="119" actId="20577"/>
        <pc:sldMkLst>
          <pc:docMk/>
          <pc:sldMk cId="2579588639" sldId="293"/>
        </pc:sldMkLst>
        <pc:spChg chg="add mod">
          <ac:chgData name="Khaled Azmi Alkurd" userId="S::kalkurd@gmu.edu::d8a8490c-4d79-451d-b1ff-270e6eecfde3" providerId="AD" clId="Web-{818E7A2C-48D1-29D8-009D-FE8F5B7CA49E}" dt="2026-01-12T10:02:03.293" v="22" actId="1076"/>
          <ac:spMkLst>
            <pc:docMk/>
            <pc:sldMk cId="2579588639" sldId="293"/>
            <ac:spMk id="2" creationId="{438B2E2C-1C55-0D57-C7FD-6236507D8BB5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05:59.567" v="119" actId="20577"/>
          <ac:spMkLst>
            <pc:docMk/>
            <pc:sldMk cId="2579588639" sldId="293"/>
            <ac:spMk id="3" creationId="{4FA2E13C-38B3-E72E-8D88-7A29223EFF13}"/>
          </ac:spMkLst>
        </pc:spChg>
        <pc:spChg chg="mod">
          <ac:chgData name="Khaled Azmi Alkurd" userId="S::kalkurd@gmu.edu::d8a8490c-4d79-451d-b1ff-270e6eecfde3" providerId="AD" clId="Web-{818E7A2C-48D1-29D8-009D-FE8F5B7CA49E}" dt="2026-01-12T10:03:16.156" v="41" actId="20577"/>
          <ac:spMkLst>
            <pc:docMk/>
            <pc:sldMk cId="2579588639" sldId="293"/>
            <ac:spMk id="185" creationId="{00000000-0000-0000-0000-000000000000}"/>
          </ac:spMkLst>
        </pc:spChg>
        <pc:spChg chg="mod">
          <ac:chgData name="Khaled Azmi Alkurd" userId="S::kalkurd@gmu.edu::d8a8490c-4d79-451d-b1ff-270e6eecfde3" providerId="AD" clId="Web-{818E7A2C-48D1-29D8-009D-FE8F5B7CA49E}" dt="2026-01-12T10:04:09.470" v="65" actId="14100"/>
          <ac:spMkLst>
            <pc:docMk/>
            <pc:sldMk cId="2579588639" sldId="293"/>
            <ac:spMk id="187" creationId="{00000000-0000-0000-0000-000000000000}"/>
          </ac:spMkLst>
        </pc:spChg>
      </pc:sldChg>
      <pc:sldChg chg="addSp delSp add del">
        <pc:chgData name="Khaled Azmi Alkurd" userId="S::kalkurd@gmu.edu::d8a8490c-4d79-451d-b1ff-270e6eecfde3" providerId="AD" clId="Web-{818E7A2C-48D1-29D8-009D-FE8F5B7CA49E}" dt="2026-01-12T10:20:38.157" v="557"/>
        <pc:sldMkLst>
          <pc:docMk/>
          <pc:sldMk cId="2260015439" sldId="2147470858"/>
        </pc:sldMkLst>
        <pc:spChg chg="add del">
          <ac:chgData name="Khaled Azmi Alkurd" userId="S::kalkurd@gmu.edu::d8a8490c-4d79-451d-b1ff-270e6eecfde3" providerId="AD" clId="Web-{818E7A2C-48D1-29D8-009D-FE8F5B7CA49E}" dt="2026-01-12T10:14:02.421" v="220"/>
          <ac:spMkLst>
            <pc:docMk/>
            <pc:sldMk cId="2260015439" sldId="2147470858"/>
            <ac:spMk id="7" creationId="{C0949E2D-D909-7005-2B4A-5D7CEB1BA886}"/>
          </ac:spMkLst>
        </pc:spChg>
        <pc:spChg chg="add del">
          <ac:chgData name="Khaled Azmi Alkurd" userId="S::kalkurd@gmu.edu::d8a8490c-4d79-451d-b1ff-270e6eecfde3" providerId="AD" clId="Web-{818E7A2C-48D1-29D8-009D-FE8F5B7CA49E}" dt="2026-01-12T10:14:02.421" v="221"/>
          <ac:spMkLst>
            <pc:docMk/>
            <pc:sldMk cId="2260015439" sldId="2147470858"/>
            <ac:spMk id="11" creationId="{3FF8A9EC-C2D7-68E1-1A5F-9583DFA9CE64}"/>
          </ac:spMkLst>
        </pc:spChg>
        <pc:spChg chg="add del">
          <ac:chgData name="Khaled Azmi Alkurd" userId="S::kalkurd@gmu.edu::d8a8490c-4d79-451d-b1ff-270e6eecfde3" providerId="AD" clId="Web-{818E7A2C-48D1-29D8-009D-FE8F5B7CA49E}" dt="2026-01-12T10:14:02.421" v="222"/>
          <ac:spMkLst>
            <pc:docMk/>
            <pc:sldMk cId="2260015439" sldId="2147470858"/>
            <ac:spMk id="14" creationId="{34E4453E-C752-B09C-DA2D-8FA1B59546A1}"/>
          </ac:spMkLst>
        </pc:spChg>
        <pc:spChg chg="add del">
          <ac:chgData name="Khaled Azmi Alkurd" userId="S::kalkurd@gmu.edu::d8a8490c-4d79-451d-b1ff-270e6eecfde3" providerId="AD" clId="Web-{818E7A2C-48D1-29D8-009D-FE8F5B7CA49E}" dt="2026-01-12T10:14:02.421" v="223"/>
          <ac:spMkLst>
            <pc:docMk/>
            <pc:sldMk cId="2260015439" sldId="2147470858"/>
            <ac:spMk id="19" creationId="{921D0B86-C841-6E3E-20F9-D6C7DA4AD560}"/>
          </ac:spMkLst>
        </pc:spChg>
      </pc:sldChg>
      <pc:sldChg chg="modSp">
        <pc:chgData name="Khaled Azmi Alkurd" userId="S::kalkurd@gmu.edu::d8a8490c-4d79-451d-b1ff-270e6eecfde3" providerId="AD" clId="Web-{818E7A2C-48D1-29D8-009D-FE8F5B7CA49E}" dt="2026-01-12T10:29:46.136" v="812"/>
        <pc:sldMkLst>
          <pc:docMk/>
          <pc:sldMk cId="1948709166" sldId="2147471360"/>
        </pc:sldMkLst>
        <pc:graphicFrameChg chg="mod modVis">
          <ac:chgData name="Khaled Azmi Alkurd" userId="S::kalkurd@gmu.edu::d8a8490c-4d79-451d-b1ff-270e6eecfde3" providerId="AD" clId="Web-{818E7A2C-48D1-29D8-009D-FE8F5B7CA49E}" dt="2026-01-12T10:29:46.136" v="812"/>
          <ac:graphicFrameMkLst>
            <pc:docMk/>
            <pc:sldMk cId="1948709166" sldId="2147471360"/>
            <ac:graphicFrameMk id="5" creationId="{2F5813C0-49EB-6CA1-D737-EE48C6CDD6C3}"/>
          </ac:graphicFrameMkLst>
        </pc:graphicFrameChg>
      </pc:sldChg>
      <pc:sldChg chg="addSp delSp modSp mod setBg">
        <pc:chgData name="Khaled Azmi Alkurd" userId="S::kalkurd@gmu.edu::d8a8490c-4d79-451d-b1ff-270e6eecfde3" providerId="AD" clId="Web-{818E7A2C-48D1-29D8-009D-FE8F5B7CA49E}" dt="2026-01-12T10:22:15.707" v="647" actId="20577"/>
        <pc:sldMkLst>
          <pc:docMk/>
          <pc:sldMk cId="3246686144" sldId="2147471452"/>
        </pc:sldMkLst>
        <pc:spChg chg="add del">
          <ac:chgData name="Khaled Azmi Alkurd" userId="S::kalkurd@gmu.edu::d8a8490c-4d79-451d-b1ff-270e6eecfde3" providerId="AD" clId="Web-{818E7A2C-48D1-29D8-009D-FE8F5B7CA49E}" dt="2026-01-12T10:06:30.661" v="122"/>
          <ac:spMkLst>
            <pc:docMk/>
            <pc:sldMk cId="3246686144" sldId="2147471452"/>
            <ac:spMk id="3" creationId="{82883AA1-033A-F67A-43F7-E356541DB18C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9:08.106" v="495" actId="20577"/>
          <ac:spMkLst>
            <pc:docMk/>
            <pc:sldMk cId="3246686144" sldId="2147471452"/>
            <ac:spMk id="4" creationId="{8AF5173F-5F9C-4B2A-6690-36ED35745210}"/>
          </ac:spMkLst>
        </pc:spChg>
        <pc:spChg chg="del">
          <ac:chgData name="Khaled Azmi Alkurd" userId="S::kalkurd@gmu.edu::d8a8490c-4d79-451d-b1ff-270e6eecfde3" providerId="AD" clId="Web-{818E7A2C-48D1-29D8-009D-FE8F5B7CA49E}" dt="2026-01-12T10:20:02.983" v="556"/>
          <ac:spMkLst>
            <pc:docMk/>
            <pc:sldMk cId="3246686144" sldId="2147471452"/>
            <ac:spMk id="5" creationId="{E5F8EE7E-B4C5-DBF1-40AC-100DB451D8B8}"/>
          </ac:spMkLst>
        </pc:spChg>
        <pc:spChg chg="mod">
          <ac:chgData name="Khaled Azmi Alkurd" userId="S::kalkurd@gmu.edu::d8a8490c-4d79-451d-b1ff-270e6eecfde3" providerId="AD" clId="Web-{818E7A2C-48D1-29D8-009D-FE8F5B7CA49E}" dt="2026-01-12T10:12:23.026" v="210" actId="1076"/>
          <ac:spMkLst>
            <pc:docMk/>
            <pc:sldMk cId="3246686144" sldId="2147471452"/>
            <ac:spMk id="6" creationId="{4A690E94-3404-4288-03BC-C5BCD9961FEE}"/>
          </ac:spMkLst>
        </pc:spChg>
        <pc:spChg chg="add mod ord">
          <ac:chgData name="Khaled Azmi Alkurd" userId="S::kalkurd@gmu.edu::d8a8490c-4d79-451d-b1ff-270e6eecfde3" providerId="AD" clId="Web-{818E7A2C-48D1-29D8-009D-FE8F5B7CA49E}" dt="2026-01-12T10:12:47.683" v="214" actId="1076"/>
          <ac:spMkLst>
            <pc:docMk/>
            <pc:sldMk cId="3246686144" sldId="2147471452"/>
            <ac:spMk id="7" creationId="{D7E4287A-8993-805B-081F-0E4D01412C2A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6:48.269" v="274" actId="20577"/>
          <ac:spMkLst>
            <pc:docMk/>
            <pc:sldMk cId="3246686144" sldId="2147471452"/>
            <ac:spMk id="9" creationId="{37DFDA01-422F-D1FD-25DB-17D039D993EF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1:01.657" v="559" actId="20577"/>
          <ac:spMkLst>
            <pc:docMk/>
            <pc:sldMk cId="3246686144" sldId="2147471452"/>
            <ac:spMk id="11" creationId="{7716B454-535C-E895-2F6C-69CF88A9E79E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1:57.409" v="616" actId="20577"/>
          <ac:spMkLst>
            <pc:docMk/>
            <pc:sldMk cId="3246686144" sldId="2147471452"/>
            <ac:spMk id="13" creationId="{373482E9-0E15-1874-20D5-A0FA3F891CC3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4:41.219" v="236" actId="1076"/>
          <ac:spMkLst>
            <pc:docMk/>
            <pc:sldMk cId="3246686144" sldId="2147471452"/>
            <ac:spMk id="15" creationId="{31029DB3-5F43-46FD-2CC6-B32B961D071B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2:11.300" v="646" actId="20577"/>
          <ac:spMkLst>
            <pc:docMk/>
            <pc:sldMk cId="3246686144" sldId="2147471452"/>
            <ac:spMk id="17" creationId="{376B1505-D9A0-AA14-3DBA-5E8D18C4E527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1:05.564" v="560" actId="20577"/>
          <ac:spMkLst>
            <pc:docMk/>
            <pc:sldMk cId="3246686144" sldId="2147471452"/>
            <ac:spMk id="19" creationId="{B3242CC5-6649-DED9-AEDD-2D260F631E2E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7:58.102" v="393" actId="20577"/>
          <ac:spMkLst>
            <pc:docMk/>
            <pc:sldMk cId="3246686144" sldId="2147471452"/>
            <ac:spMk id="21" creationId="{7DEAEC9E-6F95-63B7-5D6E-FF4AC17C7134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5:09.767" v="256" actId="1076"/>
          <ac:spMkLst>
            <pc:docMk/>
            <pc:sldMk cId="3246686144" sldId="2147471452"/>
            <ac:spMk id="23" creationId="{776A580A-2BBA-0C6C-5B14-DB436DE2A87C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2:15.707" v="647" actId="20577"/>
          <ac:spMkLst>
            <pc:docMk/>
            <pc:sldMk cId="3246686144" sldId="2147471452"/>
            <ac:spMk id="25" creationId="{9A663CB6-1C24-D4E7-AFB0-65866BE3F43B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9:58.968" v="555" actId="20577"/>
          <ac:spMkLst>
            <pc:docMk/>
            <pc:sldMk cId="3246686144" sldId="2147471452"/>
            <ac:spMk id="27" creationId="{3DB68407-4176-EA82-8579-D944E7E7F84D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9:12.731" v="503" actId="20577"/>
          <ac:spMkLst>
            <pc:docMk/>
            <pc:sldMk cId="3246686144" sldId="2147471452"/>
            <ac:spMk id="29" creationId="{6C42F0C2-86A3-12E4-7A35-C4CED0EDBB87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19:05.340" v="494" actId="1076"/>
          <ac:spMkLst>
            <pc:docMk/>
            <pc:sldMk cId="3246686144" sldId="2147471452"/>
            <ac:spMk id="31" creationId="{32682E78-9335-E26F-12BF-883C765ED549}"/>
          </ac:spMkLst>
        </pc:spChg>
      </pc:sldChg>
      <pc:sldChg chg="addSp delSp modSp add ord replId">
        <pc:chgData name="Khaled Azmi Alkurd" userId="S::kalkurd@gmu.edu::d8a8490c-4d79-451d-b1ff-270e6eecfde3" providerId="AD" clId="Web-{818E7A2C-48D1-29D8-009D-FE8F5B7CA49E}" dt="2026-01-12T10:29:16.386" v="811"/>
        <pc:sldMkLst>
          <pc:docMk/>
          <pc:sldMk cId="3720278267" sldId="2147471455"/>
        </pc:sldMkLst>
        <pc:spChg chg="mod">
          <ac:chgData name="Khaled Azmi Alkurd" userId="S::kalkurd@gmu.edu::d8a8490c-4d79-451d-b1ff-270e6eecfde3" providerId="AD" clId="Web-{818E7A2C-48D1-29D8-009D-FE8F5B7CA49E}" dt="2026-01-12T10:24:18.319" v="654" actId="20577"/>
          <ac:spMkLst>
            <pc:docMk/>
            <pc:sldMk cId="3720278267" sldId="2147471455"/>
            <ac:spMk id="2" creationId="{C88FED43-621D-8095-6A1E-FDD35DE4742C}"/>
          </ac:spMkLst>
        </pc:spChg>
        <pc:spChg chg="add del">
          <ac:chgData name="Khaled Azmi Alkurd" userId="S::kalkurd@gmu.edu::d8a8490c-4d79-451d-b1ff-270e6eecfde3" providerId="AD" clId="Web-{818E7A2C-48D1-29D8-009D-FE8F5B7CA49E}" dt="2026-01-12T10:25:41.742" v="708"/>
          <ac:spMkLst>
            <pc:docMk/>
            <pc:sldMk cId="3720278267" sldId="2147471455"/>
            <ac:spMk id="3" creationId="{CA7AD4EB-BCEE-8AFD-EEA1-9CC4780FF67A}"/>
          </ac:spMkLst>
        </pc:spChg>
        <pc:spChg chg="mod">
          <ac:chgData name="Khaled Azmi Alkurd" userId="S::kalkurd@gmu.edu::d8a8490c-4d79-451d-b1ff-270e6eecfde3" providerId="AD" clId="Web-{818E7A2C-48D1-29D8-009D-FE8F5B7CA49E}" dt="2026-01-12T10:24:23.631" v="659" actId="20577"/>
          <ac:spMkLst>
            <pc:docMk/>
            <pc:sldMk cId="3720278267" sldId="2147471455"/>
            <ac:spMk id="4" creationId="{2A117F0D-C362-9AF1-6126-E696D0CEFDBD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6:11.602" v="715" actId="1076"/>
          <ac:spMkLst>
            <pc:docMk/>
            <pc:sldMk cId="3720278267" sldId="2147471455"/>
            <ac:spMk id="6" creationId="{13892457-AE0D-D268-68A4-5677515A98F7}"/>
          </ac:spMkLst>
        </pc:spChg>
        <pc:spChg chg="mod">
          <ac:chgData name="Khaled Azmi Alkurd" userId="S::kalkurd@gmu.edu::d8a8490c-4d79-451d-b1ff-270e6eecfde3" providerId="AD" clId="Web-{818E7A2C-48D1-29D8-009D-FE8F5B7CA49E}" dt="2026-01-12T10:24:31.632" v="670" actId="20577"/>
          <ac:spMkLst>
            <pc:docMk/>
            <pc:sldMk cId="3720278267" sldId="2147471455"/>
            <ac:spMk id="7" creationId="{0F244115-B961-2B2E-3DC5-85CBA79A3816}"/>
          </ac:spMkLst>
        </pc:spChg>
        <pc:spChg chg="del">
          <ac:chgData name="Khaled Azmi Alkurd" userId="S::kalkurd@gmu.edu::d8a8490c-4d79-451d-b1ff-270e6eecfde3" providerId="AD" clId="Web-{818E7A2C-48D1-29D8-009D-FE8F5B7CA49E}" dt="2026-01-12T10:29:16.386" v="811"/>
          <ac:spMkLst>
            <pc:docMk/>
            <pc:sldMk cId="3720278267" sldId="2147471455"/>
            <ac:spMk id="8" creationId="{D940ABF4-AA6A-B3EB-334A-498939279D4D}"/>
          </ac:spMkLst>
        </pc:spChg>
        <pc:spChg chg="mod">
          <ac:chgData name="Khaled Azmi Alkurd" userId="S::kalkurd@gmu.edu::d8a8490c-4d79-451d-b1ff-270e6eecfde3" providerId="AD" clId="Web-{818E7A2C-48D1-29D8-009D-FE8F5B7CA49E}" dt="2026-01-12T10:24:36.944" v="672" actId="20577"/>
          <ac:spMkLst>
            <pc:docMk/>
            <pc:sldMk cId="3720278267" sldId="2147471455"/>
            <ac:spMk id="9" creationId="{C7CE4533-7A11-391B-E9DF-ABE5FB74CA5D}"/>
          </ac:spMkLst>
        </pc:spChg>
        <pc:spChg chg="mod">
          <ac:chgData name="Khaled Azmi Alkurd" userId="S::kalkurd@gmu.edu::d8a8490c-4d79-451d-b1ff-270e6eecfde3" providerId="AD" clId="Web-{818E7A2C-48D1-29D8-009D-FE8F5B7CA49E}" dt="2026-01-12T10:29:10.011" v="810" actId="1076"/>
          <ac:spMkLst>
            <pc:docMk/>
            <pc:sldMk cId="3720278267" sldId="2147471455"/>
            <ac:spMk id="12" creationId="{4D01A05B-461E-251D-777C-598A626808C7}"/>
          </ac:spMkLst>
        </pc:spChg>
        <pc:spChg chg="del mod">
          <ac:chgData name="Khaled Azmi Alkurd" userId="S::kalkurd@gmu.edu::d8a8490c-4d79-451d-b1ff-270e6eecfde3" providerId="AD" clId="Web-{818E7A2C-48D1-29D8-009D-FE8F5B7CA49E}" dt="2026-01-12T10:28:57.932" v="807"/>
          <ac:spMkLst>
            <pc:docMk/>
            <pc:sldMk cId="3720278267" sldId="2147471455"/>
            <ac:spMk id="13" creationId="{E49DE29E-A767-FA34-5303-269E573A4E87}"/>
          </ac:spMkLst>
        </pc:spChg>
        <pc:spChg chg="mod">
          <ac:chgData name="Khaled Azmi Alkurd" userId="S::kalkurd@gmu.edu::d8a8490c-4d79-451d-b1ff-270e6eecfde3" providerId="AD" clId="Web-{818E7A2C-48D1-29D8-009D-FE8F5B7CA49E}" dt="2026-01-12T10:25:05.867" v="703" actId="20577"/>
          <ac:spMkLst>
            <pc:docMk/>
            <pc:sldMk cId="3720278267" sldId="2147471455"/>
            <ac:spMk id="14" creationId="{6D153E6D-74E4-1FCF-0ED3-6871874D8FD6}"/>
          </ac:spMkLst>
        </pc:spChg>
        <pc:spChg chg="mod">
          <ac:chgData name="Khaled Azmi Alkurd" userId="S::kalkurd@gmu.edu::d8a8490c-4d79-451d-b1ff-270e6eecfde3" providerId="AD" clId="Web-{818E7A2C-48D1-29D8-009D-FE8F5B7CA49E}" dt="2026-01-12T10:26:55.431" v="753" actId="20577"/>
          <ac:spMkLst>
            <pc:docMk/>
            <pc:sldMk cId="3720278267" sldId="2147471455"/>
            <ac:spMk id="15" creationId="{C14C08D9-CCEF-2276-0FEC-4440EBA8EDC9}"/>
          </ac:spMkLst>
        </pc:spChg>
        <pc:spChg chg="mod">
          <ac:chgData name="Khaled Azmi Alkurd" userId="S::kalkurd@gmu.edu::d8a8490c-4d79-451d-b1ff-270e6eecfde3" providerId="AD" clId="Web-{818E7A2C-48D1-29D8-009D-FE8F5B7CA49E}" dt="2026-01-12T10:27:14.697" v="774" actId="20577"/>
          <ac:spMkLst>
            <pc:docMk/>
            <pc:sldMk cId="3720278267" sldId="2147471455"/>
            <ac:spMk id="16" creationId="{5BDEA917-94A5-D4AD-C2B8-719462008E64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8:40.198" v="803" actId="1076"/>
          <ac:spMkLst>
            <pc:docMk/>
            <pc:sldMk cId="3720278267" sldId="2147471455"/>
            <ac:spMk id="17" creationId="{E07E14BA-67D0-10F2-8CFC-72A55265EACF}"/>
          </ac:spMkLst>
        </pc:spChg>
        <pc:spChg chg="del">
          <ac:chgData name="Khaled Azmi Alkurd" userId="S::kalkurd@gmu.edu::d8a8490c-4d79-451d-b1ff-270e6eecfde3" providerId="AD" clId="Web-{818E7A2C-48D1-29D8-009D-FE8F5B7CA49E}" dt="2026-01-12T10:25:52.524" v="710"/>
          <ac:spMkLst>
            <pc:docMk/>
            <pc:sldMk cId="3720278267" sldId="2147471455"/>
            <ac:spMk id="19" creationId="{73BA3C2D-1C6B-E762-F37F-DB9E5082F6CF}"/>
          </ac:spMkLst>
        </pc:spChg>
        <pc:spChg chg="del mod">
          <ac:chgData name="Khaled Azmi Alkurd" userId="S::kalkurd@gmu.edu::d8a8490c-4d79-451d-b1ff-270e6eecfde3" providerId="AD" clId="Web-{818E7A2C-48D1-29D8-009D-FE8F5B7CA49E}" dt="2026-01-12T10:25:54.649" v="711"/>
          <ac:spMkLst>
            <pc:docMk/>
            <pc:sldMk cId="3720278267" sldId="2147471455"/>
            <ac:spMk id="20" creationId="{AD91338C-6819-1268-7BA3-91C7DDF662F6}"/>
          </ac:spMkLst>
        </pc:spChg>
        <pc:spChg chg="add mod">
          <ac:chgData name="Khaled Azmi Alkurd" userId="S::kalkurd@gmu.edu::d8a8490c-4d79-451d-b1ff-270e6eecfde3" providerId="AD" clId="Web-{818E7A2C-48D1-29D8-009D-FE8F5B7CA49E}" dt="2026-01-12T10:28:46.917" v="805" actId="20577"/>
          <ac:spMkLst>
            <pc:docMk/>
            <pc:sldMk cId="3720278267" sldId="2147471455"/>
            <ac:spMk id="22" creationId="{ADB3FB28-9674-0AAE-90F2-B73A67E7812A}"/>
          </ac:spMkLst>
        </pc:spChg>
      </pc:sldChg>
      <pc:sldMasterChg chg="modSp mod modSldLayout">
        <pc:chgData name="Khaled Azmi Alkurd" userId="S::kalkurd@gmu.edu::d8a8490c-4d79-451d-b1ff-270e6eecfde3" providerId="AD" clId="Web-{818E7A2C-48D1-29D8-009D-FE8F5B7CA49E}" dt="2026-01-12T10:31:05.090" v="817"/>
        <pc:sldMasterMkLst>
          <pc:docMk/>
          <pc:sldMasterMk cId="2460954070" sldId="2147483660"/>
        </pc:sldMasterMkLst>
        <pc:spChg chg="mod">
          <ac:chgData name="Khaled Azmi Alkurd" userId="S::kalkurd@gmu.edu::d8a8490c-4d79-451d-b1ff-270e6eecfde3" providerId="AD" clId="Web-{818E7A2C-48D1-29D8-009D-FE8F5B7CA49E}" dt="2026-01-12T10:30:52.121" v="814"/>
          <ac:spMkLst>
            <pc:docMk/>
            <pc:sldMasterMk cId="2460954070" sldId="2147483660"/>
            <ac:spMk id="5" creationId="{00000000-0000-0000-0000-000000000000}"/>
          </ac:spMkLst>
        </pc:sp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2385387890" sldId="2147483661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949138452" sldId="2147483662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949138452" sldId="2147483662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2591524520" sldId="2147483663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1203092039" sldId="2147483664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3733172339" sldId="2147483665"/>
              <ac:spMk id="8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210312558" sldId="2147483666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3210312558" sldId="2147483666"/>
              <ac:spMk id="4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146388984" sldId="2147483667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3146388984" sldId="2147483667"/>
              <ac:spMk id="3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3171841454" sldId="2147483668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1718958274" sldId="2147483669"/>
              <ac:spMk id="6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2202905451" sldId="2147483670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2202905451" sldId="2147483670"/>
              <ac:spMk id="5" creationId="{00000000-0000-0000-0000-000000000000}"/>
            </ac:spMkLst>
          </pc:spChg>
        </pc:sldLayoutChg>
        <pc:sldLayoutChg chg="modSp 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Khaled Azmi Alkurd" userId="S::kalkurd@gmu.edu::d8a8490c-4d79-451d-b1ff-270e6eecfde3" providerId="AD" clId="Web-{818E7A2C-48D1-29D8-009D-FE8F5B7CA49E}" dt="2026-01-12T10:30:52.121" v="814"/>
            <ac:spMkLst>
              <pc:docMk/>
              <pc:sldMasterMk cId="2460954070" sldId="2147483660"/>
              <pc:sldLayoutMk cId="3479445657" sldId="2147483671"/>
              <ac:spMk id="5" creationId="{00000000-0000-0000-0000-000000000000}"/>
            </ac:spMkLst>
          </pc:spChg>
        </pc:sldLayoutChg>
        <pc:sldLayoutChg chg="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1030576701" sldId="2147483672"/>
          </pc:sldLayoutMkLst>
        </pc:sldLayoutChg>
        <pc:sldLayoutChg chg="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356153768" sldId="2147483673"/>
          </pc:sldLayoutMkLst>
        </pc:sldLayoutChg>
        <pc:sldLayoutChg chg="mod">
          <pc:chgData name="Khaled Azmi Alkurd" userId="S::kalkurd@gmu.edu::d8a8490c-4d79-451d-b1ff-270e6eecfde3" providerId="AD" clId="Web-{818E7A2C-48D1-29D8-009D-FE8F5B7CA49E}" dt="2026-01-12T10:31:05.090" v="817"/>
          <pc:sldLayoutMkLst>
            <pc:docMk/>
            <pc:sldMasterMk cId="2460954070" sldId="2147483660"/>
            <pc:sldLayoutMk cId="4291013893" sldId="2147483674"/>
          </pc:sldLayoutMkLst>
        </pc:sldLayoutChg>
      </pc:sldMasterChg>
    </pc:docChg>
  </pc:docChgLst>
  <pc:docChgLst>
    <pc:chgData name="Lakshmi Pranavi Doodala" userId="S::ldoodala@gmu.edu::e83b3efd-028e-479f-903f-2182a0b2285c" providerId="AD" clId="Web-{E9D72A30-1683-3DEE-4463-CB096720BB23}"/>
    <pc:docChg chg="modSld">
      <pc:chgData name="Lakshmi Pranavi Doodala" userId="S::ldoodala@gmu.edu::e83b3efd-028e-479f-903f-2182a0b2285c" providerId="AD" clId="Web-{E9D72A30-1683-3DEE-4463-CB096720BB23}" dt="2026-01-12T19:37:05.947" v="11" actId="20577"/>
      <pc:docMkLst>
        <pc:docMk/>
      </pc:docMkLst>
      <pc:sldChg chg="modSp">
        <pc:chgData name="Lakshmi Pranavi Doodala" userId="S::ldoodala@gmu.edu::e83b3efd-028e-479f-903f-2182a0b2285c" providerId="AD" clId="Web-{E9D72A30-1683-3DEE-4463-CB096720BB23}" dt="2026-01-12T19:37:05.947" v="11" actId="20577"/>
        <pc:sldMkLst>
          <pc:docMk/>
          <pc:sldMk cId="2579588639" sldId="293"/>
        </pc:sldMkLst>
        <pc:spChg chg="mod">
          <ac:chgData name="Lakshmi Pranavi Doodala" userId="S::ldoodala@gmu.edu::e83b3efd-028e-479f-903f-2182a0b2285c" providerId="AD" clId="Web-{E9D72A30-1683-3DEE-4463-CB096720BB23}" dt="2026-01-12T19:37:05.947" v="11" actId="20577"/>
          <ac:spMkLst>
            <pc:docMk/>
            <pc:sldMk cId="2579588639" sldId="293"/>
            <ac:spMk id="187" creationId="{00000000-0000-0000-0000-000000000000}"/>
          </ac:spMkLst>
        </pc:spChg>
      </pc:sldChg>
    </pc:docChg>
  </pc:docChgLst>
  <pc:docChgLst>
    <pc:chgData name="Khaled Azmi Alkurd" userId="S::kalkurd@gmu.edu::d8a8490c-4d79-451d-b1ff-270e6eecfde3" providerId="AD" clId="Web-{700E1175-66DA-C8D0-1092-F79F46EA5178}"/>
    <pc:docChg chg="addSld modSld">
      <pc:chgData name="Khaled Azmi Alkurd" userId="S::kalkurd@gmu.edu::d8a8490c-4d79-451d-b1ff-270e6eecfde3" providerId="AD" clId="Web-{700E1175-66DA-C8D0-1092-F79F46EA5178}" dt="2026-01-11T23:58:37.426" v="10" actId="1076"/>
      <pc:docMkLst>
        <pc:docMk/>
      </pc:docMkLst>
      <pc:sldChg chg="addSp modSp new">
        <pc:chgData name="Khaled Azmi Alkurd" userId="S::kalkurd@gmu.edu::d8a8490c-4d79-451d-b1ff-270e6eecfde3" providerId="AD" clId="Web-{700E1175-66DA-C8D0-1092-F79F46EA5178}" dt="2026-01-11T23:56:53.658" v="5" actId="1076"/>
        <pc:sldMkLst>
          <pc:docMk/>
          <pc:sldMk cId="1285367859" sldId="2147471453"/>
        </pc:sldMkLst>
        <pc:spChg chg="mod">
          <ac:chgData name="Khaled Azmi Alkurd" userId="S::kalkurd@gmu.edu::d8a8490c-4d79-451d-b1ff-270e6eecfde3" providerId="AD" clId="Web-{700E1175-66DA-C8D0-1092-F79F46EA5178}" dt="2026-01-11T23:56:14.142" v="2" actId="20577"/>
          <ac:spMkLst>
            <pc:docMk/>
            <pc:sldMk cId="1285367859" sldId="2147471453"/>
            <ac:spMk id="2" creationId="{4F5B1E43-2F5C-CD3F-B806-A8CDCD45FE1E}"/>
          </ac:spMkLst>
        </pc:spChg>
        <pc:picChg chg="add mod">
          <ac:chgData name="Khaled Azmi Alkurd" userId="S::kalkurd@gmu.edu::d8a8490c-4d79-451d-b1ff-270e6eecfde3" providerId="AD" clId="Web-{700E1175-66DA-C8D0-1092-F79F46EA5178}" dt="2026-01-11T23:56:53.658" v="5" actId="1076"/>
          <ac:picMkLst>
            <pc:docMk/>
            <pc:sldMk cId="1285367859" sldId="2147471453"/>
            <ac:picMk id="5" creationId="{4F332AB2-DA46-8E7B-7569-E04698C36C54}"/>
          </ac:picMkLst>
        </pc:picChg>
      </pc:sldChg>
      <pc:sldChg chg="addSp delSp modSp add replId">
        <pc:chgData name="Khaled Azmi Alkurd" userId="S::kalkurd@gmu.edu::d8a8490c-4d79-451d-b1ff-270e6eecfde3" providerId="AD" clId="Web-{700E1175-66DA-C8D0-1092-F79F46EA5178}" dt="2026-01-11T23:58:37.426" v="10" actId="1076"/>
        <pc:sldMkLst>
          <pc:docMk/>
          <pc:sldMk cId="1382269704" sldId="2147471454"/>
        </pc:sldMkLst>
        <pc:picChg chg="del">
          <ac:chgData name="Khaled Azmi Alkurd" userId="S::kalkurd@gmu.edu::d8a8490c-4d79-451d-b1ff-270e6eecfde3" providerId="AD" clId="Web-{700E1175-66DA-C8D0-1092-F79F46EA5178}" dt="2026-01-11T23:58:28.989" v="7"/>
          <ac:picMkLst>
            <pc:docMk/>
            <pc:sldMk cId="1382269704" sldId="2147471454"/>
            <ac:picMk id="5" creationId="{BFDA2E7A-5D6B-635B-0FE8-8EDA0408EBE2}"/>
          </ac:picMkLst>
        </pc:picChg>
        <pc:picChg chg="add mod">
          <ac:chgData name="Khaled Azmi Alkurd" userId="S::kalkurd@gmu.edu::d8a8490c-4d79-451d-b1ff-270e6eecfde3" providerId="AD" clId="Web-{700E1175-66DA-C8D0-1092-F79F46EA5178}" dt="2026-01-11T23:58:37.426" v="10" actId="1076"/>
          <ac:picMkLst>
            <pc:docMk/>
            <pc:sldMk cId="1382269704" sldId="2147471454"/>
            <ac:picMk id="6" creationId="{5E206DEA-E55B-AF92-F906-EE5B88D279D9}"/>
          </ac:picMkLst>
        </pc:picChg>
      </pc:sldChg>
    </pc:docChg>
  </pc:docChgLst>
  <pc:docChgLst>
    <pc:chgData name="Nikita Chandrasing" userId="S::nchandr3@gmu.edu::a6614213-6536-4d81-9686-55df5591b5b2" providerId="AD" clId="Web-{3476EB05-E0BB-AEB6-0B14-76943E9C4F1F}"/>
    <pc:docChg chg="addSld delSld modSld">
      <pc:chgData name="Nikita Chandrasing" userId="S::nchandr3@gmu.edu::a6614213-6536-4d81-9686-55df5591b5b2" providerId="AD" clId="Web-{3476EB05-E0BB-AEB6-0B14-76943E9C4F1F}" dt="2026-01-07T21:26:08.298" v="224" actId="20577"/>
      <pc:docMkLst>
        <pc:docMk/>
      </pc:docMkLst>
      <pc:sldChg chg="delSp modSp add mod setBg">
        <pc:chgData name="Nikita Chandrasing" userId="S::nchandr3@gmu.edu::a6614213-6536-4d81-9686-55df5591b5b2" providerId="AD" clId="Web-{3476EB05-E0BB-AEB6-0B14-76943E9C4F1F}" dt="2026-01-07T16:38:20.871" v="36"/>
        <pc:sldMkLst>
          <pc:docMk/>
          <pc:sldMk cId="2579588639" sldId="293"/>
        </pc:sldMkLst>
        <pc:spChg chg="mod">
          <ac:chgData name="Nikita Chandrasing" userId="S::nchandr3@gmu.edu::a6614213-6536-4d81-9686-55df5591b5b2" providerId="AD" clId="Web-{3476EB05-E0BB-AEB6-0B14-76943E9C4F1F}" dt="2026-01-07T16:37:23.168" v="32" actId="20577"/>
          <ac:spMkLst>
            <pc:docMk/>
            <pc:sldMk cId="2579588639" sldId="293"/>
            <ac:spMk id="187" creationId="{00000000-0000-0000-0000-000000000000}"/>
          </ac:spMkLst>
        </pc:spChg>
      </pc:sldChg>
      <pc:sldChg chg="modSp add">
        <pc:chgData name="Nikita Chandrasing" userId="S::nchandr3@gmu.edu::a6614213-6536-4d81-9686-55df5591b5b2" providerId="AD" clId="Web-{3476EB05-E0BB-AEB6-0B14-76943E9C4F1F}" dt="2026-01-07T21:26:08.298" v="224" actId="20577"/>
        <pc:sldMkLst>
          <pc:docMk/>
          <pc:sldMk cId="1948709166" sldId="2147471360"/>
        </pc:sldMkLst>
        <pc:spChg chg="mod">
          <ac:chgData name="Nikita Chandrasing" userId="S::nchandr3@gmu.edu::a6614213-6536-4d81-9686-55df5591b5b2" providerId="AD" clId="Web-{3476EB05-E0BB-AEB6-0B14-76943E9C4F1F}" dt="2026-01-07T17:11:07.086" v="88" actId="20577"/>
          <ac:spMkLst>
            <pc:docMk/>
            <pc:sldMk cId="1948709166" sldId="2147471360"/>
            <ac:spMk id="2" creationId="{BE579D8B-4611-B928-953C-F7CC010CEB67}"/>
          </ac:spMkLst>
        </pc:spChg>
        <pc:spChg chg="mod">
          <ac:chgData name="Nikita Chandrasing" userId="S::nchandr3@gmu.edu::a6614213-6536-4d81-9686-55df5591b5b2" providerId="AD" clId="Web-{3476EB05-E0BB-AEB6-0B14-76943E9C4F1F}" dt="2026-01-07T21:26:08.298" v="224" actId="20577"/>
          <ac:spMkLst>
            <pc:docMk/>
            <pc:sldMk cId="1948709166" sldId="2147471360"/>
            <ac:spMk id="14" creationId="{3C9F58AB-7526-BC81-D118-3BD47109A108}"/>
          </ac:spMkLst>
        </pc:spChg>
      </pc:sldChg>
      <pc:sldChg chg="modSp add">
        <pc:chgData name="Nikita Chandrasing" userId="S::nchandr3@gmu.edu::a6614213-6536-4d81-9686-55df5591b5b2" providerId="AD" clId="Web-{3476EB05-E0BB-AEB6-0B14-76943E9C4F1F}" dt="2026-01-07T17:08:54.430" v="65" actId="20577"/>
        <pc:sldMkLst>
          <pc:docMk/>
          <pc:sldMk cId="3246686144" sldId="2147471452"/>
        </pc:sldMkLst>
        <pc:spChg chg="mod">
          <ac:chgData name="Nikita Chandrasing" userId="S::nchandr3@gmu.edu::a6614213-6536-4d81-9686-55df5591b5b2" providerId="AD" clId="Web-{3476EB05-E0BB-AEB6-0B14-76943E9C4F1F}" dt="2026-01-07T17:08:54.430" v="65" actId="20577"/>
          <ac:spMkLst>
            <pc:docMk/>
            <pc:sldMk cId="3246686144" sldId="2147471452"/>
            <ac:spMk id="6" creationId="{4A690E94-3404-4288-03BC-C5BCD9961FEE}"/>
          </ac:spMkLst>
        </pc:spChg>
      </pc:sldChg>
      <pc:sldMasterChg chg="addSldLayout">
        <pc:chgData name="Nikita Chandrasing" userId="S::nchandr3@gmu.edu::a6614213-6536-4d81-9686-55df5591b5b2" providerId="AD" clId="Web-{3476EB05-E0BB-AEB6-0B14-76943E9C4F1F}" dt="2026-01-07T17:06:20.836" v="38"/>
        <pc:sldMasterMkLst>
          <pc:docMk/>
          <pc:sldMasterMk cId="2460954070" sldId="2147483660"/>
        </pc:sldMasterMkLst>
        <pc:sldLayoutChg chg="add">
          <pc:chgData name="Nikita Chandrasing" userId="S::nchandr3@gmu.edu::a6614213-6536-4d81-9686-55df5591b5b2" providerId="AD" clId="Web-{3476EB05-E0BB-AEB6-0B14-76943E9C4F1F}" dt="2026-01-07T16:34:24.325" v="0"/>
          <pc:sldLayoutMkLst>
            <pc:docMk/>
            <pc:sldMasterMk cId="2460954070" sldId="2147483660"/>
            <pc:sldLayoutMk cId="1030576701" sldId="2147483672"/>
          </pc:sldLayoutMkLst>
        </pc:sldLayoutChg>
        <pc:sldLayoutChg chg="add">
          <pc:chgData name="Nikita Chandrasing" userId="S::nchandr3@gmu.edu::a6614213-6536-4d81-9686-55df5591b5b2" providerId="AD" clId="Web-{3476EB05-E0BB-AEB6-0B14-76943E9C4F1F}" dt="2026-01-07T16:40:25.589" v="37"/>
          <pc:sldLayoutMkLst>
            <pc:docMk/>
            <pc:sldMasterMk cId="2460954070" sldId="2147483660"/>
            <pc:sldLayoutMk cId="356153768" sldId="2147483673"/>
          </pc:sldLayoutMkLst>
        </pc:sldLayoutChg>
        <pc:sldLayoutChg chg="add">
          <pc:chgData name="Nikita Chandrasing" userId="S::nchandr3@gmu.edu::a6614213-6536-4d81-9686-55df5591b5b2" providerId="AD" clId="Web-{3476EB05-E0BB-AEB6-0B14-76943E9C4F1F}" dt="2026-01-07T17:06:20.836" v="38"/>
          <pc:sldLayoutMkLst>
            <pc:docMk/>
            <pc:sldMasterMk cId="2460954070" sldId="2147483660"/>
            <pc:sldLayoutMk cId="4291013893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B8F73-C90C-457F-8A60-ADA491B5758F}" type="datetimeFigureOut"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DE8EB-D8FD-45B4-B835-E0178FFBD4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5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lang="en-DK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170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3B2-C5DE-9B1E-1C97-9B20CB76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911F4-5541-F1CC-47B2-C2E3E6140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F1891-4927-90F9-8B3D-47641DC1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967D-36C2-806A-DE50-24EC0FC62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4951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0904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03057670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5615376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910138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4EDA1D79-6266-FA82-C685-2E7463F427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4EDA1D79-6266-FA82-C685-2E7463F427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" name="Google Shape;185;p1"/>
          <p:cNvSpPr/>
          <p:nvPr/>
        </p:nvSpPr>
        <p:spPr>
          <a:xfrm>
            <a:off x="-2" y="4644876"/>
            <a:ext cx="12192001" cy="2216701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ea typeface="Arial"/>
              <a:cs typeface="Arial"/>
            </a:endParaRPr>
          </a:p>
          <a:p>
            <a:pPr>
              <a:buSzPts val="1800"/>
              <a:buFont typeface="Arial"/>
              <a:defRPr/>
            </a:pPr>
            <a:endParaRPr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332934" y="4803517"/>
            <a:ext cx="679087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4400" b="1" kern="0" dirty="0">
                <a:latin typeface="Arial"/>
                <a:cs typeface="Arial"/>
                <a:sym typeface="Georgia"/>
              </a:rPr>
              <a:t>Following the Money</a:t>
            </a:r>
            <a:endParaRPr lang="en-US" dirty="0"/>
          </a:p>
          <a:p>
            <a:pPr>
              <a:defRPr/>
            </a:pPr>
            <a:r>
              <a:rPr lang="en-US" sz="2000" kern="0" dirty="0">
                <a:latin typeface="Arial"/>
                <a:cs typeface="Arial"/>
              </a:rPr>
              <a:t>Mapping Risk in Federal Spending</a:t>
            </a:r>
            <a:br>
              <a:rPr lang="en-US" sz="2000" kern="0" dirty="0">
                <a:latin typeface="Arial"/>
                <a:cs typeface="Arial"/>
              </a:rPr>
            </a:br>
            <a:br>
              <a:rPr lang="en-US" sz="2000" kern="0" dirty="0">
                <a:latin typeface="Arial"/>
                <a:cs typeface="Arial"/>
              </a:rPr>
            </a:br>
            <a:r>
              <a:rPr lang="en-US" sz="2000" kern="0" dirty="0">
                <a:latin typeface="Arial"/>
                <a:cs typeface="Arial"/>
              </a:rPr>
              <a:t>By: Khaled </a:t>
            </a:r>
            <a:r>
              <a:rPr lang="en-US" sz="2000" kern="0" dirty="0" err="1">
                <a:latin typeface="Arial"/>
                <a:cs typeface="Arial"/>
              </a:rPr>
              <a:t>Alkurd</a:t>
            </a:r>
            <a:r>
              <a:rPr lang="en-US" sz="2000" kern="0" dirty="0">
                <a:latin typeface="Arial"/>
                <a:cs typeface="Arial"/>
              </a:rPr>
              <a:t>, Nikita </a:t>
            </a:r>
            <a:r>
              <a:rPr lang="en-US" sz="2000" kern="0" dirty="0" err="1">
                <a:latin typeface="Arial"/>
                <a:cs typeface="Arial"/>
              </a:rPr>
              <a:t>Chandrasing</a:t>
            </a:r>
            <a:r>
              <a:rPr lang="en-US" sz="2000" kern="0" dirty="0">
                <a:latin typeface="Arial"/>
                <a:cs typeface="Arial"/>
              </a:rPr>
              <a:t>, Mariam </a:t>
            </a:r>
            <a:r>
              <a:rPr lang="en-US" sz="2000" kern="0" dirty="0" err="1">
                <a:latin typeface="Arial"/>
                <a:cs typeface="Arial"/>
              </a:rPr>
              <a:t>Debas</a:t>
            </a:r>
            <a:r>
              <a:rPr lang="en-US" sz="2000" kern="0" dirty="0">
                <a:latin typeface="Arial"/>
                <a:cs typeface="Arial"/>
              </a:rPr>
              <a:t>, Pranavi </a:t>
            </a:r>
            <a:r>
              <a:rPr lang="en-US" sz="2000" kern="0" dirty="0" err="1">
                <a:latin typeface="Arial"/>
                <a:cs typeface="Arial"/>
              </a:rPr>
              <a:t>Doodala</a:t>
            </a:r>
            <a:r>
              <a:rPr lang="en-US" sz="2000" kern="0" dirty="0">
                <a:latin typeface="Arial"/>
                <a:cs typeface="Arial"/>
              </a:rPr>
              <a:t>, Andy Yaro   </a:t>
            </a:r>
          </a:p>
          <a:p>
            <a:pPr>
              <a:defRPr/>
            </a:pPr>
            <a:endParaRPr lang="en-US" sz="2000" kern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8B2E2C-1C55-0D57-C7FD-6236507D8BB5}"/>
              </a:ext>
            </a:extLst>
          </p:cNvPr>
          <p:cNvSpPr txBox="1"/>
          <p:nvPr/>
        </p:nvSpPr>
        <p:spPr>
          <a:xfrm>
            <a:off x="329045" y="3281796"/>
            <a:ext cx="688397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rial"/>
              </a:rPr>
              <a:t>Fiscal Patriots </a:t>
            </a:r>
            <a:br>
              <a:rPr lang="en-US" sz="4000" b="1">
                <a:solidFill>
                  <a:schemeClr val="bg1"/>
                </a:solidFill>
                <a:latin typeface="Arial"/>
              </a:rPr>
            </a:br>
            <a:r>
              <a:rPr lang="en-US" sz="4000" b="1">
                <a:solidFill>
                  <a:schemeClr val="bg1"/>
                </a:solidFill>
                <a:latin typeface="Arial"/>
              </a:rPr>
              <a:t>Dashboard</a:t>
            </a:r>
            <a:endParaRPr lang="en-US" sz="400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3" name="Google Shape;187;p1">
            <a:extLst>
              <a:ext uri="{FF2B5EF4-FFF2-40B4-BE49-F238E27FC236}">
                <a16:creationId xmlns:a16="http://schemas.microsoft.com/office/drawing/2014/main" id="{4FA2E13C-38B3-E72E-8D88-7A29223EFF13}"/>
              </a:ext>
            </a:extLst>
          </p:cNvPr>
          <p:cNvSpPr txBox="1"/>
          <p:nvPr/>
        </p:nvSpPr>
        <p:spPr>
          <a:xfrm>
            <a:off x="8108795" y="4552403"/>
            <a:ext cx="4080581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br>
              <a:rPr lang="en-US" sz="2000" kern="0">
                <a:latin typeface="Arial"/>
                <a:cs typeface="Arial"/>
              </a:rPr>
            </a:br>
            <a:br>
              <a:rPr lang="en-US" sz="2000" kern="0">
                <a:latin typeface="Arial"/>
                <a:cs typeface="Arial"/>
              </a:rPr>
            </a:br>
            <a:br>
              <a:rPr lang="en-US" sz="2000" kern="0">
                <a:latin typeface="Arial"/>
                <a:cs typeface="Arial"/>
              </a:rPr>
            </a:br>
            <a:br>
              <a:rPr lang="en-US" sz="2000" kern="0">
                <a:latin typeface="Arial"/>
                <a:cs typeface="Arial"/>
              </a:rPr>
            </a:br>
            <a:r>
              <a:rPr lang="en-US" sz="2000" kern="0">
                <a:latin typeface="Arial"/>
                <a:cs typeface="Arial"/>
              </a:rPr>
              <a:t>George Mason University Costello College of Business</a:t>
            </a:r>
            <a:br>
              <a:rPr lang="en-US" sz="2000" kern="0">
                <a:latin typeface="Arial"/>
                <a:cs typeface="Arial"/>
              </a:rPr>
            </a:br>
            <a:r>
              <a:rPr lang="en-US" sz="2000" kern="0">
                <a:latin typeface="Arial"/>
                <a:cs typeface="Arial"/>
              </a:rPr>
              <a:t>AGA </a:t>
            </a:r>
            <a:r>
              <a:rPr lang="en-US" sz="2000" kern="0" err="1">
                <a:latin typeface="Arial"/>
                <a:cs typeface="Arial"/>
              </a:rPr>
              <a:t>Datathon</a:t>
            </a:r>
            <a:r>
              <a:rPr lang="en-US" sz="2000" kern="0">
                <a:latin typeface="Arial"/>
                <a:cs typeface="Arial"/>
              </a:rPr>
              <a:t> 2026    </a:t>
            </a:r>
            <a:endParaRPr lang="en-US" sz="4400" b="1" kern="0">
              <a:latin typeface="Arial"/>
              <a:cs typeface="Arial"/>
            </a:endParaRPr>
          </a:p>
          <a:p>
            <a:pPr>
              <a:defRPr/>
            </a:pPr>
            <a:endParaRPr lang="en-US" sz="2000" ker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958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E4287A-8993-805B-081F-0E4D01412C2A}"/>
              </a:ext>
            </a:extLst>
          </p:cNvPr>
          <p:cNvSpPr/>
          <p:nvPr/>
        </p:nvSpPr>
        <p:spPr>
          <a:xfrm>
            <a:off x="1537072" y="297008"/>
            <a:ext cx="9117724" cy="14977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934;p251">
            <a:extLst>
              <a:ext uri="{FF2B5EF4-FFF2-40B4-BE49-F238E27FC236}">
                <a16:creationId xmlns:a16="http://schemas.microsoft.com/office/drawing/2014/main" id="{4A690E94-3404-4288-03BC-C5BCD9961FEE}"/>
              </a:ext>
            </a:extLst>
          </p:cNvPr>
          <p:cNvSpPr/>
          <p:nvPr/>
        </p:nvSpPr>
        <p:spPr>
          <a:xfrm>
            <a:off x="1687286" y="234821"/>
            <a:ext cx="8817428" cy="163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-US" sz="360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Where does Federal Funding go, and can we trust who receives it?</a:t>
            </a:r>
            <a:endParaRPr lang="en-US" sz="3600">
              <a:solidFill>
                <a:schemeClr val="bg1"/>
              </a:solidFill>
              <a:ea typeface="Helvetica Neue"/>
              <a:cs typeface="Helvetica Neue"/>
            </a:endParaRPr>
          </a:p>
        </p:txBody>
      </p:sp>
      <p:sp>
        <p:nvSpPr>
          <p:cNvPr id="4" name="Google Shape;934;p251">
            <a:extLst>
              <a:ext uri="{FF2B5EF4-FFF2-40B4-BE49-F238E27FC236}">
                <a16:creationId xmlns:a16="http://schemas.microsoft.com/office/drawing/2014/main" id="{8AF5173F-5F9C-4B2A-6690-36ED35745210}"/>
              </a:ext>
            </a:extLst>
          </p:cNvPr>
          <p:cNvSpPr/>
          <p:nvPr/>
        </p:nvSpPr>
        <p:spPr>
          <a:xfrm>
            <a:off x="4018778" y="1603932"/>
            <a:ext cx="7951519" cy="163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571500" indent="-571500">
              <a:buFont typeface="Calibri"/>
              <a:buChar char="-"/>
            </a:pPr>
            <a:endParaRPr lang="en-US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FDA01-422F-D1FD-25DB-17D039D993EF}"/>
              </a:ext>
            </a:extLst>
          </p:cNvPr>
          <p:cNvSpPr/>
          <p:nvPr/>
        </p:nvSpPr>
        <p:spPr>
          <a:xfrm>
            <a:off x="554734" y="2149182"/>
            <a:ext cx="3345461" cy="53640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Arial"/>
              </a:rPr>
              <a:t>The Data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6B454-535C-E895-2F6C-69CF88A9E79E}"/>
              </a:ext>
            </a:extLst>
          </p:cNvPr>
          <p:cNvSpPr/>
          <p:nvPr/>
        </p:nvSpPr>
        <p:spPr>
          <a:xfrm>
            <a:off x="554734" y="2849622"/>
            <a:ext cx="3345461" cy="23374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We Connected the Dots</a:t>
            </a: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74M USAspending records processed</a:t>
            </a:r>
            <a:endParaRPr lang="en-US" sz="1400">
              <a:solidFill>
                <a:schemeClr val="tx1"/>
              </a:solidFill>
              <a:latin typeface="Arial"/>
              <a:ea typeface="Helvetica Neue" panose="02000503000000020004" pitchFamily="2" charset="0"/>
              <a:cs typeface="Arial"/>
            </a:endParaRP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57,448 audited entities analyzed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Helvetica Neue" panose="02000503000000020004" pitchFamily="2" charset="0"/>
              <a:cs typeface="Arial"/>
            </a:endParaRP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3 federal systems integrated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3482E9-0E15-1874-20D5-A0FA3F891CC3}"/>
              </a:ext>
            </a:extLst>
          </p:cNvPr>
          <p:cNvSpPr/>
          <p:nvPr/>
        </p:nvSpPr>
        <p:spPr>
          <a:xfrm>
            <a:off x="554734" y="5755734"/>
            <a:ext cx="3345461" cy="853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Arial"/>
              </a:rPr>
              <a:t>Citizens can finally see where tax dollars go</a:t>
            </a:r>
            <a:endParaRPr lang="en-US"/>
          </a:p>
        </p:txBody>
      </p:sp>
      <p:sp>
        <p:nvSpPr>
          <p:cNvPr id="15" name="Triangle 18">
            <a:extLst>
              <a:ext uri="{FF2B5EF4-FFF2-40B4-BE49-F238E27FC236}">
                <a16:creationId xmlns:a16="http://schemas.microsoft.com/office/drawing/2014/main" id="{31029DB3-5F43-46FD-2CC6-B32B961D071B}"/>
              </a:ext>
            </a:extLst>
          </p:cNvPr>
          <p:cNvSpPr/>
          <p:nvPr/>
        </p:nvSpPr>
        <p:spPr>
          <a:xfrm rot="10800000">
            <a:off x="1507173" y="5351063"/>
            <a:ext cx="1440581" cy="240632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6B1505-D9A0-AA14-3DBA-5E8D18C4E527}"/>
              </a:ext>
            </a:extLst>
          </p:cNvPr>
          <p:cNvSpPr/>
          <p:nvPr/>
        </p:nvSpPr>
        <p:spPr>
          <a:xfrm>
            <a:off x="4422031" y="5744361"/>
            <a:ext cx="3345461" cy="853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Arial"/>
              </a:rPr>
              <a:t>But they can't verify which entities to trust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242CC5-6649-DED9-AEDD-2D260F631E2E}"/>
              </a:ext>
            </a:extLst>
          </p:cNvPr>
          <p:cNvSpPr/>
          <p:nvPr/>
        </p:nvSpPr>
        <p:spPr>
          <a:xfrm>
            <a:off x="4422031" y="2838249"/>
            <a:ext cx="3345461" cy="23374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Trust Can't Be Verified</a:t>
            </a: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72% of exclusions lack a UEI in SAM.gov dataset</a:t>
            </a: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Audit Failures don't reduce funding</a:t>
            </a: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5.05T to high-risk entities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EAEC9E-6F95-63B7-5D6E-FF4AC17C7134}"/>
              </a:ext>
            </a:extLst>
          </p:cNvPr>
          <p:cNvSpPr/>
          <p:nvPr/>
        </p:nvSpPr>
        <p:spPr>
          <a:xfrm>
            <a:off x="4423269" y="2137809"/>
            <a:ext cx="3345461" cy="53640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Arial"/>
              </a:rPr>
              <a:t>The Problem</a:t>
            </a:r>
            <a:endParaRPr lang="en-US"/>
          </a:p>
        </p:txBody>
      </p:sp>
      <p:sp>
        <p:nvSpPr>
          <p:cNvPr id="23" name="Triangle 21">
            <a:extLst>
              <a:ext uri="{FF2B5EF4-FFF2-40B4-BE49-F238E27FC236}">
                <a16:creationId xmlns:a16="http://schemas.microsoft.com/office/drawing/2014/main" id="{776A580A-2BBA-0C6C-5B14-DB436DE2A87C}"/>
              </a:ext>
            </a:extLst>
          </p:cNvPr>
          <p:cNvSpPr/>
          <p:nvPr/>
        </p:nvSpPr>
        <p:spPr>
          <a:xfrm rot="10800000">
            <a:off x="5374471" y="5339689"/>
            <a:ext cx="1440581" cy="240632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663CB6-1C24-D4E7-AFB0-65866BE3F43B}"/>
              </a:ext>
            </a:extLst>
          </p:cNvPr>
          <p:cNvSpPr/>
          <p:nvPr/>
        </p:nvSpPr>
        <p:spPr>
          <a:xfrm>
            <a:off x="8289327" y="5727174"/>
            <a:ext cx="3345461" cy="853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Arial"/>
              </a:rPr>
              <a:t>Until now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B68407-4176-EA82-8579-D944E7E7F84D}"/>
              </a:ext>
            </a:extLst>
          </p:cNvPr>
          <p:cNvSpPr/>
          <p:nvPr/>
        </p:nvSpPr>
        <p:spPr>
          <a:xfrm>
            <a:off x="8289327" y="2821062"/>
            <a:ext cx="3345461" cy="23374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Helvetica Neue" panose="02000503000000020004" pitchFamily="2" charset="0"/>
              </a:rPr>
              <a:t>We Built the Tools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42,233 entities matches &amp; scored</a:t>
            </a:r>
            <a:endParaRPr lang="en-US" sz="1400">
              <a:solidFill>
                <a:schemeClr val="tx1"/>
              </a:solidFill>
              <a:latin typeface="Arial"/>
            </a:endParaRP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Arial"/>
              </a:rPr>
              <a:t>Taxpayer Protection Score (0-100)</a:t>
            </a:r>
          </a:p>
          <a:p>
            <a:pPr marL="233045" indent="-233045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/>
                <a:ea typeface="Helvetica Neue" panose="02000503000000020004" pitchFamily="2" charset="0"/>
                <a:cs typeface="Arial"/>
              </a:rPr>
              <a:t>Predictive risk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42F0C2-86A3-12E4-7A35-C4CED0EDBB87}"/>
              </a:ext>
            </a:extLst>
          </p:cNvPr>
          <p:cNvSpPr/>
          <p:nvPr/>
        </p:nvSpPr>
        <p:spPr>
          <a:xfrm>
            <a:off x="8291803" y="2120622"/>
            <a:ext cx="3345461" cy="53640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Arial"/>
              </a:rPr>
              <a:t>The Solution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riangle 22">
            <a:extLst>
              <a:ext uri="{FF2B5EF4-FFF2-40B4-BE49-F238E27FC236}">
                <a16:creationId xmlns:a16="http://schemas.microsoft.com/office/drawing/2014/main" id="{32682E78-9335-E26F-12BF-883C765ED549}"/>
              </a:ext>
            </a:extLst>
          </p:cNvPr>
          <p:cNvSpPr/>
          <p:nvPr/>
        </p:nvSpPr>
        <p:spPr>
          <a:xfrm rot="10800000">
            <a:off x="9241767" y="5322502"/>
            <a:ext cx="1440581" cy="240632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68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8969-6EC5-C94D-627D-FB7DD040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A48E8B-E762-1F24-C685-4FC86514B2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88FED43-621D-8095-6A1E-FDD35DE4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Data Foundation </a:t>
            </a:r>
          </a:p>
        </p:txBody>
      </p:sp>
      <p:sp>
        <p:nvSpPr>
          <p:cNvPr id="4" name="Google Shape;878;p247">
            <a:extLst>
              <a:ext uri="{FF2B5EF4-FFF2-40B4-BE49-F238E27FC236}">
                <a16:creationId xmlns:a16="http://schemas.microsoft.com/office/drawing/2014/main" id="{2A117F0D-C362-9AF1-6126-E696D0CEFDBD}"/>
              </a:ext>
            </a:extLst>
          </p:cNvPr>
          <p:cNvSpPr txBox="1"/>
          <p:nvPr/>
        </p:nvSpPr>
        <p:spPr>
          <a:xfrm>
            <a:off x="560926" y="1715102"/>
            <a:ext cx="3526178" cy="408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USAspending.gov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79;p247">
            <a:extLst>
              <a:ext uri="{FF2B5EF4-FFF2-40B4-BE49-F238E27FC236}">
                <a16:creationId xmlns:a16="http://schemas.microsoft.com/office/drawing/2014/main" id="{0F244115-B961-2B2E-3DC5-85CBA79A3816}"/>
              </a:ext>
            </a:extLst>
          </p:cNvPr>
          <p:cNvSpPr txBox="1"/>
          <p:nvPr/>
        </p:nvSpPr>
        <p:spPr>
          <a:xfrm>
            <a:off x="4330398" y="1715102"/>
            <a:ext cx="3526178" cy="408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Federal Audit </a:t>
            </a:r>
            <a:r>
              <a:rPr lang="en" sz="1600" b="1" err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ClearingHouse</a:t>
            </a:r>
            <a:endParaRPr sz="1600" b="1" err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880;p247">
            <a:extLst>
              <a:ext uri="{FF2B5EF4-FFF2-40B4-BE49-F238E27FC236}">
                <a16:creationId xmlns:a16="http://schemas.microsoft.com/office/drawing/2014/main" id="{C7CE4533-7A11-391B-E9DF-ABE5FB74CA5D}"/>
              </a:ext>
            </a:extLst>
          </p:cNvPr>
          <p:cNvSpPr txBox="1"/>
          <p:nvPr/>
        </p:nvSpPr>
        <p:spPr>
          <a:xfrm>
            <a:off x="8099868" y="1715102"/>
            <a:ext cx="3526178" cy="40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SAM.gov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" name="Google Shape;889;p247">
            <a:extLst>
              <a:ext uri="{FF2B5EF4-FFF2-40B4-BE49-F238E27FC236}">
                <a16:creationId xmlns:a16="http://schemas.microsoft.com/office/drawing/2014/main" id="{6BAC9C6B-E8B6-13C5-A30A-A0D17EB7444D}"/>
              </a:ext>
            </a:extLst>
          </p:cNvPr>
          <p:cNvCxnSpPr>
            <a:cxnSpLocks/>
          </p:cNvCxnSpPr>
          <p:nvPr/>
        </p:nvCxnSpPr>
        <p:spPr>
          <a:xfrm>
            <a:off x="7965790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890;p247">
            <a:extLst>
              <a:ext uri="{FF2B5EF4-FFF2-40B4-BE49-F238E27FC236}">
                <a16:creationId xmlns:a16="http://schemas.microsoft.com/office/drawing/2014/main" id="{4D01A05B-461E-251D-777C-598A626808C7}"/>
              </a:ext>
            </a:extLst>
          </p:cNvPr>
          <p:cNvSpPr/>
          <p:nvPr/>
        </p:nvSpPr>
        <p:spPr>
          <a:xfrm>
            <a:off x="7803212" y="3734175"/>
            <a:ext cx="327273" cy="323868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881;p247">
            <a:extLst>
              <a:ext uri="{FF2B5EF4-FFF2-40B4-BE49-F238E27FC236}">
                <a16:creationId xmlns:a16="http://schemas.microsoft.com/office/drawing/2014/main" id="{6D153E6D-74E4-1FCF-0ED3-6871874D8FD6}"/>
              </a:ext>
            </a:extLst>
          </p:cNvPr>
          <p:cNvSpPr txBox="1"/>
          <p:nvPr/>
        </p:nvSpPr>
        <p:spPr>
          <a:xfrm>
            <a:off x="560926" y="2268393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Federal awards, grants, and contracts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74M records FY2019-2024</a:t>
            </a:r>
            <a:endParaRPr lang="en-US" sz="1400">
              <a:ea typeface="Helvetica Neue"/>
              <a:cs typeface="Helvetica Neue"/>
            </a:endParaRPr>
          </a:p>
        </p:txBody>
      </p:sp>
      <p:sp>
        <p:nvSpPr>
          <p:cNvPr id="15" name="Google Shape;882;p247">
            <a:extLst>
              <a:ext uri="{FF2B5EF4-FFF2-40B4-BE49-F238E27FC236}">
                <a16:creationId xmlns:a16="http://schemas.microsoft.com/office/drawing/2014/main" id="{C14C08D9-CCEF-2276-0FEC-4440EBA8EDC9}"/>
              </a:ext>
            </a:extLst>
          </p:cNvPr>
          <p:cNvSpPr txBox="1"/>
          <p:nvPr/>
        </p:nvSpPr>
        <p:spPr>
          <a:xfrm>
            <a:off x="4330397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Single audit findings and compliance</a:t>
            </a:r>
            <a:endParaRPr lang="en-US">
              <a:ea typeface="Helvetica Neue"/>
              <a:cs typeface="Helvetica Neue"/>
              <a:sym typeface="Helvetica Neue"/>
            </a:endParaRPr>
          </a:p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57,448 entities FY2016-Present </a:t>
            </a:r>
            <a:endParaRPr lang="en-US">
              <a:ea typeface="Helvetica Neue"/>
              <a:cs typeface="Helvetica Neue"/>
            </a:endParaRPr>
          </a:p>
        </p:txBody>
      </p:sp>
      <p:sp>
        <p:nvSpPr>
          <p:cNvPr id="16" name="Google Shape;883;p247">
            <a:extLst>
              <a:ext uri="{FF2B5EF4-FFF2-40B4-BE49-F238E27FC236}">
                <a16:creationId xmlns:a16="http://schemas.microsoft.com/office/drawing/2014/main" id="{5BDEA917-94A5-D4AD-C2B8-719462008E64}"/>
              </a:ext>
            </a:extLst>
          </p:cNvPr>
          <p:cNvSpPr txBox="1"/>
          <p:nvPr/>
        </p:nvSpPr>
        <p:spPr>
          <a:xfrm>
            <a:off x="8099868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</a:rPr>
              <a:t>Excluded &amp; debarred entities</a:t>
            </a:r>
            <a:endParaRPr lang="en-US"/>
          </a:p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</a:rPr>
              <a:t>Governmentwide</a:t>
            </a:r>
            <a:r>
              <a:rPr lang="en" sz="1400">
                <a:ea typeface="+mn-lt"/>
                <a:cs typeface="+mn-lt"/>
              </a:rPr>
              <a:t> exclusions</a:t>
            </a:r>
            <a:endParaRPr lang="en-US"/>
          </a:p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</a:rPr>
              <a:t>167,000 records </a:t>
            </a:r>
          </a:p>
          <a:p>
            <a:pPr marL="226695" indent="-226695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</a:rPr>
              <a:t>All active</a:t>
            </a:r>
          </a:p>
        </p:txBody>
      </p:sp>
      <p:cxnSp>
        <p:nvCxnSpPr>
          <p:cNvPr id="18" name="Google Shape;885;p247">
            <a:extLst>
              <a:ext uri="{FF2B5EF4-FFF2-40B4-BE49-F238E27FC236}">
                <a16:creationId xmlns:a16="http://schemas.microsoft.com/office/drawing/2014/main" id="{5FCABEC6-D840-D250-10F8-60124F6F036A}"/>
              </a:ext>
            </a:extLst>
          </p:cNvPr>
          <p:cNvCxnSpPr>
            <a:cxnSpLocks/>
          </p:cNvCxnSpPr>
          <p:nvPr/>
        </p:nvCxnSpPr>
        <p:spPr>
          <a:xfrm>
            <a:off x="4196319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890;p247">
            <a:extLst>
              <a:ext uri="{FF2B5EF4-FFF2-40B4-BE49-F238E27FC236}">
                <a16:creationId xmlns:a16="http://schemas.microsoft.com/office/drawing/2014/main" id="{13892457-AE0D-D268-68A4-5677515A98F7}"/>
              </a:ext>
            </a:extLst>
          </p:cNvPr>
          <p:cNvSpPr/>
          <p:nvPr/>
        </p:nvSpPr>
        <p:spPr>
          <a:xfrm>
            <a:off x="4038703" y="3734174"/>
            <a:ext cx="327273" cy="323868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7E14BA-67D0-10F2-8CFC-72A55265EACF}"/>
              </a:ext>
            </a:extLst>
          </p:cNvPr>
          <p:cNvSpPr/>
          <p:nvPr/>
        </p:nvSpPr>
        <p:spPr>
          <a:xfrm>
            <a:off x="2080759" y="5562508"/>
            <a:ext cx="8027734" cy="937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934;p251">
            <a:extLst>
              <a:ext uri="{FF2B5EF4-FFF2-40B4-BE49-F238E27FC236}">
                <a16:creationId xmlns:a16="http://schemas.microsoft.com/office/drawing/2014/main" id="{ADB3FB28-9674-0AAE-90F2-B73A67E7812A}"/>
              </a:ext>
            </a:extLst>
          </p:cNvPr>
          <p:cNvSpPr/>
          <p:nvPr/>
        </p:nvSpPr>
        <p:spPr>
          <a:xfrm>
            <a:off x="1897492" y="5220176"/>
            <a:ext cx="8405773" cy="163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-US" sz="3200">
                <a:solidFill>
                  <a:schemeClr val="bg1"/>
                </a:solidFill>
                <a:ea typeface="Helvetica Neue"/>
                <a:cs typeface="Helvetica Neue"/>
              </a:rPr>
              <a:t>Connected by UEI Unique Entity Identifier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27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2C06-5250-BC22-FABD-CEEB778D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09851"/>
            <a:ext cx="11082528" cy="731520"/>
          </a:xfrm>
        </p:spPr>
        <p:txBody>
          <a:bodyPr/>
          <a:lstStyle/>
          <a:p>
            <a:r>
              <a:rPr lang="en-GB">
                <a:highlight>
                  <a:srgbClr val="FFFFFF"/>
                </a:highlight>
                <a:latin typeface="Arial"/>
                <a:cs typeface="Arial"/>
              </a:rPr>
              <a:t>Where Does Federal Funding Go?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906DC3-8B31-122E-ED0C-83B5D097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23" r="-116" b="563"/>
          <a:stretch>
            <a:fillRect/>
          </a:stretch>
        </p:blipFill>
        <p:spPr>
          <a:xfrm>
            <a:off x="396327" y="5221948"/>
            <a:ext cx="7589357" cy="16387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63E03C-721C-1D9C-670A-2F55E0FBC2CE}"/>
              </a:ext>
            </a:extLst>
          </p:cNvPr>
          <p:cNvSpPr txBox="1"/>
          <p:nvPr/>
        </p:nvSpPr>
        <p:spPr>
          <a:xfrm>
            <a:off x="2435730" y="4919434"/>
            <a:ext cx="4641237" cy="30777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DK" sz="1400"/>
              <a:t>California consistently receives the most federal funding</a:t>
            </a:r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5BECAAD-A7F0-A6B9-5729-CE992C5AD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0713"/>
              </p:ext>
            </p:extLst>
          </p:nvPr>
        </p:nvGraphicFramePr>
        <p:xfrm>
          <a:off x="8916275" y="1112344"/>
          <a:ext cx="2887104" cy="2733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104">
                  <a:extLst>
                    <a:ext uri="{9D8B030D-6E8A-4147-A177-3AD203B41FA5}">
                      <a16:colId xmlns:a16="http://schemas.microsoft.com/office/drawing/2014/main" val="353664432"/>
                    </a:ext>
                  </a:extLst>
                </a:gridCol>
              </a:tblGrid>
              <a:tr h="401950">
                <a:tc>
                  <a:txBody>
                    <a:bodyPr/>
                    <a:lstStyle/>
                    <a:p>
                      <a:r>
                        <a:rPr lang="en-US"/>
                        <a:t>Funding Snapshot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32172"/>
                  </a:ext>
                </a:extLst>
              </a:tr>
              <a:tr h="1213892">
                <a:tc>
                  <a:txBody>
                    <a:bodyPr/>
                    <a:lstStyle/>
                    <a:p>
                      <a:r>
                        <a:rPr lang="en-US" sz="2400" b="1"/>
                        <a:t>$8.58 Trillion</a:t>
                      </a:r>
                      <a:br>
                        <a:rPr lang="en-US" sz="2400" b="1"/>
                      </a:b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Total Federal Funding (FY2019-2024)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83248"/>
                  </a:ext>
                </a:extLst>
              </a:tr>
              <a:tr h="4099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51% Goes to Top 10 States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37138"/>
                  </a:ext>
                </a:extLst>
              </a:tr>
              <a:tr h="7074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12% California Alone ($1.05 Trillion)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688270"/>
                  </a:ext>
                </a:extLst>
              </a:tr>
            </a:tbl>
          </a:graphicData>
        </a:graphic>
      </p:graphicFrame>
      <p:pic>
        <p:nvPicPr>
          <p:cNvPr id="27" name="Picture 26" descr="A map of the united states with different states">
            <a:extLst>
              <a:ext uri="{FF2B5EF4-FFF2-40B4-BE49-F238E27FC236}">
                <a16:creationId xmlns:a16="http://schemas.microsoft.com/office/drawing/2014/main" id="{56771E8E-0915-3F0F-9AAF-4B9BB5EDB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90" y="833879"/>
            <a:ext cx="8006819" cy="438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0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AF20-A061-7735-6939-C19009B9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A670-4F96-D5A1-F22E-3FD36F91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09851"/>
            <a:ext cx="11082528" cy="731520"/>
          </a:xfrm>
        </p:spPr>
        <p:txBody>
          <a:bodyPr/>
          <a:lstStyle/>
          <a:p>
            <a:r>
              <a:rPr lang="en-GB">
                <a:highlight>
                  <a:srgbClr val="FFFFFF"/>
                </a:highlight>
                <a:latin typeface="Arial"/>
                <a:cs typeface="Arial"/>
              </a:rPr>
              <a:t>Federal Funding Over Time (FY2019-2024)</a:t>
            </a:r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A8FD74F-B0CB-2CE9-29B3-5254846CA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43610"/>
              </p:ext>
            </p:extLst>
          </p:nvPr>
        </p:nvGraphicFramePr>
        <p:xfrm>
          <a:off x="9178119" y="1171432"/>
          <a:ext cx="2640795" cy="2688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795">
                  <a:extLst>
                    <a:ext uri="{9D8B030D-6E8A-4147-A177-3AD203B41FA5}">
                      <a16:colId xmlns:a16="http://schemas.microsoft.com/office/drawing/2014/main" val="353664432"/>
                    </a:ext>
                  </a:extLst>
                </a:gridCol>
              </a:tblGrid>
              <a:tr h="417870">
                <a:tc>
                  <a:txBody>
                    <a:bodyPr/>
                    <a:lstStyle/>
                    <a:p>
                      <a:r>
                        <a:rPr lang="en-US"/>
                        <a:t>Trend Snapshot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32172"/>
                  </a:ext>
                </a:extLst>
              </a:tr>
              <a:tr h="881161">
                <a:tc>
                  <a:txBody>
                    <a:bodyPr/>
                    <a:lstStyle/>
                    <a:p>
                      <a:r>
                        <a:rPr lang="en-US" sz="2400" b="1"/>
                        <a:t>$2.04 Trillion </a:t>
                      </a:r>
                      <a:br>
                        <a:rPr lang="en-US" sz="2400" b="1"/>
                      </a:b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FY2021 Peak (COVID)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83248"/>
                  </a:ext>
                </a:extLst>
              </a:tr>
              <a:tr h="7267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$1.4 Trillion Stabilized by FY2022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688270"/>
                  </a:ext>
                </a:extLst>
              </a:tr>
              <a:tr h="6631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 Years Flat FY2022-2024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7355"/>
                  </a:ext>
                </a:extLst>
              </a:tr>
            </a:tbl>
          </a:graphicData>
        </a:graphic>
      </p:graphicFrame>
      <p:pic>
        <p:nvPicPr>
          <p:cNvPr id="4" name="Picture 3" descr="A graph showing the price of a stock market&#10;&#10;AI-generated content may be incorrect.">
            <a:extLst>
              <a:ext uri="{FF2B5EF4-FFF2-40B4-BE49-F238E27FC236}">
                <a16:creationId xmlns:a16="http://schemas.microsoft.com/office/drawing/2014/main" id="{331E6B17-26A5-E4DF-3406-F922AE0B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" t="2639" r="-260" b="1466"/>
          <a:stretch>
            <a:fillRect/>
          </a:stretch>
        </p:blipFill>
        <p:spPr>
          <a:xfrm>
            <a:off x="193344" y="956952"/>
            <a:ext cx="8757329" cy="3726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100F4-C2DA-5490-EA52-81EDFBEE9C87}"/>
              </a:ext>
            </a:extLst>
          </p:cNvPr>
          <p:cNvSpPr txBox="1"/>
          <p:nvPr/>
        </p:nvSpPr>
        <p:spPr>
          <a:xfrm>
            <a:off x="1433014" y="4776716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F13D1-1806-229D-B661-DE96D845C2F8}"/>
              </a:ext>
            </a:extLst>
          </p:cNvPr>
          <p:cNvSpPr txBox="1"/>
          <p:nvPr/>
        </p:nvSpPr>
        <p:spPr>
          <a:xfrm>
            <a:off x="2775043" y="4776715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B20DA1-F1A3-9657-3380-9BC575936083}"/>
              </a:ext>
            </a:extLst>
          </p:cNvPr>
          <p:cNvSpPr txBox="1"/>
          <p:nvPr/>
        </p:nvSpPr>
        <p:spPr>
          <a:xfrm>
            <a:off x="4060206" y="4776714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CDA96-F733-A44D-9102-93A88BB200C8}"/>
              </a:ext>
            </a:extLst>
          </p:cNvPr>
          <p:cNvSpPr txBox="1"/>
          <p:nvPr/>
        </p:nvSpPr>
        <p:spPr>
          <a:xfrm>
            <a:off x="5459102" y="4776714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E63EC-ACF1-422A-D72E-10CDC12D4707}"/>
              </a:ext>
            </a:extLst>
          </p:cNvPr>
          <p:cNvSpPr txBox="1"/>
          <p:nvPr/>
        </p:nvSpPr>
        <p:spPr>
          <a:xfrm>
            <a:off x="6744266" y="4776715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A3504-D18A-BB61-6BAA-6707B83E2D1C}"/>
              </a:ext>
            </a:extLst>
          </p:cNvPr>
          <p:cNvSpPr txBox="1"/>
          <p:nvPr/>
        </p:nvSpPr>
        <p:spPr>
          <a:xfrm>
            <a:off x="8143162" y="4776715"/>
            <a:ext cx="1034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DD1EFC-8085-1C4B-FD3C-F3B4D3599DDC}"/>
              </a:ext>
            </a:extLst>
          </p:cNvPr>
          <p:cNvSpPr/>
          <p:nvPr/>
        </p:nvSpPr>
        <p:spPr>
          <a:xfrm>
            <a:off x="1739173" y="5527474"/>
            <a:ext cx="8719665" cy="1025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934;p251">
            <a:extLst>
              <a:ext uri="{FF2B5EF4-FFF2-40B4-BE49-F238E27FC236}">
                <a16:creationId xmlns:a16="http://schemas.microsoft.com/office/drawing/2014/main" id="{F00FB85E-648C-C0E7-E137-F3A233ED4C78}"/>
              </a:ext>
            </a:extLst>
          </p:cNvPr>
          <p:cNvSpPr/>
          <p:nvPr/>
        </p:nvSpPr>
        <p:spPr>
          <a:xfrm>
            <a:off x="2247838" y="5202659"/>
            <a:ext cx="7713842" cy="163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Annual funding was driven to record highs due to COVID but has since stabilized at $1.4T</a:t>
            </a:r>
          </a:p>
        </p:txBody>
      </p:sp>
    </p:spTree>
    <p:extLst>
      <p:ext uri="{BB962C8B-B14F-4D97-AF65-F5344CB8AC3E}">
        <p14:creationId xmlns:p14="http://schemas.microsoft.com/office/powerpoint/2010/main" val="199856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1DB7-5A59-F3B5-5C7D-182B55E7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9AC7-FC64-59B5-0770-0482ECDC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09851"/>
            <a:ext cx="8805286" cy="731520"/>
          </a:xfrm>
        </p:spPr>
        <p:txBody>
          <a:bodyPr>
            <a:normAutofit/>
          </a:bodyPr>
          <a:lstStyle/>
          <a:p>
            <a:r>
              <a:rPr lang="en-GB">
                <a:highlight>
                  <a:srgbClr val="FFFFFF"/>
                </a:highlight>
                <a:latin typeface="Arial"/>
                <a:cs typeface="Arial"/>
              </a:rPr>
              <a:t>How is Funding Concentrated?</a:t>
            </a:r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C96C35F-645F-BFDE-2AC8-82B0CA100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96912"/>
              </p:ext>
            </p:extLst>
          </p:nvPr>
        </p:nvGraphicFramePr>
        <p:xfrm>
          <a:off x="9169360" y="1434191"/>
          <a:ext cx="2649556" cy="30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556">
                  <a:extLst>
                    <a:ext uri="{9D8B030D-6E8A-4147-A177-3AD203B41FA5}">
                      <a16:colId xmlns:a16="http://schemas.microsoft.com/office/drawing/2014/main" val="353664432"/>
                    </a:ext>
                  </a:extLst>
                </a:gridCol>
              </a:tblGrid>
              <a:tr h="367260">
                <a:tc>
                  <a:txBody>
                    <a:bodyPr/>
                    <a:lstStyle/>
                    <a:p>
                      <a:r>
                        <a:rPr lang="en-US"/>
                        <a:t>Concentration Snapshot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32172"/>
                  </a:ext>
                </a:extLst>
              </a:tr>
              <a:tr h="7166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$3.58 Trillion to HHS Alone (42%)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83248"/>
                  </a:ext>
                </a:extLst>
              </a:tr>
              <a:tr h="6449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latin typeface="Aptos"/>
                          <a:ea typeface="+mn-ea"/>
                          <a:cs typeface="+mn-cs"/>
                        </a:rPr>
                        <a:t>67% Top 2 Agencies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latin typeface="Aptos"/>
                          <a:ea typeface="+mn-ea"/>
                          <a:cs typeface="+mn-cs"/>
                        </a:rPr>
                        <a:t>(HHS + Agriculture)</a:t>
                      </a:r>
                      <a:endParaRPr lang="en-US" sz="1800" b="0" i="0" u="none" strike="noStrike" kern="1200">
                        <a:solidFill>
                          <a:srgbClr val="000000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688270"/>
                  </a:ext>
                </a:extLst>
              </a:tr>
              <a:tr h="367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latin typeface="Aptos"/>
                        </a:rPr>
                        <a:t>92% Top 10 Agencies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116005"/>
                  </a:ext>
                </a:extLst>
              </a:tr>
              <a:tr h="6449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33 other agencies share just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651020"/>
                  </a:ext>
                </a:extLst>
              </a:tr>
            </a:tbl>
          </a:graphicData>
        </a:graphic>
      </p:graphicFrame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87F71-BC29-B74A-00D3-7C48064D9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" r="177" b="386"/>
          <a:stretch>
            <a:fillRect/>
          </a:stretch>
        </p:blipFill>
        <p:spPr>
          <a:xfrm>
            <a:off x="554736" y="1245859"/>
            <a:ext cx="4931928" cy="274407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190FFE-9C86-EC9F-51AD-4C370C1E65D7}"/>
              </a:ext>
            </a:extLst>
          </p:cNvPr>
          <p:cNvSpPr/>
          <p:nvPr/>
        </p:nvSpPr>
        <p:spPr>
          <a:xfrm>
            <a:off x="1730415" y="5028233"/>
            <a:ext cx="8719665" cy="1270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934;p251">
            <a:extLst>
              <a:ext uri="{FF2B5EF4-FFF2-40B4-BE49-F238E27FC236}">
                <a16:creationId xmlns:a16="http://schemas.microsoft.com/office/drawing/2014/main" id="{6E8ED707-1F75-C522-B9D2-2B531C27E3E9}"/>
              </a:ext>
            </a:extLst>
          </p:cNvPr>
          <p:cNvSpPr/>
          <p:nvPr/>
        </p:nvSpPr>
        <p:spPr>
          <a:xfrm>
            <a:off x="1634734" y="4852314"/>
            <a:ext cx="8817428" cy="163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HHS </a:t>
            </a:r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and USDA fund what Americans rely on most, healthcare and nutrition assistance. Where funding concentrates, so should scrutiny</a:t>
            </a:r>
            <a:r>
              <a:rPr lang="en-US" sz="2400"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0F2D2172-1A0B-4E5D-3A0A-C8AB7AD8AF9E}"/>
              </a:ext>
            </a:extLst>
          </p:cNvPr>
          <p:cNvSpPr txBox="1"/>
          <p:nvPr/>
        </p:nvSpPr>
        <p:spPr>
          <a:xfrm>
            <a:off x="438764" y="916744"/>
            <a:ext cx="5657236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latin typeface="Aptos"/>
              </a:rPr>
              <a:t>Top 10 Agencies by Federal Funding (FY2019-2024)</a:t>
            </a:r>
          </a:p>
          <a:p>
            <a:endParaRPr lang="en-US" sz="1400" b="1">
              <a:solidFill>
                <a:srgbClr val="000000"/>
              </a:solidFill>
            </a:endParaRPr>
          </a:p>
        </p:txBody>
      </p:sp>
      <p:sp>
        <p:nvSpPr>
          <p:cNvPr id="25" name="Freeform 86">
            <a:extLst>
              <a:ext uri="{FF2B5EF4-FFF2-40B4-BE49-F238E27FC236}">
                <a16:creationId xmlns:a16="http://schemas.microsoft.com/office/drawing/2014/main" id="{90362B15-DB14-6558-5DDA-3292D5BD7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4241" y="1331147"/>
            <a:ext cx="1700165" cy="1700275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  <a:effectLst/>
        </p:spPr>
        <p:txBody>
          <a:bodyPr wrap="none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Pie 36">
            <a:extLst>
              <a:ext uri="{FF2B5EF4-FFF2-40B4-BE49-F238E27FC236}">
                <a16:creationId xmlns:a16="http://schemas.microsoft.com/office/drawing/2014/main" id="{86BD19CC-45F1-554C-FE4B-28A560AFE7F2}"/>
              </a:ext>
            </a:extLst>
          </p:cNvPr>
          <p:cNvSpPr>
            <a:spLocks noChangeAspect="1"/>
          </p:cNvSpPr>
          <p:nvPr/>
        </p:nvSpPr>
        <p:spPr>
          <a:xfrm>
            <a:off x="6524241" y="1331146"/>
            <a:ext cx="1700165" cy="1700275"/>
          </a:xfrm>
          <a:prstGeom prst="pie">
            <a:avLst>
              <a:gd name="adj1" fmla="val 17257894"/>
              <a:gd name="adj2" fmla="val 16197063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38">
            <a:extLst>
              <a:ext uri="{FF2B5EF4-FFF2-40B4-BE49-F238E27FC236}">
                <a16:creationId xmlns:a16="http://schemas.microsoft.com/office/drawing/2014/main" id="{25E6778B-60F8-A977-EC32-9AD220982204}"/>
              </a:ext>
            </a:extLst>
          </p:cNvPr>
          <p:cNvSpPr txBox="1"/>
          <p:nvPr/>
        </p:nvSpPr>
        <p:spPr>
          <a:xfrm>
            <a:off x="6651005" y="2188573"/>
            <a:ext cx="1538239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ea typeface="Roboto"/>
                <a:cs typeface="Poppins Bold"/>
              </a:rPr>
              <a:t>92% Top 10 Agencies ($7.9T)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Roboto" charset="0"/>
              <a:cs typeface="Poppins Bold" panose="02000000000000000000" pitchFamily="2" charset="77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FA2754-551E-FFE8-A1F2-7941B524A0FD}"/>
              </a:ext>
            </a:extLst>
          </p:cNvPr>
          <p:cNvCxnSpPr>
            <a:cxnSpLocks/>
          </p:cNvCxnSpPr>
          <p:nvPr/>
        </p:nvCxnSpPr>
        <p:spPr>
          <a:xfrm>
            <a:off x="7374324" y="3022663"/>
            <a:ext cx="0" cy="717139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4">
            <a:extLst>
              <a:ext uri="{FF2B5EF4-FFF2-40B4-BE49-F238E27FC236}">
                <a16:creationId xmlns:a16="http://schemas.microsoft.com/office/drawing/2014/main" id="{E9B7EAD2-6C95-4C67-12CA-880082668438}"/>
              </a:ext>
            </a:extLst>
          </p:cNvPr>
          <p:cNvSpPr txBox="1"/>
          <p:nvPr/>
        </p:nvSpPr>
        <p:spPr>
          <a:xfrm>
            <a:off x="6162212" y="3739802"/>
            <a:ext cx="2424223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>
                <a:latin typeface="Arial"/>
                <a:ea typeface="Roboto"/>
                <a:cs typeface="Poppins Bold"/>
              </a:rPr>
              <a:t>10 of 43 Agencies</a:t>
            </a:r>
            <a:endParaRPr lang="en-US"/>
          </a:p>
        </p:txBody>
      </p:sp>
      <p:sp>
        <p:nvSpPr>
          <p:cNvPr id="31" name="TextBox 48">
            <a:extLst>
              <a:ext uri="{FF2B5EF4-FFF2-40B4-BE49-F238E27FC236}">
                <a16:creationId xmlns:a16="http://schemas.microsoft.com/office/drawing/2014/main" id="{62F901AB-C5CD-BA76-7D33-742129F4F7AF}"/>
              </a:ext>
            </a:extLst>
          </p:cNvPr>
          <p:cNvSpPr txBox="1"/>
          <p:nvPr/>
        </p:nvSpPr>
        <p:spPr>
          <a:xfrm>
            <a:off x="6162212" y="4057438"/>
            <a:ext cx="2424223" cy="36576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indent="0" algn="ctr" defTabSz="1087636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latin typeface="Arial"/>
                <a:ea typeface="Lato Light"/>
              </a:rPr>
              <a:t>Account for 92% of Funding</a:t>
            </a:r>
            <a:endParaRPr lang="en-US">
              <a:latin typeface="Arial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ACE60B-B227-DF92-FBEF-1639BC016F3A}"/>
              </a:ext>
            </a:extLst>
          </p:cNvPr>
          <p:cNvCxnSpPr/>
          <p:nvPr/>
        </p:nvCxnSpPr>
        <p:spPr>
          <a:xfrm flipV="1">
            <a:off x="7514896" y="1033517"/>
            <a:ext cx="770758" cy="30655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8">
            <a:extLst>
              <a:ext uri="{FF2B5EF4-FFF2-40B4-BE49-F238E27FC236}">
                <a16:creationId xmlns:a16="http://schemas.microsoft.com/office/drawing/2014/main" id="{88A5AC07-3083-55D8-8415-2E9E28135110}"/>
              </a:ext>
            </a:extLst>
          </p:cNvPr>
          <p:cNvSpPr txBox="1"/>
          <p:nvPr/>
        </p:nvSpPr>
        <p:spPr>
          <a:xfrm>
            <a:off x="8104935" y="647055"/>
            <a:ext cx="1538239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 b="1">
                <a:latin typeface="Arial"/>
                <a:ea typeface="Roboto"/>
                <a:cs typeface="Poppins Bold"/>
              </a:rPr>
              <a:t>8% 33 Other Agencies</a:t>
            </a:r>
            <a:br>
              <a:rPr lang="en-US" sz="1400" b="1">
                <a:latin typeface="Arial"/>
                <a:ea typeface="Roboto"/>
                <a:cs typeface="Poppins Bold"/>
              </a:rPr>
            </a:br>
            <a:r>
              <a:rPr lang="en-US" sz="1400" b="1">
                <a:latin typeface="Arial"/>
                <a:ea typeface="Roboto"/>
                <a:cs typeface="Poppins Bold"/>
              </a:rPr>
              <a:t>($670B)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3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Promoting Financial Transparency</a:t>
            </a:r>
          </a:p>
        </p:txBody>
      </p:sp>
      <p:sp>
        <p:nvSpPr>
          <p:cNvPr id="4" name="Google Shape;878;p247">
            <a:extLst>
              <a:ext uri="{FF2B5EF4-FFF2-40B4-BE49-F238E27FC236}">
                <a16:creationId xmlns:a16="http://schemas.microsoft.com/office/drawing/2014/main" id="{DB6C6E1F-9D19-6254-117F-4163C22D482B}"/>
              </a:ext>
            </a:extLst>
          </p:cNvPr>
          <p:cNvSpPr txBox="1"/>
          <p:nvPr/>
        </p:nvSpPr>
        <p:spPr>
          <a:xfrm>
            <a:off x="560926" y="1715102"/>
            <a:ext cx="3526178" cy="408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Objectives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79;p247">
            <a:extLst>
              <a:ext uri="{FF2B5EF4-FFF2-40B4-BE49-F238E27FC236}">
                <a16:creationId xmlns:a16="http://schemas.microsoft.com/office/drawing/2014/main" id="{94D14C98-12C7-DAF0-5B6B-46CE5E54690F}"/>
              </a:ext>
            </a:extLst>
          </p:cNvPr>
          <p:cNvSpPr txBox="1"/>
          <p:nvPr/>
        </p:nvSpPr>
        <p:spPr>
          <a:xfrm>
            <a:off x="4330398" y="1715102"/>
            <a:ext cx="3526178" cy="408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Solution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880;p247">
            <a:extLst>
              <a:ext uri="{FF2B5EF4-FFF2-40B4-BE49-F238E27FC236}">
                <a16:creationId xmlns:a16="http://schemas.microsoft.com/office/drawing/2014/main" id="{257F2E51-C532-9D44-FFE5-E326D32CF800}"/>
              </a:ext>
            </a:extLst>
          </p:cNvPr>
          <p:cNvSpPr txBox="1"/>
          <p:nvPr/>
        </p:nvSpPr>
        <p:spPr>
          <a:xfrm>
            <a:off x="8099868" y="1715102"/>
            <a:ext cx="3526178" cy="40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Outcomes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" name="Google Shape;889;p247">
            <a:extLst>
              <a:ext uri="{FF2B5EF4-FFF2-40B4-BE49-F238E27FC236}">
                <a16:creationId xmlns:a16="http://schemas.microsoft.com/office/drawing/2014/main" id="{F5AEA601-1978-C5CD-C00C-F72CC2BC6666}"/>
              </a:ext>
            </a:extLst>
          </p:cNvPr>
          <p:cNvCxnSpPr>
            <a:cxnSpLocks/>
          </p:cNvCxnSpPr>
          <p:nvPr/>
        </p:nvCxnSpPr>
        <p:spPr>
          <a:xfrm>
            <a:off x="7965790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890;p247">
            <a:extLst>
              <a:ext uri="{FF2B5EF4-FFF2-40B4-BE49-F238E27FC236}">
                <a16:creationId xmlns:a16="http://schemas.microsoft.com/office/drawing/2014/main" id="{33952191-BA25-FE80-BEC8-231B2F276557}"/>
              </a:ext>
            </a:extLst>
          </p:cNvPr>
          <p:cNvSpPr/>
          <p:nvPr/>
        </p:nvSpPr>
        <p:spPr>
          <a:xfrm>
            <a:off x="7814585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891;p247">
            <a:extLst>
              <a:ext uri="{FF2B5EF4-FFF2-40B4-BE49-F238E27FC236}">
                <a16:creationId xmlns:a16="http://schemas.microsoft.com/office/drawing/2014/main" id="{2A8E07F6-7ABC-5842-27E9-25C4EF4F35E7}"/>
              </a:ext>
            </a:extLst>
          </p:cNvPr>
          <p:cNvSpPr/>
          <p:nvPr/>
        </p:nvSpPr>
        <p:spPr>
          <a:xfrm>
            <a:off x="7933274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881;p247">
            <a:extLst>
              <a:ext uri="{FF2B5EF4-FFF2-40B4-BE49-F238E27FC236}">
                <a16:creationId xmlns:a16="http://schemas.microsoft.com/office/drawing/2014/main" id="{3C9F58AB-7526-BC81-D118-3BD47109A108}"/>
              </a:ext>
            </a:extLst>
          </p:cNvPr>
          <p:cNvSpPr txBox="1"/>
          <p:nvPr/>
        </p:nvSpPr>
        <p:spPr>
          <a:xfrm>
            <a:off x="560926" y="2268393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Allow citizens to clearly see the programs and entities their money is funding.</a:t>
            </a:r>
            <a:endParaRPr lang="en-US" sz="1400">
              <a:ea typeface="Helvetica Neue"/>
              <a:cs typeface="Helvetica Neue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Highlight at risk funding and recipients</a:t>
            </a:r>
            <a:endParaRPr lang="en-US" sz="1400">
              <a:ea typeface="Helvetica Neue"/>
              <a:cs typeface="Helvetica Neue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  <a:endParaRPr lang="en-US" sz="1400">
              <a:ea typeface="Helvetica Neue"/>
              <a:cs typeface="Helvetica Neue"/>
            </a:endParaRPr>
          </a:p>
        </p:txBody>
      </p:sp>
      <p:sp>
        <p:nvSpPr>
          <p:cNvPr id="15" name="Google Shape;882;p247">
            <a:extLst>
              <a:ext uri="{FF2B5EF4-FFF2-40B4-BE49-F238E27FC236}">
                <a16:creationId xmlns:a16="http://schemas.microsoft.com/office/drawing/2014/main" id="{07CDF677-049D-BA8E-5904-51DEB7D0C304}"/>
              </a:ext>
            </a:extLst>
          </p:cNvPr>
          <p:cNvSpPr txBox="1"/>
          <p:nvPr/>
        </p:nvSpPr>
        <p:spPr>
          <a:xfrm>
            <a:off x="4330397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project time frame]</a:t>
            </a:r>
          </a:p>
        </p:txBody>
      </p:sp>
      <p:sp>
        <p:nvSpPr>
          <p:cNvPr id="16" name="Google Shape;883;p247">
            <a:extLst>
              <a:ext uri="{FF2B5EF4-FFF2-40B4-BE49-F238E27FC236}">
                <a16:creationId xmlns:a16="http://schemas.microsoft.com/office/drawing/2014/main" id="{12745C6B-30EC-70FE-95BA-7C4B986FC7E0}"/>
              </a:ext>
            </a:extLst>
          </p:cNvPr>
          <p:cNvSpPr txBox="1"/>
          <p:nvPr/>
        </p:nvSpPr>
        <p:spPr>
          <a:xfrm>
            <a:off x="8099868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 e.g. a clear recommendation to x]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…</a:t>
            </a:r>
            <a:endParaRPr sz="1400"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885;p247">
            <a:extLst>
              <a:ext uri="{FF2B5EF4-FFF2-40B4-BE49-F238E27FC236}">
                <a16:creationId xmlns:a16="http://schemas.microsoft.com/office/drawing/2014/main" id="{01B3D7FE-A1BF-24B1-FDA4-2A85F0877262}"/>
              </a:ext>
            </a:extLst>
          </p:cNvPr>
          <p:cNvCxnSpPr>
            <a:cxnSpLocks/>
          </p:cNvCxnSpPr>
          <p:nvPr/>
        </p:nvCxnSpPr>
        <p:spPr>
          <a:xfrm>
            <a:off x="4196319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886;p247">
            <a:extLst>
              <a:ext uri="{FF2B5EF4-FFF2-40B4-BE49-F238E27FC236}">
                <a16:creationId xmlns:a16="http://schemas.microsoft.com/office/drawing/2014/main" id="{33617007-237E-9347-AFF8-244CA8A048F8}"/>
              </a:ext>
            </a:extLst>
          </p:cNvPr>
          <p:cNvSpPr/>
          <p:nvPr/>
        </p:nvSpPr>
        <p:spPr>
          <a:xfrm>
            <a:off x="4045114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887;p247">
            <a:extLst>
              <a:ext uri="{FF2B5EF4-FFF2-40B4-BE49-F238E27FC236}">
                <a16:creationId xmlns:a16="http://schemas.microsoft.com/office/drawing/2014/main" id="{8407C799-C42A-4BF1-AA4E-1A4531685C15}"/>
              </a:ext>
            </a:extLst>
          </p:cNvPr>
          <p:cNvSpPr/>
          <p:nvPr/>
        </p:nvSpPr>
        <p:spPr>
          <a:xfrm>
            <a:off x="4163803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487091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Our Data Foundation </vt:lpstr>
      <vt:lpstr>Where Does Federal Funding Go?</vt:lpstr>
      <vt:lpstr>Federal Funding Over Time (FY2019-2024)</vt:lpstr>
      <vt:lpstr>How is Funding Concentrated?</vt:lpstr>
      <vt:lpstr>Promoting Financial Transparency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2026-01-07T16:33:55Z</dcterms:created>
  <dcterms:modified xsi:type="dcterms:W3CDTF">2026-01-12T19:37:07Z</dcterms:modified>
</cp:coreProperties>
</file>