
<file path=[Content_Types].xml><?xml version="1.0" encoding="utf-8"?>
<Types xmlns="http://schemas.openxmlformats.org/package/2006/content-types">
  <Default Extension="bin" ContentType="application/vnd.openxmlformats-officedocument.oleObject"/>
  <Default Extension="emf" ContentType="image/x-emf"/>
  <Default Extension="jpeg" ContentType="image/jpeg"/>
  <Default Extension="png" ContentType="image/png"/>
  <Default Extension="rels" ContentType="application/vnd.openxmlformats-package.relationships+xml"/>
  <Default Extension="svg" ContentType="image/svg+xml"/>
  <Default Extension="xlsb" ContentType="application/vnd.ms-excel.sheet.binary.macroEnabled.12"/>
  <Default Extension="xml" ContentType="application/xml"/>
  <Override PartName="/ppt/presentation.xml" ContentType="application/vnd.openxmlformats-officedocument.presentationml.presentation.main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slides/slide2.xml" ContentType="application/vnd.openxmlformats-officedocument.presentationml.slide+xml"/>
  <Override PartName="/ppt/slides/slide3.xml" ContentType="application/vnd.openxmlformats-officedocument.presentationml.slide+xml"/>
  <Override PartName="/ppt/slides/slide4.xml" ContentType="application/vnd.openxmlformats-officedocument.presentationml.slide+xml"/>
  <Override PartName="/ppt/slides/slide5.xml" ContentType="application/vnd.openxmlformats-officedocument.presentationml.slide+xml"/>
  <Override PartName="/ppt/slides/slide6.xml" ContentType="application/vnd.openxmlformats-officedocument.presentationml.slide+xml"/>
  <Override PartName="/ppt/slides/slide7.xml" ContentType="application/vnd.openxmlformats-officedocument.presentationml.slide+xml"/>
  <Override PartName="/ppt/slides/slide8.xml" ContentType="application/vnd.openxmlformats-officedocument.presentationml.slide+xml"/>
  <Override PartName="/ppt/slides/slide9.xml" ContentType="application/vnd.openxmlformats-officedocument.presentationml.slide+xml"/>
  <Override PartName="/ppt/slides/slide10.xml" ContentType="application/vnd.openxmlformats-officedocument.presentationml.slide+xml"/>
  <Override PartName="/ppt/slides/slide11.xml" ContentType="application/vnd.openxmlformats-officedocument.presentationml.slide+xml"/>
  <Override PartName="/ppt/slides/slide12.xml" ContentType="application/vnd.openxmlformats-officedocument.presentationml.slide+xml"/>
  <Override PartName="/ppt/slides/slide13.xml" ContentType="application/vnd.openxmlformats-officedocument.presentationml.slide+xml"/>
  <Override PartName="/ppt/slides/slide14.xml" ContentType="application/vnd.openxmlformats-officedocument.presentationml.slide+xml"/>
  <Override PartName="/ppt/slides/slide15.xml" ContentType="application/vnd.openxmlformats-officedocument.presentationml.slide+xml"/>
  <Override PartName="/ppt/slides/slide16.xml" ContentType="application/vnd.openxmlformats-officedocument.presentationml.slide+xml"/>
  <Override PartName="/ppt/notesMasters/notesMaster1.xml" ContentType="application/vnd.openxmlformats-officedocument.presentationml.notesMaster+xml"/>
  <Override PartName="/ppt/tags/tag1.xml" ContentType="application/vnd.openxmlformats-officedocument.presentationml.tags+xml"/>
  <Override PartName="/ppt/presProps.xml" ContentType="application/vnd.openxmlformats-officedocument.presentationml.presProps+xml"/>
  <Override PartName="/ppt/viewProps.xml" ContentType="application/vnd.openxmlformats-officedocument.presentationml.viewProps+xml"/>
  <Override PartName="/ppt/theme/theme1.xml" ContentType="application/vnd.openxmlformats-officedocument.theme+xml"/>
  <Override PartName="/ppt/tableStyles.xml" ContentType="application/vnd.openxmlformats-officedocument.presentationml.tableStyles+xml"/>
  <Override PartName="/ppt/slideLayouts/slideLayout1.xml" ContentType="application/vnd.openxmlformats-officedocument.presentationml.slideLayout+xml"/>
  <Override PartName="/ppt/slideLayouts/slideLayout2.xml" ContentType="application/vnd.openxmlformats-officedocument.presentationml.slideLayout+xml"/>
  <Override PartName="/ppt/slideLayouts/slideLayout3.xml" ContentType="application/vnd.openxmlformats-officedocument.presentationml.slideLayout+xml"/>
  <Override PartName="/ppt/slideLayouts/slideLayout4.xml" ContentType="application/vnd.openxmlformats-officedocument.presentationml.slideLayout+xml"/>
  <Override PartName="/ppt/slideLayouts/slideLayout5.xml" ContentType="application/vnd.openxmlformats-officedocument.presentationml.slideLayout+xml"/>
  <Override PartName="/ppt/slideLayouts/slideLayout6.xml" ContentType="application/vnd.openxmlformats-officedocument.presentationml.slideLayout+xml"/>
  <Override PartName="/ppt/slideLayouts/slideLayout7.xml" ContentType="application/vnd.openxmlformats-officedocument.presentationml.slideLayout+xml"/>
  <Override PartName="/ppt/slideLayouts/slideLayout8.xml" ContentType="application/vnd.openxmlformats-officedocument.presentationml.slideLayout+xml"/>
  <Override PartName="/ppt/slideLayouts/slideLayout9.xml" ContentType="application/vnd.openxmlformats-officedocument.presentationml.slideLayout+xml"/>
  <Override PartName="/ppt/slideLayouts/slideLayout10.xml" ContentType="application/vnd.openxmlformats-officedocument.presentationml.slideLayout+xml"/>
  <Override PartName="/ppt/slideLayouts/slideLayout11.xml" ContentType="application/vnd.openxmlformats-officedocument.presentationml.slideLayout+xml"/>
  <Override PartName="/ppt/tags/tag2.xml" ContentType="application/vnd.openxmlformats-officedocument.presentationml.tags+xml"/>
  <Override PartName="/ppt/theme/theme2.xml" ContentType="application/vnd.openxmlformats-officedocument.theme+xml"/>
  <Override PartName="/ppt/tags/tag3.xml" ContentType="application/vnd.openxmlformats-officedocument.presentationml.tags+xml"/>
  <Override PartName="/ppt/notesSlides/notesSlide1.xml" ContentType="application/vnd.openxmlformats-officedocument.presentationml.notesSlide+xml"/>
  <Override PartName="/ppt/tags/tag4.xml" ContentType="application/vnd.openxmlformats-officedocument.presentationml.tags+xml"/>
  <Override PartName="/ppt/tags/tag5.xml" ContentType="application/vnd.openxmlformats-officedocument.presentationml.tags+xml"/>
  <Override PartName="/ppt/tags/tag6.xml" ContentType="application/vnd.openxmlformats-officedocument.presentationml.tags+xml"/>
  <Override PartName="/ppt/tags/tag7.xml" ContentType="application/vnd.openxmlformats-officedocument.presentationml.tags+xml"/>
  <Override PartName="/ppt/tags/tag8.xml" ContentType="application/vnd.openxmlformats-officedocument.presentationml.tags+xml"/>
  <Override PartName="/ppt/tags/tag9.xml" ContentType="application/vnd.openxmlformats-officedocument.presentationml.tags+xml"/>
  <Override PartName="/ppt/tags/tag10.xml" ContentType="application/vnd.openxmlformats-officedocument.presentationml.tags+xml"/>
  <Override PartName="/ppt/tags/tag11.xml" ContentType="application/vnd.openxmlformats-officedocument.presentationml.tags+xml"/>
  <Override PartName="/ppt/tags/tag12.xml" ContentType="application/vnd.openxmlformats-officedocument.presentationml.tags+xml"/>
  <Override PartName="/ppt/tags/tag13.xml" ContentType="application/vnd.openxmlformats-officedocument.presentationml.tags+xml"/>
  <Override PartName="/ppt/tags/tag14.xml" ContentType="application/vnd.openxmlformats-officedocument.presentationml.tags+xml"/>
  <Override PartName="/ppt/notesSlides/notesSlide2.xml" ContentType="application/vnd.openxmlformats-officedocument.presentationml.notesSlide+xml"/>
  <Override PartName="/ppt/charts/chart1.xml" ContentType="application/vnd.openxmlformats-officedocument.drawingml.chart+xml"/>
  <Override PartName="/ppt/charts/chart2.xml" ContentType="application/vnd.openxmlformats-officedocument.drawingml.chart+xml"/>
  <Override PartName="/ppt/tags/tag15.xml" ContentType="application/vnd.openxmlformats-officedocument.presentationml.tags+xml"/>
  <Override PartName="/ppt/tags/tag16.xml" ContentType="application/vnd.openxmlformats-officedocument.presentationml.tags+xml"/>
  <Override PartName="/ppt/tags/tag17.xml" ContentType="application/vnd.openxmlformats-officedocument.presentationml.tags+xml"/>
  <Override PartName="/ppt/tags/tag18.xml" ContentType="application/vnd.openxmlformats-officedocument.presentationml.tags+xml"/>
  <Override PartName="/ppt/tags/tag19.xml" ContentType="application/vnd.openxmlformats-officedocument.presentationml.tags+xml"/>
  <Override PartName="/ppt/tags/tag20.xml" ContentType="application/vnd.openxmlformats-officedocument.presentationml.tags+xml"/>
  <Override PartName="/ppt/tags/tag21.xml" ContentType="application/vnd.openxmlformats-officedocument.presentationml.tags+xml"/>
  <Override PartName="/ppt/notesSlides/notesSlide3.xml" ContentType="application/vnd.openxmlformats-officedocument.presentationml.notesSlide+xml"/>
  <Override PartName="/ppt/charts/chart3.xml" ContentType="application/vnd.openxmlformats-officedocument.drawingml.chart+xml"/>
  <Override PartName="/ppt/tags/tag22.xml" ContentType="application/vnd.openxmlformats-officedocument.presentationml.tags+xml"/>
  <Override PartName="/ppt/tags/tag23.xml" ContentType="application/vnd.openxmlformats-officedocument.presentationml.tags+xml"/>
  <Override PartName="/ppt/tags/tag24.xml" ContentType="application/vnd.openxmlformats-officedocument.presentationml.tags+xml"/>
  <Override PartName="/ppt/tags/tag25.xml" ContentType="application/vnd.openxmlformats-officedocument.presentationml.tags+xml"/>
  <Override PartName="/ppt/tags/tag26.xml" ContentType="application/vnd.openxmlformats-officedocument.presentationml.tags+xml"/>
  <Override PartName="/ppt/tags/tag27.xml" ContentType="application/vnd.openxmlformats-officedocument.presentationml.tags+xml"/>
  <Override PartName="/ppt/tags/tag28.xml" ContentType="application/vnd.openxmlformats-officedocument.presentationml.tags+xml"/>
  <Override PartName="/ppt/tags/tag29.xml" ContentType="application/vnd.openxmlformats-officedocument.presentationml.tags+xml"/>
  <Override PartName="/ppt/tags/tag30.xml" ContentType="application/vnd.openxmlformats-officedocument.presentationml.tags+xml"/>
  <Override PartName="/ppt/tags/tag31.xml" ContentType="application/vnd.openxmlformats-officedocument.presentationml.tags+xml"/>
  <Override PartName="/ppt/tags/tag32.xml" ContentType="application/vnd.openxmlformats-officedocument.presentationml.tags+xml"/>
  <Override PartName="/ppt/tags/tag33.xml" ContentType="application/vnd.openxmlformats-officedocument.presentationml.tags+xml"/>
  <Override PartName="/ppt/tags/tag34.xml" ContentType="application/vnd.openxmlformats-officedocument.presentationml.tags+xml"/>
  <Override PartName="/ppt/notesSlides/notesSlide4.xml" ContentType="application/vnd.openxmlformats-officedocument.presentationml.notesSlide+xml"/>
  <Override PartName="/ppt/charts/chart4.xml" ContentType="application/vnd.openxmlformats-officedocument.drawingml.chart+xml"/>
  <Override PartName="/ppt/charts/chart5.xml" ContentType="application/vnd.openxmlformats-officedocument.drawingml.chart+xml"/>
  <Override PartName="/ppt/tags/tag35.xml" ContentType="application/vnd.openxmlformats-officedocument.presentationml.tags+xml"/>
  <Override PartName="/ppt/tags/tag36.xml" ContentType="application/vnd.openxmlformats-officedocument.presentationml.tags+xml"/>
  <Override PartName="/ppt/tags/tag37.xml" ContentType="application/vnd.openxmlformats-officedocument.presentationml.tags+xml"/>
  <Override PartName="/ppt/tags/tag38.xml" ContentType="application/vnd.openxmlformats-officedocument.presentationml.tags+xml"/>
  <Override PartName="/ppt/tags/tag39.xml" ContentType="application/vnd.openxmlformats-officedocument.presentationml.tags+xml"/>
  <Override PartName="/ppt/tags/tag40.xml" ContentType="application/vnd.openxmlformats-officedocument.presentationml.tags+xml"/>
  <Override PartName="/ppt/tags/tag41.xml" ContentType="application/vnd.openxmlformats-officedocument.presentationml.tags+xml"/>
  <Override PartName="/ppt/tags/tag42.xml" ContentType="application/vnd.openxmlformats-officedocument.presentationml.tags+xml"/>
  <Override PartName="/ppt/tags/tag43.xml" ContentType="application/vnd.openxmlformats-officedocument.presentationml.tags+xml"/>
  <Override PartName="/ppt/tags/tag44.xml" ContentType="application/vnd.openxmlformats-officedocument.presentationml.tags+xml"/>
  <Override PartName="/ppt/tags/tag45.xml" ContentType="application/vnd.openxmlformats-officedocument.presentationml.tags+xml"/>
  <Override PartName="/ppt/tags/tag46.xml" ContentType="application/vnd.openxmlformats-officedocument.presentationml.tags+xml"/>
  <Override PartName="/ppt/tags/tag47.xml" ContentType="application/vnd.openxmlformats-officedocument.presentationml.tags+xml"/>
  <Override PartName="/ppt/tags/tag48.xml" ContentType="application/vnd.openxmlformats-officedocument.presentationml.tags+xml"/>
  <Override PartName="/ppt/tags/tag49.xml" ContentType="application/vnd.openxmlformats-officedocument.presentationml.tags+xml"/>
  <Override PartName="/ppt/tags/tag50.xml" ContentType="application/vnd.openxmlformats-officedocument.presentationml.tags+xml"/>
  <Override PartName="/ppt/tags/tag51.xml" ContentType="application/vnd.openxmlformats-officedocument.presentationml.tags+xml"/>
  <Override PartName="/ppt/tags/tag52.xml" ContentType="application/vnd.openxmlformats-officedocument.presentationml.tags+xml"/>
  <Override PartName="/ppt/notesSlides/notesSlide5.xml" ContentType="application/vnd.openxmlformats-officedocument.presentationml.notesSlide+xml"/>
  <Override PartName="/ppt/charts/chart6.xml" ContentType="application/vnd.openxmlformats-officedocument.drawingml.chart+xml"/>
  <Override PartName="/ppt/charts/chart7.xml" ContentType="application/vnd.openxmlformats-officedocument.drawingml.chart+xml"/>
  <Override PartName="/ppt/notesSlides/notesSlide6.xml" ContentType="application/vnd.openxmlformats-officedocument.presentationml.notesSlide+xml"/>
  <Override PartName="/ppt/tags/tag53.xml" ContentType="application/vnd.openxmlformats-officedocument.presentationml.tags+xml"/>
  <Override PartName="/ppt/notesSlides/notesSlide7.xml" ContentType="application/vnd.openxmlformats-officedocument.presentationml.notesSlide+xml"/>
  <Override PartName="/ppt/tags/tag54.xml" ContentType="application/vnd.openxmlformats-officedocument.presentationml.tags+xml"/>
  <Override PartName="/ppt/notesSlides/notesSlide8.xml" ContentType="application/vnd.openxmlformats-officedocument.presentationml.notesSlide+xml"/>
  <Override PartName="/ppt/tags/tag55.xml" ContentType="application/vnd.openxmlformats-officedocument.presentationml.tags+xml"/>
  <Override PartName="/ppt/notesSlides/notesSlide9.xml" ContentType="application/vnd.openxmlformats-officedocument.presentationml.notesSlide+xml"/>
  <Override PartName="/ppt/tags/tag56.xml" ContentType="application/vnd.openxmlformats-officedocument.presentationml.tags+xml"/>
  <Override PartName="/ppt/notesSlides/notesSlide10.xml" ContentType="application/vnd.openxmlformats-officedocument.presentationml.notesSlide+xml"/>
  <Override PartName="/ppt/tags/tag57.xml" ContentType="application/vnd.openxmlformats-officedocument.presentationml.tags+xml"/>
  <Override PartName="/ppt/notesSlides/notesSlide11.xml" ContentType="application/vnd.openxmlformats-officedocument.presentationml.notesSlide+xml"/>
  <Override PartName="/ppt/tags/tag58.xml" ContentType="application/vnd.openxmlformats-officedocument.presentationml.tags+xml"/>
  <Override PartName="/ppt/tags/tag59.xml" ContentType="application/vnd.openxmlformats-officedocument.presentationml.tags+xml"/>
  <Override PartName="/ppt/tags/tag60.xml" ContentType="application/vnd.openxmlformats-officedocument.presentationml.tags+xml"/>
  <Override PartName="/ppt/tags/tag61.xml" ContentType="application/vnd.openxmlformats-officedocument.presentationml.tags+xml"/>
  <Override PartName="/ppt/tags/tag62.xml" ContentType="application/vnd.openxmlformats-officedocument.presentationml.tags+xml"/>
  <Override PartName="/ppt/tags/tag63.xml" ContentType="application/vnd.openxmlformats-officedocument.presentationml.tags+xml"/>
  <Override PartName="/ppt/tags/tag64.xml" ContentType="application/vnd.openxmlformats-officedocument.presentationml.tags+xml"/>
  <Override PartName="/ppt/tags/tag65.xml" ContentType="application/vnd.openxmlformats-officedocument.presentationml.tags+xml"/>
  <Override PartName="/ppt/tags/tag66.xml" ContentType="application/vnd.openxmlformats-officedocument.presentationml.tags+xml"/>
  <Override PartName="/ppt/tags/tag67.xml" ContentType="application/vnd.openxmlformats-officedocument.presentationml.tags+xml"/>
  <Override PartName="/ppt/tags/tag68.xml" ContentType="application/vnd.openxmlformats-officedocument.presentationml.tags+xml"/>
  <Override PartName="/ppt/tags/tag69.xml" ContentType="application/vnd.openxmlformats-officedocument.presentationml.tags+xml"/>
  <Override PartName="/ppt/tags/tag70.xml" ContentType="application/vnd.openxmlformats-officedocument.presentationml.tags+xml"/>
  <Override PartName="/ppt/notesSlides/notesSlide12.xml" ContentType="application/vnd.openxmlformats-officedocument.presentationml.notesSlide+xml"/>
  <Override PartName="/docProps/core.xml" ContentType="application/vnd.openxmlformats-package.core-properties+xml"/>
  <Override PartName="/docProps/app.xml" ContentType="application/vnd.openxmlformats-officedocument.extended-properties+xml"/>
</Types>
</file>

<file path=_rels/.rels><?xml version="1.0" encoding="UTF-8" standalone="yes"?>
<Relationships xmlns="http://schemas.openxmlformats.org/package/2006/relationships"><Relationship Id="rId3" Type="http://schemas.openxmlformats.org/package/2006/relationships/metadata/core-properties" Target="docProps/core.xml"/><Relationship Id="rId2" Type="http://schemas.openxmlformats.org/package/2006/relationships/metadata/thumbnail" Target="docProps/thumbnail.jpeg"/><Relationship Id="rId1" Type="http://schemas.openxmlformats.org/officeDocument/2006/relationships/officeDocument" Target="ppt/presentation.xml"/><Relationship Id="rId4" Type="http://schemas.openxmlformats.org/officeDocument/2006/relationships/extended-properties" Target="docProps/app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1">
  <p:sldMasterIdLst>
    <p:sldMasterId id="2147483648" r:id="rId1"/>
  </p:sldMasterIdLst>
  <p:notesMasterIdLst>
    <p:notesMasterId r:id="rId18"/>
  </p:notesMasterIdLst>
  <p:sldIdLst>
    <p:sldId id="2147473320" r:id="rId2"/>
    <p:sldId id="2147473297" r:id="rId3"/>
    <p:sldId id="2147473322" r:id="rId4"/>
    <p:sldId id="2147473298" r:id="rId5"/>
    <p:sldId id="2147473323" r:id="rId6"/>
    <p:sldId id="2147473102" r:id="rId7"/>
    <p:sldId id="387" r:id="rId8"/>
    <p:sldId id="377" r:id="rId9"/>
    <p:sldId id="376" r:id="rId10"/>
    <p:sldId id="2147473324" r:id="rId11"/>
    <p:sldId id="2147473239" r:id="rId12"/>
    <p:sldId id="256" r:id="rId13"/>
    <p:sldId id="419" r:id="rId14"/>
    <p:sldId id="259" r:id="rId15"/>
    <p:sldId id="2147473160" r:id="rId16"/>
    <p:sldId id="3369" r:id="rId17"/>
  </p:sldIdLst>
  <p:sldSz cx="12192000" cy="6858000"/>
  <p:notesSz cx="6858000" cy="9144000"/>
  <p:custDataLst>
    <p:tags r:id="rId19"/>
  </p:custDataLst>
  <p:defaultTextStyle>
    <a:defPPr>
      <a:defRPr lang="en-US"/>
    </a:defPPr>
    <a:lvl1pPr marL="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  <p:extLst>
    <p:ext uri="{EFAFB233-063F-42B5-8137-9DF3F51BA10A}">
      <p15:sldGuideLst xmlns:p15="http://schemas.microsoft.com/office/powerpoint/2012/main"/>
    </p:ext>
  </p:extLst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clrMru>
    <a:srgbClr val="F0FDFA"/>
    <a:srgbClr val="D1D5DB"/>
    <a:srgbClr val="FACC15"/>
    <a:srgbClr val="CA8A04"/>
    <a:srgbClr val="EA580C"/>
    <a:srgbClr val="991B1B"/>
    <a:srgbClr val="DC2626"/>
  </p:clrMru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32767"/>
    </p:ext>
    <p:ext uri="{FD5EFAAD-0ECE-453E-9831-46B23BE46B34}">
      <p15:chartTrackingRefBased xmlns:p15="http://schemas.microsoft.com/office/powerpoint/2012/main" val="1"/>
    </p:ext>
  </p:extLst>
</p:presentationPr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 lastView="sldThumbnailView">
  <p:normalViewPr>
    <p:restoredLeft sz="20000" autoAdjust="0"/>
    <p:restoredTop sz="94660"/>
  </p:normalViewPr>
  <p:slideViewPr>
    <p:cSldViewPr snapToGrid="0">
      <p:cViewPr varScale="1">
        <p:scale>
          <a:sx n="94" d="100"/>
          <a:sy n="94" d="100"/>
        </p:scale>
        <p:origin x="66" y="1092"/>
      </p:cViewPr>
      <p:guideLst/>
    </p:cSldViewPr>
  </p:slideViewPr>
  <p:notesTextViewPr>
    <p:cViewPr>
      <p:scale>
        <a:sx n="1" d="1"/>
        <a:sy n="1" d="1"/>
      </p:scale>
      <p:origin x="0" y="0"/>
    </p:cViewPr>
  </p:notesTextViewPr>
  <p:gridSpacing cx="76200" cy="76200"/>
</p:viewPr>
</file>

<file path=ppt/_rels/presentation.xml.rels><?xml version="1.0" encoding="UTF-8" standalone="yes"?>
<Relationships xmlns="http://schemas.openxmlformats.org/package/2006/relationships"><Relationship Id="rId8" Type="http://schemas.openxmlformats.org/officeDocument/2006/relationships/slide" Target="slides/slide7.xml"/><Relationship Id="rId13" Type="http://schemas.openxmlformats.org/officeDocument/2006/relationships/slide" Target="slides/slide12.xml"/><Relationship Id="rId18" Type="http://schemas.openxmlformats.org/officeDocument/2006/relationships/notesMaster" Target="notesMasters/notesMaster1.xml"/><Relationship Id="rId3" Type="http://schemas.openxmlformats.org/officeDocument/2006/relationships/slide" Target="slides/slide2.xml"/><Relationship Id="rId21" Type="http://schemas.openxmlformats.org/officeDocument/2006/relationships/viewProps" Target="viewProps.xml"/><Relationship Id="rId7" Type="http://schemas.openxmlformats.org/officeDocument/2006/relationships/slide" Target="slides/slide6.xml"/><Relationship Id="rId12" Type="http://schemas.openxmlformats.org/officeDocument/2006/relationships/slide" Target="slides/slide11.xml"/><Relationship Id="rId17" Type="http://schemas.openxmlformats.org/officeDocument/2006/relationships/slide" Target="slides/slide16.xml"/><Relationship Id="rId2" Type="http://schemas.openxmlformats.org/officeDocument/2006/relationships/slide" Target="slides/slide1.xml"/><Relationship Id="rId16" Type="http://schemas.openxmlformats.org/officeDocument/2006/relationships/slide" Target="slides/slide15.xml"/><Relationship Id="rId20" Type="http://schemas.openxmlformats.org/officeDocument/2006/relationships/presProps" Target="presProps.xml"/><Relationship Id="rId1" Type="http://schemas.openxmlformats.org/officeDocument/2006/relationships/slideMaster" Target="slideMasters/slideMaster1.xml"/><Relationship Id="rId6" Type="http://schemas.openxmlformats.org/officeDocument/2006/relationships/slide" Target="slides/slide5.xml"/><Relationship Id="rId11" Type="http://schemas.openxmlformats.org/officeDocument/2006/relationships/slide" Target="slides/slide10.xml"/><Relationship Id="rId5" Type="http://schemas.openxmlformats.org/officeDocument/2006/relationships/slide" Target="slides/slide4.xml"/><Relationship Id="rId15" Type="http://schemas.openxmlformats.org/officeDocument/2006/relationships/slide" Target="slides/slide14.xml"/><Relationship Id="rId23" Type="http://schemas.openxmlformats.org/officeDocument/2006/relationships/tableStyles" Target="tableStyles.xml"/><Relationship Id="rId10" Type="http://schemas.openxmlformats.org/officeDocument/2006/relationships/slide" Target="slides/slide9.xml"/><Relationship Id="rId19" Type="http://schemas.openxmlformats.org/officeDocument/2006/relationships/tags" Target="tags/tag1.xml"/><Relationship Id="rId4" Type="http://schemas.openxmlformats.org/officeDocument/2006/relationships/slide" Target="slides/slide3.xml"/><Relationship Id="rId9" Type="http://schemas.openxmlformats.org/officeDocument/2006/relationships/slide" Target="slides/slide8.xml"/><Relationship Id="rId14" Type="http://schemas.openxmlformats.org/officeDocument/2006/relationships/slide" Target="slides/slide13.xml"/><Relationship Id="rId22" Type="http://schemas.openxmlformats.org/officeDocument/2006/relationships/theme" Target="theme/theme1.xml"/></Relationships>
</file>

<file path=ppt/charts/_rels/chart1.xml.rels><?xml version="1.0" encoding="UTF-8" standalone="yes"?>
<Relationships xmlns="http://schemas.openxmlformats.org/package/2006/relationships"><Relationship Id="rId1" Type="http://schemas.openxmlformats.org/officeDocument/2006/relationships/package" Target="../embeddings/Microsoft_Excel_Binary_Worksheet.xlsb"/></Relationships>
</file>

<file path=ppt/charts/_rels/chart2.xml.rels><?xml version="1.0" encoding="UTF-8" standalone="yes"?>
<Relationships xmlns="http://schemas.openxmlformats.org/package/2006/relationships"><Relationship Id="rId1" Type="http://schemas.openxmlformats.org/officeDocument/2006/relationships/package" Target="../embeddings/Microsoft_Excel_Binary_Worksheet1.xlsb"/></Relationships>
</file>

<file path=ppt/charts/_rels/chart3.xml.rels><?xml version="1.0" encoding="UTF-8" standalone="yes"?>
<Relationships xmlns="http://schemas.openxmlformats.org/package/2006/relationships"><Relationship Id="rId1" Type="http://schemas.openxmlformats.org/officeDocument/2006/relationships/package" Target="../embeddings/Microsoft_Excel_Binary_Worksheet2.xlsb"/></Relationships>
</file>

<file path=ppt/charts/_rels/chart4.xml.rels><?xml version="1.0" encoding="UTF-8" standalone="yes"?>
<Relationships xmlns="http://schemas.openxmlformats.org/package/2006/relationships"><Relationship Id="rId1" Type="http://schemas.openxmlformats.org/officeDocument/2006/relationships/package" Target="../embeddings/Microsoft_Excel_Binary_Worksheet3.xlsb"/></Relationships>
</file>

<file path=ppt/charts/_rels/chart5.xml.rels><?xml version="1.0" encoding="UTF-8" standalone="yes"?>
<Relationships xmlns="http://schemas.openxmlformats.org/package/2006/relationships"><Relationship Id="rId1" Type="http://schemas.openxmlformats.org/officeDocument/2006/relationships/package" Target="../embeddings/Microsoft_Excel_Binary_Worksheet4.xlsb"/></Relationships>
</file>

<file path=ppt/charts/_rels/chart6.xml.rels><?xml version="1.0" encoding="UTF-8" standalone="yes"?>
<Relationships xmlns="http://schemas.openxmlformats.org/package/2006/relationships"><Relationship Id="rId1" Type="http://schemas.openxmlformats.org/officeDocument/2006/relationships/package" Target="../embeddings/Microsoft_Excel_Binary_Worksheet5.xlsb"/></Relationships>
</file>

<file path=ppt/charts/_rels/chart7.xml.rels><?xml version="1.0" encoding="UTF-8" standalone="yes"?>
<Relationships xmlns="http://schemas.openxmlformats.org/package/2006/relationships"><Relationship Id="rId1" Type="http://schemas.openxmlformats.org/officeDocument/2006/relationships/package" Target="../embeddings/Microsoft_Excel_Binary_Worksheet6.xlsb"/></Relationships>
</file>

<file path=ppt/charts/chart1.xml><?xml version="1.0" encoding="utf-8"?>
<c:chartSpace xmlns:c="http://schemas.openxmlformats.org/drawingml/2006/chart" xmlns:a="http://schemas.openxmlformats.org/drawingml/2006/main" xmlns:r="http://schemas.openxmlformats.org/officeDocument/2006/relationships" xmlns:c16r2="http://schemas.microsoft.com/office/drawing/2015/06/chart">
  <c:date1904 val="0"/>
  <c:lang val="en-US"/>
  <c:roundedCorners val="0"/>
  <mc:AlternateContent xmlns:mc="http://schemas.openxmlformats.org/markup-compatibility/2006">
    <mc:Choice xmlns:c14="http://schemas.microsoft.com/office/drawing/2007/8/2/chart" Requires="c14">
      <c14:style val="102"/>
    </mc:Choice>
    <mc:Fallback>
      <c:style val="2"/>
    </mc:Fallback>
  </mc:AlternateContent>
  <c:chart>
    <c:autoTitleDeleted val="0"/>
    <c:plotArea>
      <c:layout>
        <c:manualLayout>
          <c:layoutTarget val="inner"/>
          <c:xMode val="edge"/>
          <c:yMode val="edge"/>
          <c:x val="2.2394487510766579E-2"/>
          <c:y val="9.0472673559822747E-2"/>
          <c:w val="0.95521102497846688"/>
          <c:h val="0.81905465288035451"/>
        </c:manualLayout>
      </c:layout>
      <c:doughnutChart>
        <c:varyColors val="0"/>
        <c:ser>
          <c:idx val="0"/>
          <c:order val="0"/>
          <c:dPt>
            <c:idx val="0"/>
            <c:bubble3D val="0"/>
            <c:spPr>
              <a:solidFill>
                <a:schemeClr val="accent1"/>
              </a:solidFill>
              <a:ln>
                <a:noFill/>
              </a:ln>
            </c:spPr>
            <c:extLst>
              <c:ext xmlns:c16="http://schemas.microsoft.com/office/drawing/2014/chart" uri="{C3380CC4-5D6E-409C-BE32-E72D297353CC}">
                <c16:uniqueId val="{00000000-39DF-49FA-988C-A3EF76B00DF8}"/>
              </c:ext>
            </c:extLst>
          </c:dPt>
          <c:dPt>
            <c:idx val="1"/>
            <c:bubble3D val="0"/>
            <c:spPr>
              <a:solidFill>
                <a:schemeClr val="accent6"/>
              </a:solidFill>
              <a:ln>
                <a:noFill/>
              </a:ln>
            </c:spPr>
            <c:extLst>
              <c:ext xmlns:c16="http://schemas.microsoft.com/office/drawing/2014/chart" uri="{C3380CC4-5D6E-409C-BE32-E72D297353CC}">
                <c16:uniqueId val="{00000001-39DF-49FA-988C-A3EF76B00DF8}"/>
              </c:ext>
            </c:extLst>
          </c:dPt>
          <c:dPt>
            <c:idx val="2"/>
            <c:bubble3D val="0"/>
            <c:spPr>
              <a:solidFill>
                <a:schemeClr val="bg2"/>
              </a:solidFill>
              <a:ln>
                <a:noFill/>
              </a:ln>
            </c:spPr>
            <c:extLst>
              <c:ext xmlns:c16="http://schemas.microsoft.com/office/drawing/2014/chart" uri="{C3380CC4-5D6E-409C-BE32-E72D297353CC}">
                <c16:uniqueId val="{00000002-39DF-49FA-988C-A3EF76B00DF8}"/>
              </c:ext>
            </c:extLst>
          </c:dPt>
          <c:dLbls>
            <c:dLbl>
              <c:idx val="0"/>
              <c:layout>
                <c:manualLayout>
                  <c:x val="1.2919896640826873E-2"/>
                  <c:y val="3.3234859675036928E-3"/>
                </c:manualLayout>
              </c:layout>
              <c:numFmt formatCode="#,##0&quot;%&quot;;&quot;-&quot;#,##0&quot;%&quot;" sourceLinked="0"/>
              <c:spPr>
                <a:noFill/>
                <a:ln>
                  <a:noFill/>
                </a:ln>
              </c:spPr>
              <c:txPr>
                <a:bodyPr wrap="none"/>
                <a:lstStyle/>
                <a:p>
                  <a:pPr>
                    <a:defRPr sz="1400" kern="1200">
                      <a:solidFill>
                        <a:schemeClr val="bg1"/>
                      </a:solidFill>
                      <a:latin typeface="+mn-lt"/>
                      <a:ea typeface="+mn-ea"/>
                      <a:cs typeface="+mn-cs"/>
                    </a:defRPr>
                  </a:pPr>
                  <a:endParaRPr lang="en-US"/>
                </a:p>
              </c:txPr>
              <c:showLegendKey val="0"/>
              <c:showVal val="1"/>
              <c:showCatName val="0"/>
              <c:showSerName val="0"/>
              <c:showPercent val="0"/>
              <c:showBubbleSize val="0"/>
              <c:extLst>
                <c:ext xmlns:c15="http://schemas.microsoft.com/office/drawing/2012/chart" uri="{CE6537A1-D6FC-4f65-9D91-7224C49458BB}">
                  <c15:spPr xmlns:c15="http://schemas.microsoft.com/office/drawing/2012/chart">
                    <a:prstGeom prst="rect">
                      <a:avLst/>
                    </a:prstGeom>
                  </c15:spPr>
                </c:ext>
                <c:ext xmlns:c16="http://schemas.microsoft.com/office/drawing/2014/chart" uri="{C3380CC4-5D6E-409C-BE32-E72D297353CC}">
                  <c16:uniqueId val="{00000000-39DF-49FA-988C-A3EF76B00DF8}"/>
                </c:ext>
              </c:extLst>
            </c:dLbl>
            <c:dLbl>
              <c:idx val="1"/>
              <c:layout>
                <c:manualLayout>
                  <c:x val="-1.2919896640826873E-2"/>
                  <c:y val="3.3234859675036928E-3"/>
                </c:manualLayout>
              </c:layout>
              <c:numFmt formatCode="#,##0&quot;%&quot;;&quot;-&quot;#,##0&quot;%&quot;" sourceLinked="0"/>
              <c:spPr>
                <a:noFill/>
                <a:ln>
                  <a:noFill/>
                </a:ln>
              </c:spPr>
              <c:txPr>
                <a:bodyPr wrap="none"/>
                <a:lstStyle/>
                <a:p>
                  <a:pPr>
                    <a:defRPr sz="1400" kern="1200">
                      <a:solidFill>
                        <a:schemeClr val="tx1"/>
                      </a:solidFill>
                      <a:latin typeface="+mn-lt"/>
                      <a:ea typeface="+mn-ea"/>
                      <a:cs typeface="+mn-cs"/>
                    </a:defRPr>
                  </a:pPr>
                  <a:endParaRPr lang="en-US"/>
                </a:p>
              </c:txPr>
              <c:showLegendKey val="0"/>
              <c:showVal val="1"/>
              <c:showCatName val="0"/>
              <c:showSerName val="0"/>
              <c:showPercent val="0"/>
              <c:showBubbleSize val="0"/>
              <c:extLst>
                <c:ext xmlns:c15="http://schemas.microsoft.com/office/drawing/2012/chart" uri="{CE6537A1-D6FC-4f65-9D91-7224C49458BB}">
                  <c15:spPr xmlns:c15="http://schemas.microsoft.com/office/drawing/2012/chart">
                    <a:prstGeom prst="rect">
                      <a:avLst/>
                    </a:prstGeom>
                  </c15:spPr>
                </c:ext>
                <c:ext xmlns:c16="http://schemas.microsoft.com/office/drawing/2014/chart" uri="{C3380CC4-5D6E-409C-BE32-E72D297353CC}">
                  <c16:uniqueId val="{00000001-39DF-49FA-988C-A3EF76B00DF8}"/>
                </c:ext>
              </c:extLst>
            </c:dLbl>
            <c:dLbl>
              <c:idx val="2"/>
              <c:layout>
                <c:manualLayout>
                  <c:x val="-9.4745908699397068E-3"/>
                  <c:y val="-1.2555391432791729E-2"/>
                </c:manualLayout>
              </c:layout>
              <c:numFmt formatCode="#,##0&quot;%&quot;;&quot;-&quot;#,##0&quot;%&quot;" sourceLinked="0"/>
              <c:spPr>
                <a:noFill/>
                <a:ln>
                  <a:noFill/>
                </a:ln>
              </c:spPr>
              <c:txPr>
                <a:bodyPr wrap="none"/>
                <a:lstStyle/>
                <a:p>
                  <a:pPr>
                    <a:defRPr sz="1400" kern="1200">
                      <a:solidFill>
                        <a:schemeClr val="tx1"/>
                      </a:solidFill>
                      <a:latin typeface="+mn-lt"/>
                      <a:ea typeface="+mn-ea"/>
                      <a:cs typeface="+mn-cs"/>
                    </a:defRPr>
                  </a:pPr>
                  <a:endParaRPr lang="en-US"/>
                </a:p>
              </c:txPr>
              <c:showLegendKey val="0"/>
              <c:showVal val="1"/>
              <c:showCatName val="0"/>
              <c:showSerName val="0"/>
              <c:showPercent val="0"/>
              <c:showBubbleSize val="0"/>
              <c:extLst>
                <c:ext xmlns:c15="http://schemas.microsoft.com/office/drawing/2012/chart" uri="{CE6537A1-D6FC-4f65-9D91-7224C49458BB}">
                  <c15:spPr xmlns:c15="http://schemas.microsoft.com/office/drawing/2012/chart">
                    <a:prstGeom prst="rect">
                      <a:avLst/>
                    </a:prstGeom>
                  </c15:spPr>
                </c:ext>
                <c:ext xmlns:c16="http://schemas.microsoft.com/office/drawing/2014/chart" uri="{C3380CC4-5D6E-409C-BE32-E72D297353CC}">
                  <c16:uniqueId val="{00000002-39DF-49FA-988C-A3EF76B00DF8}"/>
                </c:ext>
              </c:extLst>
            </c:dLbl>
            <c:spPr>
              <a:noFill/>
              <a:ln>
                <a:noFill/>
              </a:ln>
              <a:effectLst/>
            </c:spPr>
            <c:showLegendKey val="0"/>
            <c:showVal val="0"/>
            <c:showCatName val="0"/>
            <c:showSerName val="0"/>
            <c:showPercent val="0"/>
            <c:showBubbleSize val="0"/>
            <c:extLst>
              <c:ext xmlns:c15="http://schemas.microsoft.com/office/drawing/2012/chart" uri="{CE6537A1-D6FC-4f65-9D91-7224C49458BB}"/>
            </c:extLst>
          </c:dLbls>
          <c:val>
            <c:numRef>
              <c:f>Sheet1!$A$1:$A$3</c:f>
              <c:numCache>
                <c:formatCode>General</c:formatCode>
                <c:ptCount val="3"/>
                <c:pt idx="0">
                  <c:v>59</c:v>
                </c:pt>
                <c:pt idx="1">
                  <c:v>23</c:v>
                </c:pt>
                <c:pt idx="2">
                  <c:v>18</c:v>
                </c:pt>
              </c:numCache>
            </c:numRef>
          </c:val>
          <c:extLst>
            <c:ext xmlns:c16="http://schemas.microsoft.com/office/drawing/2014/chart" uri="{C3380CC4-5D6E-409C-BE32-E72D297353CC}">
              <c16:uniqueId val="{00000003-39DF-49FA-988C-A3EF76B00DF8}"/>
            </c:ext>
          </c:extLst>
        </c:ser>
        <c:dLbls>
          <c:showLegendKey val="0"/>
          <c:showVal val="0"/>
          <c:showCatName val="0"/>
          <c:showSerName val="0"/>
          <c:showPercent val="0"/>
          <c:showBubbleSize val="0"/>
          <c:showLeaderLines val="1"/>
        </c:dLbls>
        <c:firstSliceAng val="0"/>
        <c:holeSize val="70"/>
      </c:doughnutChart>
    </c:plotArea>
    <c:plotVisOnly val="0"/>
    <c:dispBlanksAs val="gap"/>
    <c:showDLblsOverMax val="1"/>
  </c:chart>
  <c:externalData r:id="rId1">
    <c:autoUpdate val="0"/>
  </c:externalData>
</c:chartSpace>
</file>

<file path=ppt/charts/chart2.xml><?xml version="1.0" encoding="utf-8"?>
<c:chartSpace xmlns:c="http://schemas.openxmlformats.org/drawingml/2006/chart" xmlns:a="http://schemas.openxmlformats.org/drawingml/2006/main" xmlns:r="http://schemas.openxmlformats.org/officeDocument/2006/relationships" xmlns:c16r2="http://schemas.microsoft.com/office/drawing/2015/06/chart">
  <c:date1904 val="0"/>
  <c:lang val="en-US"/>
  <c:roundedCorners val="0"/>
  <mc:AlternateContent xmlns:mc="http://schemas.openxmlformats.org/markup-compatibility/2006">
    <mc:Choice xmlns:c14="http://schemas.microsoft.com/office/drawing/2007/8/2/chart" Requires="c14">
      <c14:style val="102"/>
    </mc:Choice>
    <mc:Fallback>
      <c:style val="2"/>
    </mc:Fallback>
  </mc:AlternateContent>
  <c:chart>
    <c:autoTitleDeleted val="0"/>
    <c:plotArea>
      <c:layout>
        <c:manualLayout>
          <c:layoutTarget val="inner"/>
          <c:xMode val="edge"/>
          <c:yMode val="edge"/>
          <c:x val="2.2394487510766579E-2"/>
          <c:y val="9.0472673559822747E-2"/>
          <c:w val="0.95521102497846688"/>
          <c:h val="0.81905465288035451"/>
        </c:manualLayout>
      </c:layout>
      <c:doughnutChart>
        <c:varyColors val="0"/>
        <c:ser>
          <c:idx val="0"/>
          <c:order val="0"/>
          <c:dPt>
            <c:idx val="0"/>
            <c:bubble3D val="0"/>
            <c:spPr>
              <a:solidFill>
                <a:schemeClr val="accent1"/>
              </a:solidFill>
              <a:ln>
                <a:noFill/>
              </a:ln>
            </c:spPr>
            <c:extLst>
              <c:ext xmlns:c16="http://schemas.microsoft.com/office/drawing/2014/chart" uri="{C3380CC4-5D6E-409C-BE32-E72D297353CC}">
                <c16:uniqueId val="{00000000-A415-4F62-B6EA-CF4B914E905E}"/>
              </c:ext>
            </c:extLst>
          </c:dPt>
          <c:dPt>
            <c:idx val="1"/>
            <c:bubble3D val="0"/>
            <c:spPr>
              <a:solidFill>
                <a:schemeClr val="accent6"/>
              </a:solidFill>
              <a:ln>
                <a:noFill/>
              </a:ln>
            </c:spPr>
            <c:extLst>
              <c:ext xmlns:c16="http://schemas.microsoft.com/office/drawing/2014/chart" uri="{C3380CC4-5D6E-409C-BE32-E72D297353CC}">
                <c16:uniqueId val="{00000001-A415-4F62-B6EA-CF4B914E905E}"/>
              </c:ext>
            </c:extLst>
          </c:dPt>
          <c:dPt>
            <c:idx val="2"/>
            <c:bubble3D val="0"/>
            <c:spPr>
              <a:solidFill>
                <a:schemeClr val="bg2"/>
              </a:solidFill>
              <a:ln>
                <a:noFill/>
              </a:ln>
            </c:spPr>
            <c:extLst>
              <c:ext xmlns:c16="http://schemas.microsoft.com/office/drawing/2014/chart" uri="{C3380CC4-5D6E-409C-BE32-E72D297353CC}">
                <c16:uniqueId val="{00000002-A415-4F62-B6EA-CF4B914E905E}"/>
              </c:ext>
            </c:extLst>
          </c:dPt>
          <c:dLbls>
            <c:dLbl>
              <c:idx val="0"/>
              <c:layout>
                <c:manualLayout>
                  <c:x val="9.905254091300603E-3"/>
                  <c:y val="6.2776957163958643E-3"/>
                </c:manualLayout>
              </c:layout>
              <c:numFmt formatCode="#,##0&quot;%&quot;;&quot;-&quot;#,##0&quot;%&quot;" sourceLinked="0"/>
              <c:spPr>
                <a:noFill/>
                <a:ln>
                  <a:noFill/>
                </a:ln>
              </c:spPr>
              <c:txPr>
                <a:bodyPr wrap="none"/>
                <a:lstStyle/>
                <a:p>
                  <a:pPr>
                    <a:defRPr sz="1400" kern="1200">
                      <a:solidFill>
                        <a:schemeClr val="bg1"/>
                      </a:solidFill>
                      <a:latin typeface="+mn-lt"/>
                      <a:ea typeface="+mn-ea"/>
                      <a:cs typeface="+mn-cs"/>
                    </a:defRPr>
                  </a:pPr>
                  <a:endParaRPr lang="en-US"/>
                </a:p>
              </c:txPr>
              <c:showLegendKey val="0"/>
              <c:showVal val="1"/>
              <c:showCatName val="0"/>
              <c:showSerName val="0"/>
              <c:showPercent val="0"/>
              <c:showBubbleSize val="0"/>
              <c:extLst>
                <c:ext xmlns:c15="http://schemas.microsoft.com/office/drawing/2012/chart" uri="{CE6537A1-D6FC-4f65-9D91-7224C49458BB}">
                  <c15:spPr xmlns:c15="http://schemas.microsoft.com/office/drawing/2012/chart">
                    <a:prstGeom prst="rect">
                      <a:avLst/>
                    </a:prstGeom>
                  </c15:spPr>
                </c:ext>
                <c:ext xmlns:c16="http://schemas.microsoft.com/office/drawing/2014/chart" uri="{C3380CC4-5D6E-409C-BE32-E72D297353CC}">
                  <c16:uniqueId val="{00000000-A415-4F62-B6EA-CF4B914E905E}"/>
                </c:ext>
              </c:extLst>
            </c:dLbl>
            <c:dLbl>
              <c:idx val="1"/>
              <c:layout>
                <c:manualLayout>
                  <c:x val="-1.119724375538329E-2"/>
                  <c:y val="-4.0620384047267352E-3"/>
                </c:manualLayout>
              </c:layout>
              <c:numFmt formatCode="#,##0&quot;%&quot;;&quot;-&quot;#,##0&quot;%&quot;" sourceLinked="0"/>
              <c:spPr>
                <a:noFill/>
                <a:ln>
                  <a:noFill/>
                </a:ln>
              </c:spPr>
              <c:txPr>
                <a:bodyPr wrap="none"/>
                <a:lstStyle/>
                <a:p>
                  <a:pPr>
                    <a:defRPr sz="1400" kern="1200">
                      <a:solidFill>
                        <a:schemeClr val="tx1"/>
                      </a:solidFill>
                      <a:latin typeface="+mn-lt"/>
                      <a:ea typeface="+mn-ea"/>
                      <a:cs typeface="+mn-cs"/>
                    </a:defRPr>
                  </a:pPr>
                  <a:endParaRPr lang="en-US"/>
                </a:p>
              </c:txPr>
              <c:showLegendKey val="0"/>
              <c:showVal val="1"/>
              <c:showCatName val="0"/>
              <c:showSerName val="0"/>
              <c:showPercent val="0"/>
              <c:showBubbleSize val="0"/>
              <c:extLst>
                <c:ext xmlns:c15="http://schemas.microsoft.com/office/drawing/2012/chart" uri="{CE6537A1-D6FC-4f65-9D91-7224C49458BB}">
                  <c15:spPr xmlns:c15="http://schemas.microsoft.com/office/drawing/2012/chart">
                    <a:prstGeom prst="rect">
                      <a:avLst/>
                    </a:prstGeom>
                  </c15:spPr>
                </c:ext>
                <c:ext xmlns:c16="http://schemas.microsoft.com/office/drawing/2014/chart" uri="{C3380CC4-5D6E-409C-BE32-E72D297353CC}">
                  <c16:uniqueId val="{00000001-A415-4F62-B6EA-CF4B914E905E}"/>
                </c:ext>
              </c:extLst>
            </c:dLbl>
            <c:dLbl>
              <c:idx val="2"/>
              <c:layout>
                <c:manualLayout>
                  <c:x val="-6.029285099052541E-3"/>
                  <c:y val="-2.7326440177252585E-2"/>
                </c:manualLayout>
              </c:layout>
              <c:numFmt formatCode="#,##0&quot;%&quot;;&quot;-&quot;#,##0&quot;%&quot;" sourceLinked="0"/>
              <c:spPr>
                <a:noFill/>
                <a:ln>
                  <a:noFill/>
                </a:ln>
              </c:spPr>
              <c:txPr>
                <a:bodyPr wrap="none"/>
                <a:lstStyle/>
                <a:p>
                  <a:pPr>
                    <a:defRPr sz="1400" kern="1200">
                      <a:solidFill>
                        <a:schemeClr val="tx1"/>
                      </a:solidFill>
                      <a:latin typeface="+mn-lt"/>
                      <a:ea typeface="+mn-ea"/>
                      <a:cs typeface="+mn-cs"/>
                    </a:defRPr>
                  </a:pPr>
                  <a:endParaRPr lang="en-US"/>
                </a:p>
              </c:txPr>
              <c:showLegendKey val="0"/>
              <c:showVal val="1"/>
              <c:showCatName val="0"/>
              <c:showSerName val="0"/>
              <c:showPercent val="0"/>
              <c:showBubbleSize val="0"/>
              <c:extLst>
                <c:ext xmlns:c15="http://schemas.microsoft.com/office/drawing/2012/chart" uri="{CE6537A1-D6FC-4f65-9D91-7224C49458BB}">
                  <c15:spPr xmlns:c15="http://schemas.microsoft.com/office/drawing/2012/chart">
                    <a:prstGeom prst="rect">
                      <a:avLst/>
                    </a:prstGeom>
                  </c15:spPr>
                </c:ext>
                <c:ext xmlns:c16="http://schemas.microsoft.com/office/drawing/2014/chart" uri="{C3380CC4-5D6E-409C-BE32-E72D297353CC}">
                  <c16:uniqueId val="{00000002-A415-4F62-B6EA-CF4B914E905E}"/>
                </c:ext>
              </c:extLst>
            </c:dLbl>
            <c:spPr>
              <a:noFill/>
              <a:ln>
                <a:noFill/>
              </a:ln>
              <a:effectLst/>
            </c:spPr>
            <c:showLegendKey val="0"/>
            <c:showVal val="0"/>
            <c:showCatName val="0"/>
            <c:showSerName val="0"/>
            <c:showPercent val="0"/>
            <c:showBubbleSize val="0"/>
            <c:extLst>
              <c:ext xmlns:c15="http://schemas.microsoft.com/office/drawing/2012/chart" uri="{CE6537A1-D6FC-4f65-9D91-7224C49458BB}"/>
            </c:extLst>
          </c:dLbls>
          <c:val>
            <c:numRef>
              <c:f>Sheet1!$A$1:$A$3</c:f>
              <c:numCache>
                <c:formatCode>General</c:formatCode>
                <c:ptCount val="3"/>
                <c:pt idx="0">
                  <c:v>70</c:v>
                </c:pt>
                <c:pt idx="1">
                  <c:v>24</c:v>
                </c:pt>
                <c:pt idx="2">
                  <c:v>6.0000000000000053</c:v>
                </c:pt>
              </c:numCache>
            </c:numRef>
          </c:val>
          <c:extLst>
            <c:ext xmlns:c16="http://schemas.microsoft.com/office/drawing/2014/chart" uri="{C3380CC4-5D6E-409C-BE32-E72D297353CC}">
              <c16:uniqueId val="{00000003-A415-4F62-B6EA-CF4B914E905E}"/>
            </c:ext>
          </c:extLst>
        </c:ser>
        <c:dLbls>
          <c:showLegendKey val="0"/>
          <c:showVal val="0"/>
          <c:showCatName val="0"/>
          <c:showSerName val="0"/>
          <c:showPercent val="0"/>
          <c:showBubbleSize val="0"/>
          <c:showLeaderLines val="1"/>
        </c:dLbls>
        <c:firstSliceAng val="0"/>
        <c:holeSize val="70"/>
      </c:doughnutChart>
    </c:plotArea>
    <c:plotVisOnly val="0"/>
    <c:dispBlanksAs val="gap"/>
    <c:showDLblsOverMax val="1"/>
  </c:chart>
  <c:externalData r:id="rId1">
    <c:autoUpdate val="0"/>
  </c:externalData>
</c:chartSpace>
</file>

<file path=ppt/charts/chart3.xml><?xml version="1.0" encoding="utf-8"?>
<c:chartSpace xmlns:c="http://schemas.openxmlformats.org/drawingml/2006/chart" xmlns:a="http://schemas.openxmlformats.org/drawingml/2006/main" xmlns:r="http://schemas.openxmlformats.org/officeDocument/2006/relationships" xmlns:c16r2="http://schemas.microsoft.com/office/drawing/2015/06/chart">
  <c:date1904 val="0"/>
  <c:lang val="en-US"/>
  <c:roundedCorners val="0"/>
  <mc:AlternateContent xmlns:mc="http://schemas.openxmlformats.org/markup-compatibility/2006">
    <mc:Choice xmlns:c14="http://schemas.microsoft.com/office/drawing/2007/8/2/chart" Requires="c14">
      <c14:style val="102"/>
    </mc:Choice>
    <mc:Fallback>
      <c:style val="2"/>
    </mc:Fallback>
  </mc:AlternateContent>
  <c:chart>
    <c:autoTitleDeleted val="0"/>
    <c:plotArea>
      <c:layout>
        <c:manualLayout>
          <c:layoutTarget val="inner"/>
          <c:xMode val="edge"/>
          <c:yMode val="edge"/>
          <c:x val="2.0448289421942586E-2"/>
          <c:y val="9.0472673559822747E-2"/>
          <c:w val="0.9591034211561148"/>
          <c:h val="0.81905465288035451"/>
        </c:manualLayout>
      </c:layout>
      <c:doughnutChart>
        <c:varyColors val="0"/>
        <c:ser>
          <c:idx val="0"/>
          <c:order val="0"/>
          <c:dPt>
            <c:idx val="0"/>
            <c:bubble3D val="0"/>
            <c:spPr>
              <a:solidFill>
                <a:srgbClr val="0D9488"/>
              </a:solidFill>
              <a:ln>
                <a:noFill/>
              </a:ln>
            </c:spPr>
            <c:extLst>
              <c:ext xmlns:c16="http://schemas.microsoft.com/office/drawing/2014/chart" uri="{C3380CC4-5D6E-409C-BE32-E72D297353CC}">
                <c16:uniqueId val="{00000000-29BB-45EE-96E6-1D9EA225D875}"/>
              </c:ext>
            </c:extLst>
          </c:dPt>
          <c:dPt>
            <c:idx val="1"/>
            <c:bubble3D val="0"/>
            <c:spPr>
              <a:solidFill>
                <a:srgbClr val="6B7280"/>
              </a:solidFill>
              <a:ln>
                <a:noFill/>
              </a:ln>
            </c:spPr>
            <c:extLst>
              <c:ext xmlns:c16="http://schemas.microsoft.com/office/drawing/2014/chart" uri="{C3380CC4-5D6E-409C-BE32-E72D297353CC}">
                <c16:uniqueId val="{00000001-29BB-45EE-96E6-1D9EA225D875}"/>
              </c:ext>
            </c:extLst>
          </c:dPt>
          <c:dLbls>
            <c:dLbl>
              <c:idx val="0"/>
              <c:layout>
                <c:manualLayout>
                  <c:x val="9.8309083759339361E-3"/>
                  <c:y val="-7.7548005908419501E-3"/>
                </c:manualLayout>
              </c:layout>
              <c:numFmt formatCode="#,##0&quot;%&quot;;&quot;-&quot;#,##0&quot;%&quot;" sourceLinked="0"/>
              <c:spPr>
                <a:noFill/>
                <a:ln>
                  <a:noFill/>
                </a:ln>
              </c:spPr>
              <c:txPr>
                <a:bodyPr wrap="none"/>
                <a:lstStyle/>
                <a:p>
                  <a:pPr>
                    <a:defRPr sz="1400" kern="1200">
                      <a:solidFill>
                        <a:schemeClr val="bg1"/>
                      </a:solidFill>
                      <a:latin typeface="+mn-lt"/>
                      <a:ea typeface="+mn-ea"/>
                      <a:cs typeface="+mn-cs"/>
                      <a:sym typeface="Arial"/>
                    </a:defRPr>
                  </a:pPr>
                  <a:endParaRPr lang="en-US"/>
                </a:p>
              </c:txPr>
              <c:showLegendKey val="0"/>
              <c:showVal val="1"/>
              <c:showCatName val="0"/>
              <c:showSerName val="0"/>
              <c:showPercent val="0"/>
              <c:showBubbleSize val="0"/>
              <c:extLst>
                <c:ext xmlns:c15="http://schemas.microsoft.com/office/drawing/2012/chart" uri="{CE6537A1-D6FC-4f65-9D91-7224C49458BB}">
                  <c15:spPr xmlns:c15="http://schemas.microsoft.com/office/drawing/2012/chart">
                    <a:prstGeom prst="rect">
                      <a:avLst/>
                    </a:prstGeom>
                  </c15:spPr>
                </c:ext>
                <c:ext xmlns:c16="http://schemas.microsoft.com/office/drawing/2014/chart" uri="{C3380CC4-5D6E-409C-BE32-E72D297353CC}">
                  <c16:uniqueId val="{00000000-29BB-45EE-96E6-1D9EA225D875}"/>
                </c:ext>
              </c:extLst>
            </c:dLbl>
            <c:dLbl>
              <c:idx val="1"/>
              <c:layout>
                <c:manualLayout>
                  <c:x val="-9.8309083759339361E-3"/>
                  <c:y val="7.7548005908419501E-3"/>
                </c:manualLayout>
              </c:layout>
              <c:numFmt formatCode="#,##0&quot;%&quot;;&quot;-&quot;#,##0&quot;%&quot;" sourceLinked="0"/>
              <c:spPr>
                <a:noFill/>
                <a:ln>
                  <a:noFill/>
                </a:ln>
              </c:spPr>
              <c:txPr>
                <a:bodyPr wrap="none"/>
                <a:lstStyle/>
                <a:p>
                  <a:pPr>
                    <a:defRPr sz="1400" kern="1200">
                      <a:solidFill>
                        <a:schemeClr val="bg1"/>
                      </a:solidFill>
                      <a:latin typeface="+mn-lt"/>
                      <a:ea typeface="+mn-ea"/>
                      <a:cs typeface="+mn-cs"/>
                      <a:sym typeface="Arial"/>
                    </a:defRPr>
                  </a:pPr>
                  <a:endParaRPr lang="en-US"/>
                </a:p>
              </c:txPr>
              <c:showLegendKey val="0"/>
              <c:showVal val="1"/>
              <c:showCatName val="0"/>
              <c:showSerName val="0"/>
              <c:showPercent val="0"/>
              <c:showBubbleSize val="0"/>
              <c:extLst>
                <c:ext xmlns:c15="http://schemas.microsoft.com/office/drawing/2012/chart" uri="{CE6537A1-D6FC-4f65-9D91-7224C49458BB}">
                  <c15:spPr xmlns:c15="http://schemas.microsoft.com/office/drawing/2012/chart">
                    <a:prstGeom prst="rect">
                      <a:avLst/>
                    </a:prstGeom>
                  </c15:spPr>
                </c:ext>
                <c:ext xmlns:c16="http://schemas.microsoft.com/office/drawing/2014/chart" uri="{C3380CC4-5D6E-409C-BE32-E72D297353CC}">
                  <c16:uniqueId val="{00000001-29BB-45EE-96E6-1D9EA225D875}"/>
                </c:ext>
              </c:extLst>
            </c:dLbl>
            <c:spPr>
              <a:noFill/>
              <a:ln>
                <a:noFill/>
              </a:ln>
              <a:effectLst/>
            </c:spPr>
            <c:showLegendKey val="0"/>
            <c:showVal val="0"/>
            <c:showCatName val="0"/>
            <c:showSerName val="0"/>
            <c:showPercent val="0"/>
            <c:showBubbleSize val="0"/>
            <c:extLst>
              <c:ext xmlns:c15="http://schemas.microsoft.com/office/drawing/2012/chart" uri="{CE6537A1-D6FC-4f65-9D91-7224C49458BB}"/>
            </c:extLst>
          </c:dLbls>
          <c:val>
            <c:numRef>
              <c:f>Sheet1!$A$1:$A$2</c:f>
              <c:numCache>
                <c:formatCode>General</c:formatCode>
                <c:ptCount val="2"/>
                <c:pt idx="0">
                  <c:v>28.000000000000004</c:v>
                </c:pt>
                <c:pt idx="1">
                  <c:v>72</c:v>
                </c:pt>
              </c:numCache>
            </c:numRef>
          </c:val>
          <c:extLst>
            <c:ext xmlns:c16="http://schemas.microsoft.com/office/drawing/2014/chart" uri="{C3380CC4-5D6E-409C-BE32-E72D297353CC}">
              <c16:uniqueId val="{00000002-29BB-45EE-96E6-1D9EA225D875}"/>
            </c:ext>
          </c:extLst>
        </c:ser>
        <c:dLbls>
          <c:showLegendKey val="0"/>
          <c:showVal val="0"/>
          <c:showCatName val="0"/>
          <c:showSerName val="0"/>
          <c:showPercent val="0"/>
          <c:showBubbleSize val="0"/>
          <c:showLeaderLines val="1"/>
        </c:dLbls>
        <c:firstSliceAng val="0"/>
        <c:holeSize val="70"/>
      </c:doughnutChart>
    </c:plotArea>
    <c:plotVisOnly val="0"/>
    <c:dispBlanksAs val="gap"/>
    <c:showDLblsOverMax val="1"/>
  </c:chart>
  <c:externalData r:id="rId1">
    <c:autoUpdate val="0"/>
  </c:externalData>
</c:chartSpace>
</file>

<file path=ppt/charts/chart4.xml><?xml version="1.0" encoding="utf-8"?>
<c:chartSpace xmlns:c="http://schemas.openxmlformats.org/drawingml/2006/chart" xmlns:a="http://schemas.openxmlformats.org/drawingml/2006/main" xmlns:r="http://schemas.openxmlformats.org/officeDocument/2006/relationships" xmlns:c16r2="http://schemas.microsoft.com/office/drawing/2015/06/chart">
  <c:date1904 val="0"/>
  <c:lang val="en-US"/>
  <c:roundedCorners val="0"/>
  <mc:AlternateContent xmlns:mc="http://schemas.openxmlformats.org/markup-compatibility/2006">
    <mc:Choice xmlns:c14="http://schemas.microsoft.com/office/drawing/2007/8/2/chart" Requires="c14">
      <c14:style val="102"/>
    </mc:Choice>
    <mc:Fallback>
      <c:style val="2"/>
    </mc:Fallback>
  </mc:AlternateContent>
  <c:chart>
    <c:autoTitleDeleted val="0"/>
    <c:plotArea>
      <c:layout>
        <c:manualLayout>
          <c:layoutTarget val="inner"/>
          <c:xMode val="edge"/>
          <c:yMode val="edge"/>
          <c:x val="0.30753768844221108"/>
          <c:y val="0.15220820189274448"/>
          <c:w val="0.3849246231155779"/>
          <c:h val="0.69558359621451105"/>
        </c:manualLayout>
      </c:layout>
      <c:barChart>
        <c:barDir val="bar"/>
        <c:grouping val="stacked"/>
        <c:varyColors val="0"/>
        <c:ser>
          <c:idx val="0"/>
          <c:order val="0"/>
          <c:spPr>
            <a:solidFill>
              <a:schemeClr val="accent1"/>
            </a:solidFill>
            <a:ln>
              <a:noFill/>
            </a:ln>
          </c:spPr>
          <c:invertIfNegative val="0"/>
          <c:dPt>
            <c:idx val="0"/>
            <c:invertIfNegative val="0"/>
            <c:bubble3D val="0"/>
            <c:spPr>
              <a:solidFill>
                <a:schemeClr val="accent4"/>
              </a:solidFill>
              <a:ln>
                <a:noFill/>
              </a:ln>
            </c:spPr>
            <c:extLst>
              <c:ext xmlns:c16="http://schemas.microsoft.com/office/drawing/2014/chart" uri="{C3380CC4-5D6E-409C-BE32-E72D297353CC}">
                <c16:uniqueId val="{00000000-A6EB-4C43-9EB1-0632AC5861AE}"/>
              </c:ext>
            </c:extLst>
          </c:dPt>
          <c:dLbls>
            <c:dLbl>
              <c:idx val="1"/>
              <c:layout>
                <c:manualLayout>
                  <c:x val="0"/>
                  <c:y val="0"/>
                </c:manualLayout>
              </c:layout>
              <c:numFmt formatCode="#,##0.0&quot;%&quot;;&quot;-&quot;#,##0.0&quot;%&quot;" sourceLinked="0"/>
              <c:spPr>
                <a:noFill/>
                <a:ln>
                  <a:noFill/>
                </a:ln>
              </c:spPr>
              <c:txPr>
                <a:bodyPr wrap="none"/>
                <a:lstStyle/>
                <a:p>
                  <a:pPr>
                    <a:defRPr sz="1400" kern="1200">
                      <a:solidFill>
                        <a:schemeClr val="bg1"/>
                      </a:solidFill>
                      <a:latin typeface="+mn-lt"/>
                      <a:ea typeface="+mn-ea"/>
                      <a:cs typeface="+mn-cs"/>
                    </a:defRPr>
                  </a:pPr>
                  <a:endParaRPr lang="en-US"/>
                </a:p>
              </c:txPr>
              <c:dLblPos val="ctr"/>
              <c:showLegendKey val="0"/>
              <c:showVal val="1"/>
              <c:showCatName val="0"/>
              <c:showSerName val="0"/>
              <c:showPercent val="0"/>
              <c:showBubbleSize val="0"/>
              <c:extLst>
                <c:ext xmlns:c15="http://schemas.microsoft.com/office/drawing/2012/chart" uri="{CE6537A1-D6FC-4f65-9D91-7224C49458BB}">
                  <c15:spPr xmlns:c15="http://schemas.microsoft.com/office/drawing/2012/chart">
                    <a:prstGeom prst="rect">
                      <a:avLst/>
                    </a:prstGeom>
                  </c15:spPr>
                </c:ext>
                <c:ext xmlns:c16="http://schemas.microsoft.com/office/drawing/2014/chart" uri="{C3380CC4-5D6E-409C-BE32-E72D297353CC}">
                  <c16:uniqueId val="{00000001-A6EB-4C43-9EB1-0632AC5861AE}"/>
                </c:ext>
              </c:extLst>
            </c:dLbl>
            <c:spPr>
              <a:noFill/>
              <a:ln>
                <a:noFill/>
              </a:ln>
              <a:effectLst/>
            </c:spPr>
            <c:showLegendKey val="0"/>
            <c:showVal val="0"/>
            <c:showCatName val="0"/>
            <c:showSerName val="0"/>
            <c:showPercent val="0"/>
            <c:showBubbleSize val="0"/>
            <c:extLst>
              <c:ext xmlns:c15="http://schemas.microsoft.com/office/drawing/2012/chart" uri="{CE6537A1-D6FC-4f65-9D91-7224C49458BB}">
                <c15:showLeaderLines val="0"/>
              </c:ext>
            </c:extLst>
          </c:dLbls>
          <c:val>
            <c:numRef>
              <c:f>Sheet1!$A$1:$B$1</c:f>
              <c:numCache>
                <c:formatCode>General</c:formatCode>
                <c:ptCount val="2"/>
                <c:pt idx="0">
                  <c:v>27.200000000000003</c:v>
                </c:pt>
                <c:pt idx="1">
                  <c:v>72.8</c:v>
                </c:pt>
              </c:numCache>
            </c:numRef>
          </c:val>
          <c:extLst>
            <c:ext xmlns:c16="http://schemas.microsoft.com/office/drawing/2014/chart" uri="{C3380CC4-5D6E-409C-BE32-E72D297353CC}">
              <c16:uniqueId val="{00000002-A6EB-4C43-9EB1-0632AC5861AE}"/>
            </c:ext>
          </c:extLst>
        </c:ser>
        <c:dLbls>
          <c:showLegendKey val="0"/>
          <c:showVal val="0"/>
          <c:showCatName val="0"/>
          <c:showSerName val="0"/>
          <c:showPercent val="0"/>
          <c:showBubbleSize val="0"/>
        </c:dLbls>
        <c:gapWidth val="20"/>
        <c:overlap val="100"/>
        <c:axId val="965723520"/>
        <c:axId val="1"/>
      </c:barChart>
      <c:catAx>
        <c:axId val="965723520"/>
        <c:scaling>
          <c:orientation val="maxMin"/>
        </c:scaling>
        <c:delete val="0"/>
        <c:axPos val="l"/>
        <c:majorGridlines>
          <c:spPr>
            <a:ln>
              <a:noFill/>
            </a:ln>
          </c:spPr>
        </c:majorGridlines>
        <c:majorTickMark val="none"/>
        <c:minorTickMark val="none"/>
        <c:tickLblPos val="none"/>
        <c:spPr>
          <a:ln w="6350" cmpd="sng" algn="ctr">
            <a:solidFill>
              <a:schemeClr val="tx1"/>
            </a:solidFill>
            <a:prstDash val="solid"/>
          </a:ln>
        </c:spPr>
        <c:crossAx val="1"/>
        <c:crosses val="min"/>
        <c:auto val="0"/>
        <c:lblAlgn val="ctr"/>
        <c:lblOffset val="100"/>
        <c:noMultiLvlLbl val="0"/>
      </c:catAx>
      <c:valAx>
        <c:axId val="1"/>
        <c:scaling>
          <c:orientation val="minMax"/>
          <c:max val="72.8"/>
          <c:min val="0"/>
        </c:scaling>
        <c:delete val="0"/>
        <c:axPos val="t"/>
        <c:majorGridlines>
          <c:spPr>
            <a:ln>
              <a:noFill/>
            </a:ln>
          </c:spPr>
        </c:majorGridlines>
        <c:numFmt formatCode="General" sourceLinked="1"/>
        <c:majorTickMark val="none"/>
        <c:minorTickMark val="none"/>
        <c:tickLblPos val="none"/>
        <c:spPr>
          <a:ln>
            <a:noFill/>
          </a:ln>
        </c:spPr>
        <c:crossAx val="965723520"/>
        <c:crosses val="min"/>
        <c:crossBetween val="between"/>
      </c:valAx>
    </c:plotArea>
    <c:plotVisOnly val="0"/>
    <c:dispBlanksAs val="gap"/>
    <c:showDLblsOverMax val="1"/>
  </c:chart>
  <c:externalData r:id="rId1">
    <c:autoUpdate val="0"/>
  </c:externalData>
</c:chartSpace>
</file>

<file path=ppt/charts/chart5.xml><?xml version="1.0" encoding="utf-8"?>
<c:chartSpace xmlns:c="http://schemas.openxmlformats.org/drawingml/2006/chart" xmlns:a="http://schemas.openxmlformats.org/drawingml/2006/main" xmlns:r="http://schemas.openxmlformats.org/officeDocument/2006/relationships" xmlns:c16r2="http://schemas.microsoft.com/office/drawing/2015/06/chart">
  <c:date1904 val="0"/>
  <c:lang val="en-US"/>
  <c:roundedCorners val="0"/>
  <mc:AlternateContent xmlns:mc="http://schemas.openxmlformats.org/markup-compatibility/2006">
    <mc:Choice xmlns:c14="http://schemas.microsoft.com/office/drawing/2007/8/2/chart" Requires="c14">
      <c14:style val="102"/>
    </mc:Choice>
    <mc:Fallback>
      <c:style val="2"/>
    </mc:Fallback>
  </mc:AlternateContent>
  <c:chart>
    <c:autoTitleDeleted val="0"/>
    <c:plotArea>
      <c:layout>
        <c:manualLayout>
          <c:layoutTarget val="inner"/>
          <c:xMode val="edge"/>
          <c:yMode val="edge"/>
          <c:x val="1.6586921850079744E-2"/>
          <c:y val="9.809911744738628E-2"/>
          <c:w val="0.96682615629984048"/>
          <c:h val="0.80380176510522738"/>
        </c:manualLayout>
      </c:layout>
      <c:doughnutChart>
        <c:varyColors val="0"/>
        <c:ser>
          <c:idx val="0"/>
          <c:order val="0"/>
          <c:dPt>
            <c:idx val="0"/>
            <c:bubble3D val="0"/>
            <c:explosion val="10"/>
            <c:spPr>
              <a:solidFill>
                <a:schemeClr val="accent1"/>
              </a:solidFill>
              <a:ln>
                <a:noFill/>
              </a:ln>
            </c:spPr>
            <c:extLst>
              <c:ext xmlns:c16="http://schemas.microsoft.com/office/drawing/2014/chart" uri="{C3380CC4-5D6E-409C-BE32-E72D297353CC}">
                <c16:uniqueId val="{00000000-0B27-4FB3-8D57-1C21731A39D5}"/>
              </c:ext>
            </c:extLst>
          </c:dPt>
          <c:dPt>
            <c:idx val="1"/>
            <c:bubble3D val="0"/>
            <c:spPr>
              <a:solidFill>
                <a:schemeClr val="accent6"/>
              </a:solidFill>
              <a:ln>
                <a:noFill/>
              </a:ln>
            </c:spPr>
            <c:extLst>
              <c:ext xmlns:c16="http://schemas.microsoft.com/office/drawing/2014/chart" uri="{C3380CC4-5D6E-409C-BE32-E72D297353CC}">
                <c16:uniqueId val="{00000001-0B27-4FB3-8D57-1C21731A39D5}"/>
              </c:ext>
            </c:extLst>
          </c:dPt>
          <c:dLbls>
            <c:dLbl>
              <c:idx val="0"/>
              <c:layout>
                <c:manualLayout>
                  <c:x val="2.328548644338118E-2"/>
                  <c:y val="-2.0366598778004071E-3"/>
                </c:manualLayout>
              </c:layout>
              <c:numFmt formatCode="#,##0.0&quot;%&quot;;&quot;-&quot;#,##0.0&quot;%&quot;" sourceLinked="0"/>
              <c:spPr>
                <a:noFill/>
                <a:ln>
                  <a:noFill/>
                </a:ln>
              </c:spPr>
              <c:txPr>
                <a:bodyPr wrap="none"/>
                <a:lstStyle/>
                <a:p>
                  <a:pPr>
                    <a:defRPr sz="1400" kern="1200">
                      <a:solidFill>
                        <a:schemeClr val="bg1"/>
                      </a:solidFill>
                      <a:latin typeface="+mn-lt"/>
                      <a:ea typeface="+mn-ea"/>
                      <a:cs typeface="+mn-cs"/>
                    </a:defRPr>
                  </a:pPr>
                  <a:endParaRPr lang="en-US"/>
                </a:p>
              </c:txPr>
              <c:showLegendKey val="0"/>
              <c:showVal val="1"/>
              <c:showCatName val="0"/>
              <c:showSerName val="0"/>
              <c:showPercent val="0"/>
              <c:showBubbleSize val="0"/>
              <c:extLst>
                <c:ext xmlns:c15="http://schemas.microsoft.com/office/drawing/2012/chart" uri="{CE6537A1-D6FC-4f65-9D91-7224C49458BB}">
                  <c15:spPr xmlns:c15="http://schemas.microsoft.com/office/drawing/2012/chart">
                    <a:prstGeom prst="rect">
                      <a:avLst/>
                    </a:prstGeom>
                  </c15:spPr>
                </c:ext>
                <c:ext xmlns:c16="http://schemas.microsoft.com/office/drawing/2014/chart" uri="{C3380CC4-5D6E-409C-BE32-E72D297353CC}">
                  <c16:uniqueId val="{00000000-0B27-4FB3-8D57-1C21731A39D5}"/>
                </c:ext>
              </c:extLst>
            </c:dLbl>
            <c:dLbl>
              <c:idx val="1"/>
              <c:layout>
                <c:manualLayout>
                  <c:x val="-2.3923444976076555E-2"/>
                  <c:y val="2.3761031907671417E-3"/>
                </c:manualLayout>
              </c:layout>
              <c:numFmt formatCode="#,##0.0&quot;%&quot;;&quot;-&quot;#,##0.0&quot;%&quot;" sourceLinked="0"/>
              <c:spPr>
                <a:noFill/>
                <a:ln>
                  <a:noFill/>
                </a:ln>
              </c:spPr>
              <c:txPr>
                <a:bodyPr wrap="none"/>
                <a:lstStyle/>
                <a:p>
                  <a:pPr>
                    <a:defRPr sz="1400" kern="1200">
                      <a:solidFill>
                        <a:schemeClr val="bg1"/>
                      </a:solidFill>
                      <a:latin typeface="+mn-lt"/>
                      <a:ea typeface="+mn-ea"/>
                      <a:cs typeface="+mn-cs"/>
                    </a:defRPr>
                  </a:pPr>
                  <a:endParaRPr lang="en-US"/>
                </a:p>
              </c:txPr>
              <c:showLegendKey val="0"/>
              <c:showVal val="1"/>
              <c:showCatName val="0"/>
              <c:showSerName val="0"/>
              <c:showPercent val="0"/>
              <c:showBubbleSize val="0"/>
              <c:extLst>
                <c:ext xmlns:c15="http://schemas.microsoft.com/office/drawing/2012/chart" uri="{CE6537A1-D6FC-4f65-9D91-7224C49458BB}">
                  <c15:spPr xmlns:c15="http://schemas.microsoft.com/office/drawing/2012/chart">
                    <a:prstGeom prst="rect">
                      <a:avLst/>
                    </a:prstGeom>
                  </c15:spPr>
                </c:ext>
                <c:ext xmlns:c16="http://schemas.microsoft.com/office/drawing/2014/chart" uri="{C3380CC4-5D6E-409C-BE32-E72D297353CC}">
                  <c16:uniqueId val="{00000001-0B27-4FB3-8D57-1C21731A39D5}"/>
                </c:ext>
              </c:extLst>
            </c:dLbl>
            <c:spPr>
              <a:noFill/>
              <a:ln>
                <a:noFill/>
              </a:ln>
              <a:effectLst/>
            </c:spPr>
            <c:showLegendKey val="0"/>
            <c:showVal val="0"/>
            <c:showCatName val="0"/>
            <c:showSerName val="0"/>
            <c:showPercent val="0"/>
            <c:showBubbleSize val="0"/>
            <c:extLst>
              <c:ext xmlns:c15="http://schemas.microsoft.com/office/drawing/2012/chart" uri="{CE6537A1-D6FC-4f65-9D91-7224C49458BB}"/>
            </c:extLst>
          </c:dLbls>
          <c:val>
            <c:numRef>
              <c:f>Sheet1!$A$1:$A$2</c:f>
              <c:numCache>
                <c:formatCode>General</c:formatCode>
                <c:ptCount val="2"/>
                <c:pt idx="0">
                  <c:v>11.191047162270184</c:v>
                </c:pt>
                <c:pt idx="1">
                  <c:v>28.776978417266186</c:v>
                </c:pt>
              </c:numCache>
            </c:numRef>
          </c:val>
          <c:extLst>
            <c:ext xmlns:c16="http://schemas.microsoft.com/office/drawing/2014/chart" uri="{C3380CC4-5D6E-409C-BE32-E72D297353CC}">
              <c16:uniqueId val="{00000002-0B27-4FB3-8D57-1C21731A39D5}"/>
            </c:ext>
          </c:extLst>
        </c:ser>
        <c:dLbls>
          <c:showLegendKey val="0"/>
          <c:showVal val="0"/>
          <c:showCatName val="0"/>
          <c:showSerName val="0"/>
          <c:showPercent val="0"/>
          <c:showBubbleSize val="0"/>
          <c:showLeaderLines val="1"/>
        </c:dLbls>
        <c:firstSliceAng val="40"/>
        <c:holeSize val="60"/>
      </c:doughnutChart>
    </c:plotArea>
    <c:plotVisOnly val="0"/>
    <c:dispBlanksAs val="gap"/>
    <c:showDLblsOverMax val="1"/>
  </c:chart>
  <c:externalData r:id="rId1">
    <c:autoUpdate val="0"/>
  </c:externalData>
</c:chartSpace>
</file>

<file path=ppt/charts/chart6.xml><?xml version="1.0" encoding="utf-8"?>
<c:chartSpace xmlns:c="http://schemas.openxmlformats.org/drawingml/2006/chart" xmlns:a="http://schemas.openxmlformats.org/drawingml/2006/main" xmlns:r="http://schemas.openxmlformats.org/officeDocument/2006/relationships" xmlns:c16r2="http://schemas.microsoft.com/office/drawing/2015/06/chart">
  <c:date1904 val="0"/>
  <c:lang val="en-US"/>
  <c:roundedCorners val="0"/>
  <mc:AlternateContent xmlns:mc="http://schemas.openxmlformats.org/markup-compatibility/2006">
    <mc:Choice xmlns:c14="http://schemas.microsoft.com/office/drawing/2007/8/2/chart" Requires="c14">
      <c14:style val="102"/>
    </mc:Choice>
    <mc:Fallback>
      <c:style val="2"/>
    </mc:Fallback>
  </mc:AlternateContent>
  <c:chart>
    <c:autoTitleDeleted val="0"/>
    <c:plotArea>
      <c:layout>
        <c:manualLayout>
          <c:layoutTarget val="inner"/>
          <c:xMode val="edge"/>
          <c:yMode val="edge"/>
          <c:x val="7.9460269865067462E-2"/>
          <c:y val="7.7478924126856683E-2"/>
          <c:w val="0.89455272363818095"/>
          <c:h val="0.84504215174628661"/>
        </c:manualLayout>
      </c:layout>
      <c:barChart>
        <c:barDir val="bar"/>
        <c:grouping val="stacked"/>
        <c:varyColors val="0"/>
        <c:ser>
          <c:idx val="0"/>
          <c:order val="0"/>
          <c:spPr>
            <a:solidFill>
              <a:schemeClr val="accent1"/>
            </a:solidFill>
            <a:ln>
              <a:noFill/>
            </a:ln>
          </c:spPr>
          <c:invertIfNegative val="0"/>
          <c:dLbls>
            <c:dLbl>
              <c:idx val="2"/>
              <c:layout>
                <c:manualLayout>
                  <c:x val="0.26936531734132935"/>
                  <c:y val="0"/>
                </c:manualLayout>
              </c:layout>
              <c:numFmt formatCode="#,##0;&quot;-&quot;#,##0" sourceLinked="0"/>
              <c:spPr>
                <a:noFill/>
                <a:ln>
                  <a:noFill/>
                </a:ln>
              </c:spPr>
              <c:txPr>
                <a:bodyPr wrap="none"/>
                <a:lstStyle/>
                <a:p>
                  <a:pPr>
                    <a:defRPr sz="1400" kern="1200">
                      <a:solidFill>
                        <a:schemeClr val="tx1"/>
                      </a:solidFill>
                      <a:latin typeface="+mn-lt"/>
                      <a:ea typeface="+mn-ea"/>
                      <a:cs typeface="+mn-cs"/>
                    </a:defRPr>
                  </a:pPr>
                  <a:endParaRPr lang="en-US"/>
                </a:p>
              </c:txPr>
              <c:dLblPos val="ctr"/>
              <c:showLegendKey val="0"/>
              <c:showVal val="1"/>
              <c:showCatName val="0"/>
              <c:showSerName val="0"/>
              <c:showPercent val="0"/>
              <c:showBubbleSize val="0"/>
              <c:extLst>
                <c:ext xmlns:c15="http://schemas.microsoft.com/office/drawing/2012/chart" uri="{CE6537A1-D6FC-4f65-9D91-7224C49458BB}">
                  <c15:spPr xmlns:c15="http://schemas.microsoft.com/office/drawing/2012/chart">
                    <a:prstGeom prst="rect">
                      <a:avLst/>
                    </a:prstGeom>
                  </c15:spPr>
                </c:ext>
                <c:ext xmlns:c16="http://schemas.microsoft.com/office/drawing/2014/chart" uri="{C3380CC4-5D6E-409C-BE32-E72D297353CC}">
                  <c16:uniqueId val="{00000000-CFF8-4E32-B4FF-C1609E316AAC}"/>
                </c:ext>
              </c:extLst>
            </c:dLbl>
            <c:dLbl>
              <c:idx val="3"/>
              <c:layout>
                <c:manualLayout>
                  <c:x val="0.19490254872563717"/>
                  <c:y val="0"/>
                </c:manualLayout>
              </c:layout>
              <c:numFmt formatCode="#,##0;&quot;-&quot;#,##0" sourceLinked="0"/>
              <c:spPr>
                <a:noFill/>
                <a:ln>
                  <a:noFill/>
                </a:ln>
              </c:spPr>
              <c:txPr>
                <a:bodyPr wrap="none"/>
                <a:lstStyle/>
                <a:p>
                  <a:pPr>
                    <a:defRPr sz="1400" kern="1200">
                      <a:solidFill>
                        <a:schemeClr val="tx1"/>
                      </a:solidFill>
                      <a:latin typeface="+mn-lt"/>
                      <a:ea typeface="+mn-ea"/>
                      <a:cs typeface="+mn-cs"/>
                    </a:defRPr>
                  </a:pPr>
                  <a:endParaRPr lang="en-US"/>
                </a:p>
              </c:txPr>
              <c:dLblPos val="ctr"/>
              <c:showLegendKey val="0"/>
              <c:showVal val="1"/>
              <c:showCatName val="0"/>
              <c:showSerName val="0"/>
              <c:showPercent val="0"/>
              <c:showBubbleSize val="0"/>
              <c:extLst>
                <c:ext xmlns:c15="http://schemas.microsoft.com/office/drawing/2012/chart" uri="{CE6537A1-D6FC-4f65-9D91-7224C49458BB}">
                  <c15:spPr xmlns:c15="http://schemas.microsoft.com/office/drawing/2012/chart">
                    <a:prstGeom prst="rect">
                      <a:avLst/>
                    </a:prstGeom>
                  </c15:spPr>
                </c:ext>
                <c:ext xmlns:c16="http://schemas.microsoft.com/office/drawing/2014/chart" uri="{C3380CC4-5D6E-409C-BE32-E72D297353CC}">
                  <c16:uniqueId val="{00000001-CFF8-4E32-B4FF-C1609E316AAC}"/>
                </c:ext>
              </c:extLst>
            </c:dLbl>
            <c:dLbl>
              <c:idx val="4"/>
              <c:layout>
                <c:manualLayout>
                  <c:x val="-0.11494252873563218"/>
                  <c:y val="0"/>
                </c:manualLayout>
              </c:layout>
              <c:numFmt formatCode="#,##0;&quot;-&quot;#,##0" sourceLinked="0"/>
              <c:spPr>
                <a:noFill/>
                <a:ln>
                  <a:noFill/>
                </a:ln>
              </c:spPr>
              <c:txPr>
                <a:bodyPr wrap="none"/>
                <a:lstStyle/>
                <a:p>
                  <a:pPr>
                    <a:defRPr sz="1400" kern="1200">
                      <a:solidFill>
                        <a:schemeClr val="tx1"/>
                      </a:solidFill>
                      <a:latin typeface="+mn-lt"/>
                      <a:ea typeface="+mn-ea"/>
                      <a:cs typeface="+mn-cs"/>
                    </a:defRPr>
                  </a:pPr>
                  <a:endParaRPr lang="en-US"/>
                </a:p>
              </c:txPr>
              <c:dLblPos val="ctr"/>
              <c:showLegendKey val="0"/>
              <c:showVal val="1"/>
              <c:showCatName val="0"/>
              <c:showSerName val="0"/>
              <c:showPercent val="0"/>
              <c:showBubbleSize val="0"/>
              <c:extLst>
                <c:ext xmlns:c15="http://schemas.microsoft.com/office/drawing/2012/chart" uri="{CE6537A1-D6FC-4f65-9D91-7224C49458BB}">
                  <c15:spPr xmlns:c15="http://schemas.microsoft.com/office/drawing/2012/chart">
                    <a:prstGeom prst="rect">
                      <a:avLst/>
                    </a:prstGeom>
                  </c15:spPr>
                </c:ext>
                <c:ext xmlns:c16="http://schemas.microsoft.com/office/drawing/2014/chart" uri="{C3380CC4-5D6E-409C-BE32-E72D297353CC}">
                  <c16:uniqueId val="{00000002-CFF8-4E32-B4FF-C1609E316AAC}"/>
                </c:ext>
              </c:extLst>
            </c:dLbl>
            <c:spPr>
              <a:noFill/>
              <a:ln>
                <a:noFill/>
              </a:ln>
              <a:effectLst/>
            </c:spPr>
            <c:showLegendKey val="0"/>
            <c:showVal val="0"/>
            <c:showCatName val="0"/>
            <c:showSerName val="0"/>
            <c:showPercent val="0"/>
            <c:showBubbleSize val="0"/>
            <c:extLst>
              <c:ext xmlns:c15="http://schemas.microsoft.com/office/drawing/2012/chart" uri="{CE6537A1-D6FC-4f65-9D91-7224C49458BB}">
                <c15:showLeaderLines val="0"/>
              </c:ext>
            </c:extLst>
          </c:dLbls>
          <c:val>
            <c:numRef>
              <c:f>Sheet1!$A$1:$E$1</c:f>
              <c:numCache>
                <c:formatCode>General</c:formatCode>
                <c:ptCount val="5"/>
                <c:pt idx="0">
                  <c:v>25</c:v>
                </c:pt>
                <c:pt idx="1">
                  <c:v>20</c:v>
                </c:pt>
                <c:pt idx="2">
                  <c:v>15</c:v>
                </c:pt>
                <c:pt idx="3">
                  <c:v>10</c:v>
                </c:pt>
                <c:pt idx="4">
                  <c:v>-5</c:v>
                </c:pt>
              </c:numCache>
            </c:numRef>
          </c:val>
          <c:extLst>
            <c:ext xmlns:c16="http://schemas.microsoft.com/office/drawing/2014/chart" uri="{C3380CC4-5D6E-409C-BE32-E72D297353CC}">
              <c16:uniqueId val="{00000003-CFF8-4E32-B4FF-C1609E316AAC}"/>
            </c:ext>
          </c:extLst>
        </c:ser>
        <c:dLbls>
          <c:showLegendKey val="0"/>
          <c:showVal val="0"/>
          <c:showCatName val="0"/>
          <c:showSerName val="0"/>
          <c:showPercent val="0"/>
          <c:showBubbleSize val="0"/>
        </c:dLbls>
        <c:gapWidth val="80"/>
        <c:overlap val="100"/>
        <c:axId val="1093340399"/>
        <c:axId val="1"/>
      </c:barChart>
      <c:catAx>
        <c:axId val="1093340399"/>
        <c:scaling>
          <c:orientation val="maxMin"/>
        </c:scaling>
        <c:delete val="0"/>
        <c:axPos val="l"/>
        <c:majorGridlines>
          <c:spPr>
            <a:ln>
              <a:noFill/>
            </a:ln>
          </c:spPr>
        </c:majorGridlines>
        <c:majorTickMark val="none"/>
        <c:minorTickMark val="none"/>
        <c:tickLblPos val="none"/>
        <c:spPr>
          <a:ln w="9525" cmpd="sng" algn="ctr">
            <a:solidFill>
              <a:schemeClr val="tx1"/>
            </a:solidFill>
            <a:prstDash val="solid"/>
          </a:ln>
        </c:spPr>
        <c:crossAx val="1"/>
        <c:crossesAt val="0"/>
        <c:auto val="0"/>
        <c:lblAlgn val="ctr"/>
        <c:lblOffset val="100"/>
        <c:noMultiLvlLbl val="0"/>
      </c:catAx>
      <c:valAx>
        <c:axId val="1"/>
        <c:scaling>
          <c:orientation val="minMax"/>
          <c:max val="25"/>
          <c:min val="-5"/>
        </c:scaling>
        <c:delete val="0"/>
        <c:axPos val="t"/>
        <c:majorGridlines>
          <c:spPr>
            <a:ln>
              <a:noFill/>
            </a:ln>
          </c:spPr>
        </c:majorGridlines>
        <c:numFmt formatCode="General" sourceLinked="1"/>
        <c:majorTickMark val="none"/>
        <c:minorTickMark val="none"/>
        <c:tickLblPos val="none"/>
        <c:spPr>
          <a:ln w="9525" cmpd="sng" algn="ctr">
            <a:solidFill>
              <a:schemeClr val="bg1"/>
            </a:solidFill>
            <a:prstDash val="solid"/>
          </a:ln>
        </c:spPr>
        <c:crossAx val="1093340399"/>
        <c:crosses val="min"/>
        <c:crossBetween val="between"/>
      </c:valAx>
    </c:plotArea>
    <c:plotVisOnly val="0"/>
    <c:dispBlanksAs val="gap"/>
    <c:showDLblsOverMax val="1"/>
  </c:chart>
  <c:externalData r:id="rId1">
    <c:autoUpdate val="0"/>
  </c:externalData>
</c:chartSpace>
</file>

<file path=ppt/charts/chart7.xml><?xml version="1.0" encoding="utf-8"?>
<c:chartSpace xmlns:c="http://schemas.openxmlformats.org/drawingml/2006/chart" xmlns:a="http://schemas.openxmlformats.org/drawingml/2006/main" xmlns:r="http://schemas.openxmlformats.org/officeDocument/2006/relationships" xmlns:c16r2="http://schemas.microsoft.com/office/drawing/2015/06/chart">
  <c:date1904 val="0"/>
  <c:lang val="en-US"/>
  <c:roundedCorners val="0"/>
  <mc:AlternateContent xmlns:mc="http://schemas.openxmlformats.org/markup-compatibility/2006">
    <mc:Choice xmlns:c14="http://schemas.microsoft.com/office/drawing/2007/8/2/chart" Requires="c14">
      <c14:style val="102"/>
    </mc:Choice>
    <mc:Fallback>
      <c:style val="2"/>
    </mc:Fallback>
  </mc:AlternateContent>
  <c:chart>
    <c:autoTitleDeleted val="0"/>
    <c:plotArea>
      <c:layout>
        <c:manualLayout>
          <c:layoutTarget val="inner"/>
          <c:xMode val="edge"/>
          <c:yMode val="edge"/>
          <c:x val="4.0466926070038912E-2"/>
          <c:y val="2.3540063377093707E-2"/>
          <c:w val="0.91906614785992213"/>
          <c:h val="0.95291987324581262"/>
        </c:manualLayout>
      </c:layout>
      <c:barChart>
        <c:barDir val="bar"/>
        <c:grouping val="stacked"/>
        <c:varyColors val="0"/>
        <c:ser>
          <c:idx val="0"/>
          <c:order val="0"/>
          <c:spPr>
            <a:solidFill>
              <a:schemeClr val="accent2"/>
            </a:solidFill>
            <a:ln>
              <a:noFill/>
            </a:ln>
          </c:spPr>
          <c:invertIfNegative val="0"/>
          <c:val>
            <c:numRef>
              <c:f>Sheet1!$A$1:$E$1</c:f>
              <c:numCache>
                <c:formatCode>General</c:formatCode>
                <c:ptCount val="5"/>
                <c:pt idx="0">
                  <c:v>0</c:v>
                </c:pt>
                <c:pt idx="1">
                  <c:v>14.8</c:v>
                </c:pt>
                <c:pt idx="2">
                  <c:v>11.4</c:v>
                </c:pt>
                <c:pt idx="3">
                  <c:v>23.3</c:v>
                </c:pt>
                <c:pt idx="4">
                  <c:v>23</c:v>
                </c:pt>
              </c:numCache>
            </c:numRef>
          </c:val>
          <c:extLst>
            <c:ext xmlns:c16="http://schemas.microsoft.com/office/drawing/2014/chart" uri="{C3380CC4-5D6E-409C-BE32-E72D297353CC}">
              <c16:uniqueId val="{00000000-0419-4334-A3E8-8CC30E376EFC}"/>
            </c:ext>
          </c:extLst>
        </c:ser>
        <c:dLbls>
          <c:showLegendKey val="0"/>
          <c:showVal val="0"/>
          <c:showCatName val="0"/>
          <c:showSerName val="0"/>
          <c:showPercent val="0"/>
          <c:showBubbleSize val="0"/>
        </c:dLbls>
        <c:gapWidth val="80"/>
        <c:overlap val="100"/>
        <c:axId val="1674866528"/>
        <c:axId val="1"/>
      </c:barChart>
      <c:catAx>
        <c:axId val="1674866528"/>
        <c:scaling>
          <c:orientation val="maxMin"/>
        </c:scaling>
        <c:delete val="0"/>
        <c:axPos val="l"/>
        <c:majorGridlines>
          <c:spPr>
            <a:ln>
              <a:noFill/>
            </a:ln>
          </c:spPr>
        </c:majorGridlines>
        <c:majorTickMark val="none"/>
        <c:minorTickMark val="none"/>
        <c:tickLblPos val="none"/>
        <c:spPr>
          <a:ln w="9525" cmpd="sng" algn="ctr">
            <a:solidFill>
              <a:schemeClr val="tx1"/>
            </a:solidFill>
            <a:prstDash val="solid"/>
          </a:ln>
        </c:spPr>
        <c:crossAx val="1"/>
        <c:crossesAt val="0"/>
        <c:auto val="0"/>
        <c:lblAlgn val="ctr"/>
        <c:lblOffset val="100"/>
        <c:noMultiLvlLbl val="0"/>
      </c:catAx>
      <c:valAx>
        <c:axId val="1"/>
        <c:scaling>
          <c:orientation val="minMax"/>
          <c:max val="25"/>
          <c:min val="-5"/>
        </c:scaling>
        <c:delete val="0"/>
        <c:axPos val="t"/>
        <c:majorGridlines>
          <c:spPr>
            <a:ln>
              <a:noFill/>
            </a:ln>
          </c:spPr>
        </c:majorGridlines>
        <c:numFmt formatCode="General" sourceLinked="1"/>
        <c:majorTickMark val="none"/>
        <c:minorTickMark val="none"/>
        <c:tickLblPos val="none"/>
        <c:spPr>
          <a:ln w="9525" cmpd="sng" algn="ctr">
            <a:solidFill>
              <a:schemeClr val="bg1"/>
            </a:solidFill>
            <a:prstDash val="solid"/>
          </a:ln>
        </c:spPr>
        <c:crossAx val="1674866528"/>
        <c:crosses val="min"/>
        <c:crossBetween val="between"/>
      </c:valAx>
    </c:plotArea>
    <c:plotVisOnly val="0"/>
    <c:dispBlanksAs val="gap"/>
    <c:showDLblsOverMax val="1"/>
  </c:chart>
  <c:externalData r:id="rId1">
    <c:autoUpdate val="0"/>
  </c:externalData>
</c:chartSpace>
</file>

<file path=ppt/notesMasters/_rels/notesMaster1.xml.rels><?xml version="1.0" encoding="UTF-8" standalone="yes"?>
<Relationships xmlns="http://schemas.openxmlformats.org/package/2006/relationships"><Relationship Id="rId1" Type="http://schemas.openxmlformats.org/officeDocument/2006/relationships/theme" Target="../theme/theme2.xml"/></Relationships>
</file>

<file path=ppt/notesMasters/notesMaster1.xml><?xml version="1.0" encoding="utf-8"?>
<p:notes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Header Placeholder 1"/>
          <p:cNvSpPr>
            <a:spLocks noGrp="1"/>
          </p:cNvSpPr>
          <p:nvPr>
            <p:ph type="hdr" sz="quarter"/>
          </p:nvPr>
        </p:nvSpPr>
        <p:spPr>
          <a:xfrm>
            <a:off x="0" y="0"/>
            <a:ext cx="2971800" cy="458788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l">
              <a:defRPr sz="1200"/>
            </a:lvl1pPr>
          </a:lstStyle>
          <a:p>
            <a:endParaRPr lang="en-US"/>
          </a:p>
        </p:txBody>
      </p:sp>
      <p:sp>
        <p:nvSpPr>
          <p:cNvPr id="3" name="Date Placeholder 2"/>
          <p:cNvSpPr>
            <a:spLocks noGrp="1"/>
          </p:cNvSpPr>
          <p:nvPr>
            <p:ph type="dt" idx="1"/>
          </p:nvPr>
        </p:nvSpPr>
        <p:spPr>
          <a:xfrm>
            <a:off x="3884613" y="0"/>
            <a:ext cx="2971800" cy="458788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r">
              <a:defRPr sz="1200"/>
            </a:lvl1pPr>
          </a:lstStyle>
          <a:p>
            <a:fld id="{FF09CC6C-51CA-4A68-B0E7-1CFDACA4A8ED}" type="datetimeFigureOut">
              <a:rPr lang="en-US" smtClean="0"/>
              <a:t>01/17/26</a:t>
            </a:fld>
            <a:endParaRPr lang="en-US"/>
          </a:p>
        </p:txBody>
      </p:sp>
      <p:sp>
        <p:nvSpPr>
          <p:cNvPr id="4" name="Slide Image Placeholder 3"/>
          <p:cNvSpPr>
            <a:spLocks noGrp="1" noRot="1" noChangeAspect="1"/>
          </p:cNvSpPr>
          <p:nvPr>
            <p:ph type="sldImg" idx="2"/>
          </p:nvPr>
        </p:nvSpPr>
        <p:spPr>
          <a:xfrm>
            <a:off x="685800" y="1143000"/>
            <a:ext cx="5486400" cy="3086100"/>
          </a:xfrm>
          <a:prstGeom prst="rect">
            <a:avLst/>
          </a:prstGeom>
          <a:noFill/>
          <a:ln w="12700">
            <a:solidFill>
              <a:prstClr val="black"/>
            </a:solidFill>
          </a:ln>
        </p:spPr>
        <p:txBody>
          <a:bodyPr vert="horz" lIns="91440" tIns="45720" rIns="91440" bIns="45720" rtlCol="0" anchor="ctr"/>
          <a:lstStyle/>
          <a:p>
            <a:endParaRPr lang="en-US"/>
          </a:p>
        </p:txBody>
      </p:sp>
      <p:sp>
        <p:nvSpPr>
          <p:cNvPr id="5" name="Notes Placeholder 4"/>
          <p:cNvSpPr>
            <a:spLocks noGrp="1"/>
          </p:cNvSpPr>
          <p:nvPr>
            <p:ph type="body" sz="quarter" idx="3"/>
          </p:nvPr>
        </p:nvSpPr>
        <p:spPr>
          <a:xfrm>
            <a:off x="685800" y="4400550"/>
            <a:ext cx="5486400" cy="3600450"/>
          </a:xfrm>
          <a:prstGeom prst="rect">
            <a:avLst/>
          </a:prstGeom>
        </p:spPr>
        <p:txBody>
          <a:bodyPr vert="horz" lIns="91440" tIns="45720" rIns="91440" bIns="45720" rtlCol="0"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4"/>
          </p:nvPr>
        </p:nvSpPr>
        <p:spPr>
          <a:xfrm>
            <a:off x="0" y="8685213"/>
            <a:ext cx="2971800" cy="458787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l">
              <a:defRPr sz="1200"/>
            </a:lvl1pPr>
          </a:lstStyle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5"/>
          </p:nvPr>
        </p:nvSpPr>
        <p:spPr>
          <a:xfrm>
            <a:off x="3884613" y="8685213"/>
            <a:ext cx="2971800" cy="458787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r">
              <a:defRPr sz="1200"/>
            </a:lvl1pPr>
          </a:lstStyle>
          <a:p>
            <a:fld id="{4B906A7E-7D44-4D8A-822E-C82AFE1C5FCC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514130302"/>
      </p:ext>
    </p:extLst>
  </p:cSld>
  <p:clrMap bg1="lt1" tx1="dk1" bg2="lt2" tx2="dk2" accent1="accent1" accent2="accent2" accent3="accent3" accent4="accent4" accent5="accent5" accent6="accent6" hlink="hlink" folHlink="folHlink"/>
  <p:notesStyle>
    <a:lvl1pPr marL="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9pPr>
  </p:notesStyle>
</p:notesMaster>
</file>

<file path=ppt/notesSlides/_rels/notesSlide1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.xml"/><Relationship Id="rId1" Type="http://schemas.openxmlformats.org/officeDocument/2006/relationships/notesMaster" Target="../notesMasters/notesMaster1.xml"/></Relationships>
</file>

<file path=ppt/notesSlides/_rels/notesSlide2.xml.rels><?xml version="1.0" encoding="UTF-8" standalone="yes"?>
<Relationships xmlns="http://schemas.openxmlformats.org/package/2006/relationships"><Relationship Id="rId2" Type="http://schemas.openxmlformats.org/officeDocument/2006/relationships/slide" Target="../slides/slide2.xml"/><Relationship Id="rId1" Type="http://schemas.openxmlformats.org/officeDocument/2006/relationships/notesMaster" Target="../notesMasters/notesMaster1.xml"/></Relationships>
</file>

<file path=ppt/notesSlides/_rels/notesSlide3.xml.rels><?xml version="1.0" encoding="UTF-8" standalone="yes"?>
<Relationships xmlns="http://schemas.openxmlformats.org/package/2006/relationships"><Relationship Id="rId2" Type="http://schemas.openxmlformats.org/officeDocument/2006/relationships/slide" Target="../slides/slide3.xml"/><Relationship Id="rId1" Type="http://schemas.openxmlformats.org/officeDocument/2006/relationships/notesMaster" Target="../notesMasters/notesMaster1.xml"/></Relationships>
</file>

<file path=ppt/notesSlides/_rels/notesSlide4.xml.rels><?xml version="1.0" encoding="UTF-8" standalone="yes"?>
<Relationships xmlns="http://schemas.openxmlformats.org/package/2006/relationships"><Relationship Id="rId2" Type="http://schemas.openxmlformats.org/officeDocument/2006/relationships/slide" Target="../slides/slide4.xml"/><Relationship Id="rId1" Type="http://schemas.openxmlformats.org/officeDocument/2006/relationships/notesMaster" Target="../notesMasters/notesMaster1.xml"/></Relationships>
</file>

<file path=ppt/notesSlides/_rels/notesSlide5.xml.rels><?xml version="1.0" encoding="UTF-8" standalone="yes"?>
<Relationships xmlns="http://schemas.openxmlformats.org/package/2006/relationships"><Relationship Id="rId2" Type="http://schemas.openxmlformats.org/officeDocument/2006/relationships/slide" Target="../slides/slide6.xml"/><Relationship Id="rId1" Type="http://schemas.openxmlformats.org/officeDocument/2006/relationships/notesMaster" Target="../notesMasters/notesMaster1.xml"/></Relationships>
</file>

<file path=ppt/notesSlides/_rels/notesSlide6.xml.rels><?xml version="1.0" encoding="UTF-8" standalone="yes"?>
<Relationships xmlns="http://schemas.openxmlformats.org/package/2006/relationships"><Relationship Id="rId2" Type="http://schemas.openxmlformats.org/officeDocument/2006/relationships/slide" Target="../slides/slide7.xml"/><Relationship Id="rId1" Type="http://schemas.openxmlformats.org/officeDocument/2006/relationships/notesMaster" Target="../notesMasters/notesMaster1.xml"/></Relationships>
</file>

<file path=ppt/notesSlides/_rels/notesSlide7.xml.rels><?xml version="1.0" encoding="UTF-8" standalone="yes"?>
<Relationships xmlns="http://schemas.openxmlformats.org/package/2006/relationships"><Relationship Id="rId2" Type="http://schemas.openxmlformats.org/officeDocument/2006/relationships/slide" Target="../slides/slide8.xml"/><Relationship Id="rId1" Type="http://schemas.openxmlformats.org/officeDocument/2006/relationships/notesMaster" Target="../notesMasters/notesMaster1.xml"/></Relationships>
</file>

<file path=ppt/notesSlides/_rels/notesSlide8.xml.rels><?xml version="1.0" encoding="UTF-8" standalone="yes"?>
<Relationships xmlns="http://schemas.openxmlformats.org/package/2006/relationships"><Relationship Id="rId2" Type="http://schemas.openxmlformats.org/officeDocument/2006/relationships/slide" Target="../slides/slide9.xml"/><Relationship Id="rId1" Type="http://schemas.openxmlformats.org/officeDocument/2006/relationships/notesMaster" Target="../notesMasters/notesMaster1.xml"/></Relationships>
</file>

<file path=ppt/notesSlides/_rels/notesSlide9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0.xml"/><Relationship Id="rId1" Type="http://schemas.openxmlformats.org/officeDocument/2006/relationships/notesMaster" Target="../notesMasters/notesMaster1.xml"/></Relationships>
</file>

<file path=ppt/notesSlides/_rels/notesSlide10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1.xml"/><Relationship Id="rId1" Type="http://schemas.openxmlformats.org/officeDocument/2006/relationships/notesMaster" Target="../notesMasters/notesMaster1.xml"/></Relationships>
</file>

<file path=ppt/notesSlides/_rels/notesSlide11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3.xml"/><Relationship Id="rId1" Type="http://schemas.openxmlformats.org/officeDocument/2006/relationships/notesMaster" Target="../notesMasters/notesMaster1.xml"/></Relationships>
</file>

<file path=ppt/notesSlides/_rels/notesSlide12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5.xml"/><Relationship Id="rId1" Type="http://schemas.openxmlformats.org/officeDocument/2006/relationships/notesMaster" Target="../notesMasters/notesMaster1.xml"/></Relationships>
</file>

<file path=ppt/notesSlides/notesSlide1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5"/>
          </p:nvPr>
        </p:nvSpPr>
        <p:spPr/>
        <p:txBody>
          <a:bodyPr/>
          <a:lstStyle/>
          <a:p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800925095"/>
      </p:ext>
    </p:extLst>
  </p:cSld>
  <p:clrMapOvr>
    <a:masterClrMapping/>
  </p:clrMapOvr>
</p:notes>
</file>

<file path=ppt/notesSlides/notesSlide2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5"/>
          </p:nvPr>
        </p:nvSpPr>
        <p:spPr/>
        <p:txBody>
          <a:bodyPr/>
          <a:lstStyle/>
          <a:p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429112955"/>
      </p:ext>
    </p:extLst>
  </p:cSld>
  <p:clrMapOvr>
    <a:masterClrMapping/>
  </p:clrMapOvr>
</p:notes>
</file>

<file path=ppt/notesSlides/notesSlide3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5"/>
          </p:nvPr>
        </p:nvSpPr>
        <p:spPr/>
        <p:txBody>
          <a:bodyPr/>
          <a:lstStyle/>
          <a:p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429112955"/>
      </p:ext>
    </p:extLst>
  </p:cSld>
  <p:clrMapOvr>
    <a:masterClrMapping/>
  </p:clrMapOvr>
</p:notes>
</file>

<file path=ppt/notesSlides/notesSlide4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5"/>
          </p:nvPr>
        </p:nvSpPr>
        <p:spPr/>
        <p:txBody>
          <a:bodyPr/>
          <a:lstStyle/>
          <a:p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183086548"/>
      </p:ext>
    </p:extLst>
  </p:cSld>
  <p:clrMapOvr>
    <a:masterClrMapping/>
  </p:clrMapOvr>
</p:notes>
</file>

<file path=ppt/notesSlides/notesSlide5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5"/>
          </p:nvPr>
        </p:nvSpPr>
        <p:spPr/>
        <p:txBody>
          <a:bodyPr/>
          <a:lstStyle/>
          <a:p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639046816"/>
      </p:ext>
    </p:extLst>
  </p:cSld>
  <p:clrMapOvr>
    <a:masterClrMapping/>
  </p:clrMapOvr>
</p:notes>
</file>

<file path=ppt/notesSlides/notesSlide6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5"/>
          </p:nvPr>
        </p:nvSpPr>
        <p:spPr/>
        <p:txBody>
          <a:bodyPr/>
          <a:lstStyle/>
          <a:p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367315651"/>
      </p:ext>
    </p:extLst>
  </p:cSld>
  <p:clrMapOvr>
    <a:masterClrMapping/>
  </p:clrMapOvr>
</p:notes>
</file>

<file path=ppt/notesSlides/notesSlide7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5"/>
          </p:nvPr>
        </p:nvSpPr>
        <p:spPr/>
        <p:txBody>
          <a:bodyPr/>
          <a:lstStyle/>
          <a:p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4021666542"/>
      </p:ext>
    </p:extLst>
  </p:cSld>
  <p:clrMapOvr>
    <a:masterClrMapping/>
  </p:clrMapOvr>
</p:notes>
</file>

<file path=ppt/notesSlides/notesSlide8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5"/>
          </p:nvPr>
        </p:nvSpPr>
        <p:spPr/>
        <p:txBody>
          <a:bodyPr/>
          <a:lstStyle/>
          <a:p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764686924"/>
      </p:ext>
    </p:extLst>
  </p:cSld>
  <p:clrMapOvr>
    <a:masterClrMapping/>
  </p:clrMapOvr>
</p:notes>
</file>

<file path=ppt/notesSlides/notesSlide9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8556F3DD-3007-776A-1B71-38661619FA3A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>
            <a:extLst>
              <a:ext uri="{FF2B5EF4-FFF2-40B4-BE49-F238E27FC236}">
                <a16:creationId xmlns:a16="http://schemas.microsoft.com/office/drawing/2014/main" id="{226431EF-5D8A-8766-08F3-899F88B91A82}"/>
              </a:ext>
            </a:extLst>
          </p:cNvPr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>
            <a:extLst>
              <a:ext uri="{FF2B5EF4-FFF2-40B4-BE49-F238E27FC236}">
                <a16:creationId xmlns:a16="http://schemas.microsoft.com/office/drawing/2014/main" id="{5AAF5AAA-C550-CD2D-3BA9-250C063EECF8}"/>
              </a:ext>
            </a:extLst>
          </p:cNvPr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4" name="Slide Number Placeholder 3">
            <a:extLst>
              <a:ext uri="{FF2B5EF4-FFF2-40B4-BE49-F238E27FC236}">
                <a16:creationId xmlns:a16="http://schemas.microsoft.com/office/drawing/2014/main" id="{1CA2A6F4-CBB0-4EF6-3BE7-C29DE09EC5F0}"/>
              </a:ext>
            </a:extLst>
          </p:cNvPr>
          <p:cNvSpPr>
            <a:spLocks noGrp="1"/>
          </p:cNvSpPr>
          <p:nvPr>
            <p:ph type="sldNum" sz="quarter" idx="5"/>
          </p:nvPr>
        </p:nvSpPr>
        <p:spPr/>
        <p:txBody>
          <a:bodyPr/>
          <a:lstStyle/>
          <a:p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869259920"/>
      </p:ext>
    </p:extLst>
  </p:cSld>
  <p:clrMapOvr>
    <a:masterClrMapping/>
  </p:clrMapOvr>
</p:notes>
</file>

<file path=ppt/notesSlides/notesSlide10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9BC2C856-CAF7-6952-7868-61729D5A26AF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>
            <a:extLst>
              <a:ext uri="{FF2B5EF4-FFF2-40B4-BE49-F238E27FC236}">
                <a16:creationId xmlns:a16="http://schemas.microsoft.com/office/drawing/2014/main" id="{C2CDCEC8-1E21-32AE-3591-A01FD88CB76A}"/>
              </a:ext>
            </a:extLst>
          </p:cNvPr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>
            <a:extLst>
              <a:ext uri="{FF2B5EF4-FFF2-40B4-BE49-F238E27FC236}">
                <a16:creationId xmlns:a16="http://schemas.microsoft.com/office/drawing/2014/main" id="{C1EDAFB5-EA7C-834E-C65A-B1B400BA8C35}"/>
              </a:ext>
            </a:extLst>
          </p:cNvPr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Slide Number Placeholder 3">
            <a:extLst>
              <a:ext uri="{FF2B5EF4-FFF2-40B4-BE49-F238E27FC236}">
                <a16:creationId xmlns:a16="http://schemas.microsoft.com/office/drawing/2014/main" id="{CE9CD64C-7D4E-6CE0-D7FF-52B3FC0D7842}"/>
              </a:ext>
            </a:extLst>
          </p:cNvPr>
          <p:cNvSpPr>
            <a:spLocks noGrp="1"/>
          </p:cNvSpPr>
          <p:nvPr>
            <p:ph type="sldNum" sz="quarter" idx="5"/>
          </p:nvPr>
        </p:nvSpPr>
        <p:spPr/>
        <p:txBody>
          <a:bodyPr/>
          <a:lstStyle/>
          <a:p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760809408"/>
      </p:ext>
    </p:extLst>
  </p:cSld>
  <p:clrMapOvr>
    <a:masterClrMapping/>
  </p:clrMapOvr>
</p:notes>
</file>

<file path=ppt/notesSlides/notesSlide11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5"/>
          </p:nvPr>
        </p:nvSpPr>
        <p:spPr/>
        <p:txBody>
          <a:bodyPr/>
          <a:lstStyle/>
          <a:p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977352723"/>
      </p:ext>
    </p:extLst>
  </p:cSld>
  <p:clrMapOvr>
    <a:masterClrMapping/>
  </p:clrMapOvr>
</p:notes>
</file>

<file path=ppt/notesSlides/notesSlide12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5"/>
          </p:nvPr>
        </p:nvSpPr>
        <p:spPr/>
        <p:txBody>
          <a:bodyPr/>
          <a:lstStyle/>
          <a:p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796843025"/>
      </p:ext>
    </p:extLst>
  </p:cSld>
  <p:clrMapOvr>
    <a:masterClrMapping/>
  </p:clrMapOvr>
</p:notes>
</file>

<file path=ppt/slideLayouts/_rels/slideLayout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3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4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5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6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7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8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9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0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type="title" preserve="1">
  <p:cSld name="Title Slid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45DBB181-3A11-7DC4-2E2C-39493DCEA969}"/>
              </a:ext>
            </a:extLst>
          </p:cNvPr>
          <p:cNvSpPr>
            <a:spLocks noGrp="1"/>
          </p:cNvSpPr>
          <p:nvPr>
            <p:ph type="ctrTitle"/>
          </p:nvPr>
        </p:nvSpPr>
        <p:spPr>
          <a:xfrm>
            <a:off x="1524000" y="1122363"/>
            <a:ext cx="9144000" cy="2387600"/>
          </a:xfrm>
        </p:spPr>
        <p:txBody>
          <a:bodyPr anchor="b"/>
          <a:lstStyle>
            <a:lvl1pPr algn="ctr">
              <a:defRPr sz="6000"/>
            </a:lvl1pPr>
          </a:lstStyle>
          <a:p>
            <a:r>
              <a:rPr lang="en-US"/>
              <a:t>Click to edit Master title style</a:t>
            </a:r>
          </a:p>
        </p:txBody>
      </p:sp>
      <p:sp>
        <p:nvSpPr>
          <p:cNvPr id="3" name="Subtitle 2">
            <a:extLst>
              <a:ext uri="{FF2B5EF4-FFF2-40B4-BE49-F238E27FC236}">
                <a16:creationId xmlns:a16="http://schemas.microsoft.com/office/drawing/2014/main" id="{806AA4C6-FFF3-45D4-20B7-DF75275FE8DB}"/>
              </a:ext>
            </a:extLst>
          </p:cNvPr>
          <p:cNvSpPr>
            <a:spLocks noGrp="1"/>
          </p:cNvSpPr>
          <p:nvPr>
            <p:ph type="subTitle" idx="1"/>
          </p:nvPr>
        </p:nvSpPr>
        <p:spPr>
          <a:xfrm>
            <a:off x="1524000" y="3602038"/>
            <a:ext cx="9144000" cy="1655762"/>
          </a:xfrm>
        </p:spPr>
        <p:txBody>
          <a:bodyPr/>
          <a:lstStyle>
            <a:lvl1pPr marL="0" indent="0" algn="ctr">
              <a:buNone/>
              <a:defRPr sz="2400"/>
            </a:lvl1pPr>
            <a:lvl2pPr marL="457200" indent="0" algn="ctr">
              <a:buNone/>
              <a:defRPr sz="2000"/>
            </a:lvl2pPr>
            <a:lvl3pPr marL="914400" indent="0" algn="ctr">
              <a:buNone/>
              <a:defRPr sz="1800"/>
            </a:lvl3pPr>
            <a:lvl4pPr marL="1371600" indent="0" algn="ctr">
              <a:buNone/>
              <a:defRPr sz="1600"/>
            </a:lvl4pPr>
            <a:lvl5pPr marL="1828800" indent="0" algn="ctr">
              <a:buNone/>
              <a:defRPr sz="1600"/>
            </a:lvl5pPr>
            <a:lvl6pPr marL="2286000" indent="0" algn="ctr">
              <a:buNone/>
              <a:defRPr sz="1600"/>
            </a:lvl6pPr>
            <a:lvl7pPr marL="2743200" indent="0" algn="ctr">
              <a:buNone/>
              <a:defRPr sz="1600"/>
            </a:lvl7pPr>
            <a:lvl8pPr marL="3200400" indent="0" algn="ctr">
              <a:buNone/>
              <a:defRPr sz="1600"/>
            </a:lvl8pPr>
            <a:lvl9pPr marL="3657600" indent="0" algn="ctr">
              <a:buNone/>
              <a:defRPr sz="1600"/>
            </a:lvl9pPr>
          </a:lstStyle>
          <a:p>
            <a:r>
              <a:rPr lang="en-US"/>
              <a:t>Click to edit Master subtitle style</a:t>
            </a:r>
          </a:p>
        </p:txBody>
      </p:sp>
      <p:sp>
        <p:nvSpPr>
          <p:cNvPr id="4" name="Date Placeholder 3">
            <a:extLst>
              <a:ext uri="{FF2B5EF4-FFF2-40B4-BE49-F238E27FC236}">
                <a16:creationId xmlns:a16="http://schemas.microsoft.com/office/drawing/2014/main" id="{C98CD007-A54A-DB0F-F2A8-BEBF5359D71D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90C60570-39D2-42A9-8EC4-4C80AC5819C7}" type="datetimeFigureOut">
              <a:rPr lang="en-US" smtClean="0"/>
              <a:t>01/17/26</a:t>
            </a:fld>
            <a:endParaRPr lang="en-US"/>
          </a:p>
        </p:txBody>
      </p:sp>
      <p:sp>
        <p:nvSpPr>
          <p:cNvPr id="5" name="Footer Placeholder 4">
            <a:extLst>
              <a:ext uri="{FF2B5EF4-FFF2-40B4-BE49-F238E27FC236}">
                <a16:creationId xmlns:a16="http://schemas.microsoft.com/office/drawing/2014/main" id="{06025376-ACC3-1BAD-8942-ABEAB177335A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>
            <a:extLst>
              <a:ext uri="{FF2B5EF4-FFF2-40B4-BE49-F238E27FC236}">
                <a16:creationId xmlns:a16="http://schemas.microsoft.com/office/drawing/2014/main" id="{0FEAC3A2-170D-46F5-AC39-1B01F4ED3950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A5CFB6F2-DBBB-4206-BA02-08C9F4FF3B40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730848292"/>
      </p:ext>
    </p:extLst>
  </p:cSld>
  <p:clrMapOvr>
    <a:masterClrMapping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type="obj" preserve="1">
  <p:cSld name="Title and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02437FAD-2388-C856-4AC3-7BC882F889F2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/>
              <a:t>Click to edit Master title style</a:t>
            </a:r>
          </a:p>
        </p:txBody>
      </p:sp>
      <p:sp>
        <p:nvSpPr>
          <p:cNvPr id="3" name="Content Placeholder 2">
            <a:extLst>
              <a:ext uri="{FF2B5EF4-FFF2-40B4-BE49-F238E27FC236}">
                <a16:creationId xmlns:a16="http://schemas.microsoft.com/office/drawing/2014/main" id="{8C7EBA37-3291-CC13-75F4-D8FD5A4689E4}"/>
              </a:ext>
            </a:extLst>
          </p:cNvPr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4" name="Date Placeholder 3">
            <a:extLst>
              <a:ext uri="{FF2B5EF4-FFF2-40B4-BE49-F238E27FC236}">
                <a16:creationId xmlns:a16="http://schemas.microsoft.com/office/drawing/2014/main" id="{CFD0A3F8-6898-DB3D-2F07-06BC6E230CD3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90C60570-39D2-42A9-8EC4-4C80AC5819C7}" type="datetimeFigureOut">
              <a:rPr lang="en-US" smtClean="0"/>
              <a:t>01/17/26</a:t>
            </a:fld>
            <a:endParaRPr lang="en-US"/>
          </a:p>
        </p:txBody>
      </p:sp>
      <p:sp>
        <p:nvSpPr>
          <p:cNvPr id="5" name="Footer Placeholder 4">
            <a:extLst>
              <a:ext uri="{FF2B5EF4-FFF2-40B4-BE49-F238E27FC236}">
                <a16:creationId xmlns:a16="http://schemas.microsoft.com/office/drawing/2014/main" id="{D94E3DA7-30A0-A9E2-C7EF-4C8414EA83E6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>
            <a:extLst>
              <a:ext uri="{FF2B5EF4-FFF2-40B4-BE49-F238E27FC236}">
                <a16:creationId xmlns:a16="http://schemas.microsoft.com/office/drawing/2014/main" id="{65128491-999B-F6C8-C4B0-84EE6ABA69AE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A5CFB6F2-DBBB-4206-BA02-08C9F4FF3B40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320814107"/>
      </p:ext>
    </p:extLst>
  </p:cSld>
  <p:clrMapOvr>
    <a:masterClrMapping/>
  </p:clrMapOvr>
</p:sldLayout>
</file>

<file path=ppt/slideLayouts/slideLayout3.xml><?xml version="1.0" encoding="utf-8"?>
<p:sldLayout xmlns:a="http://schemas.openxmlformats.org/drawingml/2006/main" xmlns:r="http://schemas.openxmlformats.org/officeDocument/2006/relationships" xmlns:p="http://schemas.openxmlformats.org/presentationml/2006/main" type="secHead" preserve="1">
  <p:cSld name="Section Header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D7760428-DF58-2A50-520A-25967D59591F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831850" y="1709738"/>
            <a:ext cx="10515600" cy="2852737"/>
          </a:xfrm>
        </p:spPr>
        <p:txBody>
          <a:bodyPr anchor="b"/>
          <a:lstStyle>
            <a:lvl1pPr>
              <a:defRPr sz="6000"/>
            </a:lvl1pPr>
          </a:lstStyle>
          <a:p>
            <a:r>
              <a:rPr lang="en-US"/>
              <a:t>Click to edit Master title style</a:t>
            </a:r>
          </a:p>
        </p:txBody>
      </p:sp>
      <p:sp>
        <p:nvSpPr>
          <p:cNvPr id="3" name="Text Placeholder 2">
            <a:extLst>
              <a:ext uri="{FF2B5EF4-FFF2-40B4-BE49-F238E27FC236}">
                <a16:creationId xmlns:a16="http://schemas.microsoft.com/office/drawing/2014/main" id="{B8B0A656-9599-C829-3D32-5E0A4333F0AC}"/>
              </a:ext>
            </a:extLst>
          </p:cNvPr>
          <p:cNvSpPr>
            <a:spLocks noGrp="1"/>
          </p:cNvSpPr>
          <p:nvPr>
            <p:ph type="body" idx="1"/>
          </p:nvPr>
        </p:nvSpPr>
        <p:spPr>
          <a:xfrm>
            <a:off x="831850" y="4589463"/>
            <a:ext cx="10515600" cy="1500187"/>
          </a:xfrm>
        </p:spPr>
        <p:txBody>
          <a:bodyPr/>
          <a:lstStyle>
            <a:lvl1pPr marL="0" indent="0">
              <a:buNone/>
              <a:defRPr sz="2400">
                <a:solidFill>
                  <a:schemeClr val="tx1">
                    <a:tint val="82000"/>
                  </a:schemeClr>
                </a:solidFill>
              </a:defRPr>
            </a:lvl1pPr>
            <a:lvl2pPr marL="457200" indent="0">
              <a:buNone/>
              <a:defRPr sz="2000">
                <a:solidFill>
                  <a:schemeClr val="tx1">
                    <a:tint val="82000"/>
                  </a:schemeClr>
                </a:solidFill>
              </a:defRPr>
            </a:lvl2pPr>
            <a:lvl3pPr marL="914400" indent="0">
              <a:buNone/>
              <a:defRPr sz="1800">
                <a:solidFill>
                  <a:schemeClr val="tx1">
                    <a:tint val="82000"/>
                  </a:schemeClr>
                </a:solidFill>
              </a:defRPr>
            </a:lvl3pPr>
            <a:lvl4pPr marL="1371600" indent="0">
              <a:buNone/>
              <a:defRPr sz="1600">
                <a:solidFill>
                  <a:schemeClr val="tx1">
                    <a:tint val="82000"/>
                  </a:schemeClr>
                </a:solidFill>
              </a:defRPr>
            </a:lvl4pPr>
            <a:lvl5pPr marL="1828800" indent="0">
              <a:buNone/>
              <a:defRPr sz="1600">
                <a:solidFill>
                  <a:schemeClr val="tx1">
                    <a:tint val="82000"/>
                  </a:schemeClr>
                </a:solidFill>
              </a:defRPr>
            </a:lvl5pPr>
            <a:lvl6pPr marL="2286000" indent="0">
              <a:buNone/>
              <a:defRPr sz="1600">
                <a:solidFill>
                  <a:schemeClr val="tx1">
                    <a:tint val="82000"/>
                  </a:schemeClr>
                </a:solidFill>
              </a:defRPr>
            </a:lvl6pPr>
            <a:lvl7pPr marL="2743200" indent="0">
              <a:buNone/>
              <a:defRPr sz="1600">
                <a:solidFill>
                  <a:schemeClr val="tx1">
                    <a:tint val="82000"/>
                  </a:schemeClr>
                </a:solidFill>
              </a:defRPr>
            </a:lvl7pPr>
            <a:lvl8pPr marL="3200400" indent="0">
              <a:buNone/>
              <a:defRPr sz="1600">
                <a:solidFill>
                  <a:schemeClr val="tx1">
                    <a:tint val="82000"/>
                  </a:schemeClr>
                </a:solidFill>
              </a:defRPr>
            </a:lvl8pPr>
            <a:lvl9pPr marL="3657600" indent="0">
              <a:buNone/>
              <a:defRPr sz="1600">
                <a:solidFill>
                  <a:schemeClr val="tx1">
                    <a:tint val="82000"/>
                  </a:schemeClr>
                </a:solidFill>
              </a:defRPr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4" name="Date Placeholder 3">
            <a:extLst>
              <a:ext uri="{FF2B5EF4-FFF2-40B4-BE49-F238E27FC236}">
                <a16:creationId xmlns:a16="http://schemas.microsoft.com/office/drawing/2014/main" id="{371DD6D7-38B3-E31D-4F32-27EE153CED73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90C60570-39D2-42A9-8EC4-4C80AC5819C7}" type="datetimeFigureOut">
              <a:rPr lang="en-US" smtClean="0"/>
              <a:t>01/17/26</a:t>
            </a:fld>
            <a:endParaRPr lang="en-US"/>
          </a:p>
        </p:txBody>
      </p:sp>
      <p:sp>
        <p:nvSpPr>
          <p:cNvPr id="5" name="Footer Placeholder 4">
            <a:extLst>
              <a:ext uri="{FF2B5EF4-FFF2-40B4-BE49-F238E27FC236}">
                <a16:creationId xmlns:a16="http://schemas.microsoft.com/office/drawing/2014/main" id="{82E0853E-FD2E-A477-D14E-2231E4B30DE6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>
            <a:extLst>
              <a:ext uri="{FF2B5EF4-FFF2-40B4-BE49-F238E27FC236}">
                <a16:creationId xmlns:a16="http://schemas.microsoft.com/office/drawing/2014/main" id="{A6158FC4-5CEC-BA87-B189-34E179F93991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A5CFB6F2-DBBB-4206-BA02-08C9F4FF3B40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861012336"/>
      </p:ext>
    </p:extLst>
  </p:cSld>
  <p:clrMapOvr>
    <a:masterClrMapping/>
  </p:clrMapOvr>
</p:sldLayout>
</file>

<file path=ppt/slideLayouts/slideLayout4.xml><?xml version="1.0" encoding="utf-8"?>
<p:sldLayout xmlns:a="http://schemas.openxmlformats.org/drawingml/2006/main" xmlns:r="http://schemas.openxmlformats.org/officeDocument/2006/relationships" xmlns:p="http://schemas.openxmlformats.org/presentationml/2006/main" type="twoObj" preserve="1">
  <p:cSld name="Two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9FCD3D60-EAE4-6987-13F4-73EBA2AB69CC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/>
              <a:t>Click to edit Master title style</a:t>
            </a:r>
          </a:p>
        </p:txBody>
      </p:sp>
      <p:sp>
        <p:nvSpPr>
          <p:cNvPr id="3" name="Content Placeholder 2">
            <a:extLst>
              <a:ext uri="{FF2B5EF4-FFF2-40B4-BE49-F238E27FC236}">
                <a16:creationId xmlns:a16="http://schemas.microsoft.com/office/drawing/2014/main" id="{C41EC3B2-E1B1-A2ED-5D3D-45AEFE8C133E}"/>
              </a:ext>
            </a:extLst>
          </p:cNvPr>
          <p:cNvSpPr>
            <a:spLocks noGrp="1"/>
          </p:cNvSpPr>
          <p:nvPr>
            <p:ph sz="half" idx="1"/>
          </p:nvPr>
        </p:nvSpPr>
        <p:spPr>
          <a:xfrm>
            <a:off x="838200" y="1825625"/>
            <a:ext cx="5181600" cy="4351338"/>
          </a:xfrm>
        </p:spPr>
        <p:txBody>
          <a:bodyPr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4" name="Content Placeholder 3">
            <a:extLst>
              <a:ext uri="{FF2B5EF4-FFF2-40B4-BE49-F238E27FC236}">
                <a16:creationId xmlns:a16="http://schemas.microsoft.com/office/drawing/2014/main" id="{9681C338-DF32-73D0-19F9-329ECFCA6D13}"/>
              </a:ext>
            </a:extLst>
          </p:cNvPr>
          <p:cNvSpPr>
            <a:spLocks noGrp="1"/>
          </p:cNvSpPr>
          <p:nvPr>
            <p:ph sz="half" idx="2"/>
          </p:nvPr>
        </p:nvSpPr>
        <p:spPr>
          <a:xfrm>
            <a:off x="6172200" y="1825625"/>
            <a:ext cx="5181600" cy="4351338"/>
          </a:xfrm>
        </p:spPr>
        <p:txBody>
          <a:bodyPr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5" name="Date Placeholder 4">
            <a:extLst>
              <a:ext uri="{FF2B5EF4-FFF2-40B4-BE49-F238E27FC236}">
                <a16:creationId xmlns:a16="http://schemas.microsoft.com/office/drawing/2014/main" id="{B2C22EB8-1E90-46BD-7502-9AF0F10E2F85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90C60570-39D2-42A9-8EC4-4C80AC5819C7}" type="datetimeFigureOut">
              <a:rPr lang="en-US" smtClean="0"/>
              <a:t>01/17/26</a:t>
            </a:fld>
            <a:endParaRPr lang="en-US"/>
          </a:p>
        </p:txBody>
      </p:sp>
      <p:sp>
        <p:nvSpPr>
          <p:cNvPr id="6" name="Footer Placeholder 5">
            <a:extLst>
              <a:ext uri="{FF2B5EF4-FFF2-40B4-BE49-F238E27FC236}">
                <a16:creationId xmlns:a16="http://schemas.microsoft.com/office/drawing/2014/main" id="{1E7AD58B-08CE-9256-696F-A76677A445E1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>
            <a:extLst>
              <a:ext uri="{FF2B5EF4-FFF2-40B4-BE49-F238E27FC236}">
                <a16:creationId xmlns:a16="http://schemas.microsoft.com/office/drawing/2014/main" id="{30A34B18-EEC2-99D7-5A98-287D03027215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A5CFB6F2-DBBB-4206-BA02-08C9F4FF3B40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420097620"/>
      </p:ext>
    </p:extLst>
  </p:cSld>
  <p:clrMapOvr>
    <a:masterClrMapping/>
  </p:clrMapOvr>
</p:sldLayout>
</file>

<file path=ppt/slideLayouts/slideLayout5.xml><?xml version="1.0" encoding="utf-8"?>
<p:sldLayout xmlns:a="http://schemas.openxmlformats.org/drawingml/2006/main" xmlns:r="http://schemas.openxmlformats.org/officeDocument/2006/relationships" xmlns:p="http://schemas.openxmlformats.org/presentationml/2006/main" type="twoTxTwoObj" preserve="1">
  <p:cSld name="Comparis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A95AE2EC-CACC-CA07-051A-6021B7D02E6A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839788" y="365125"/>
            <a:ext cx="10515600" cy="1325563"/>
          </a:xfrm>
        </p:spPr>
        <p:txBody>
          <a:bodyPr/>
          <a:lstStyle/>
          <a:p>
            <a:r>
              <a:rPr lang="en-US"/>
              <a:t>Click to edit Master title style</a:t>
            </a:r>
          </a:p>
        </p:txBody>
      </p:sp>
      <p:sp>
        <p:nvSpPr>
          <p:cNvPr id="3" name="Text Placeholder 2">
            <a:extLst>
              <a:ext uri="{FF2B5EF4-FFF2-40B4-BE49-F238E27FC236}">
                <a16:creationId xmlns:a16="http://schemas.microsoft.com/office/drawing/2014/main" id="{0BDFB973-2276-AF84-6F71-D268E73C465F}"/>
              </a:ext>
            </a:extLst>
          </p:cNvPr>
          <p:cNvSpPr>
            <a:spLocks noGrp="1"/>
          </p:cNvSpPr>
          <p:nvPr>
            <p:ph type="body" idx="1"/>
          </p:nvPr>
        </p:nvSpPr>
        <p:spPr>
          <a:xfrm>
            <a:off x="839788" y="1681163"/>
            <a:ext cx="5157787" cy="82391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4" name="Content Placeholder 3">
            <a:extLst>
              <a:ext uri="{FF2B5EF4-FFF2-40B4-BE49-F238E27FC236}">
                <a16:creationId xmlns:a16="http://schemas.microsoft.com/office/drawing/2014/main" id="{E312FEB0-5F60-B30E-23A4-D9254EC05B1E}"/>
              </a:ext>
            </a:extLst>
          </p:cNvPr>
          <p:cNvSpPr>
            <a:spLocks noGrp="1"/>
          </p:cNvSpPr>
          <p:nvPr>
            <p:ph sz="half" idx="2"/>
          </p:nvPr>
        </p:nvSpPr>
        <p:spPr>
          <a:xfrm>
            <a:off x="839788" y="2505075"/>
            <a:ext cx="5157787" cy="3684588"/>
          </a:xfrm>
        </p:spPr>
        <p:txBody>
          <a:bodyPr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5" name="Text Placeholder 4">
            <a:extLst>
              <a:ext uri="{FF2B5EF4-FFF2-40B4-BE49-F238E27FC236}">
                <a16:creationId xmlns:a16="http://schemas.microsoft.com/office/drawing/2014/main" id="{7A4ED847-00B6-0169-4BCF-1E1253B6EDC9}"/>
              </a:ext>
            </a:extLst>
          </p:cNvPr>
          <p:cNvSpPr>
            <a:spLocks noGrp="1"/>
          </p:cNvSpPr>
          <p:nvPr>
            <p:ph type="body" sz="quarter" idx="3"/>
          </p:nvPr>
        </p:nvSpPr>
        <p:spPr>
          <a:xfrm>
            <a:off x="6172200" y="1681163"/>
            <a:ext cx="5183188" cy="82391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6" name="Content Placeholder 5">
            <a:extLst>
              <a:ext uri="{FF2B5EF4-FFF2-40B4-BE49-F238E27FC236}">
                <a16:creationId xmlns:a16="http://schemas.microsoft.com/office/drawing/2014/main" id="{32E96DE5-B4BC-5ED1-151B-7E35AFF1A094}"/>
              </a:ext>
            </a:extLst>
          </p:cNvPr>
          <p:cNvSpPr>
            <a:spLocks noGrp="1"/>
          </p:cNvSpPr>
          <p:nvPr>
            <p:ph sz="quarter" idx="4"/>
          </p:nvPr>
        </p:nvSpPr>
        <p:spPr>
          <a:xfrm>
            <a:off x="6172200" y="2505075"/>
            <a:ext cx="5183188" cy="3684588"/>
          </a:xfrm>
        </p:spPr>
        <p:txBody>
          <a:bodyPr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7" name="Date Placeholder 6">
            <a:extLst>
              <a:ext uri="{FF2B5EF4-FFF2-40B4-BE49-F238E27FC236}">
                <a16:creationId xmlns:a16="http://schemas.microsoft.com/office/drawing/2014/main" id="{A029C35F-2737-EB97-D5E5-1EADBBC1ABA3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90C60570-39D2-42A9-8EC4-4C80AC5819C7}" type="datetimeFigureOut">
              <a:rPr lang="en-US" smtClean="0"/>
              <a:t>01/17/26</a:t>
            </a:fld>
            <a:endParaRPr lang="en-US"/>
          </a:p>
        </p:txBody>
      </p:sp>
      <p:sp>
        <p:nvSpPr>
          <p:cNvPr id="8" name="Footer Placeholder 7">
            <a:extLst>
              <a:ext uri="{FF2B5EF4-FFF2-40B4-BE49-F238E27FC236}">
                <a16:creationId xmlns:a16="http://schemas.microsoft.com/office/drawing/2014/main" id="{673EAED2-F514-FC92-E71B-D3522E5DFCD7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9" name="Slide Number Placeholder 8">
            <a:extLst>
              <a:ext uri="{FF2B5EF4-FFF2-40B4-BE49-F238E27FC236}">
                <a16:creationId xmlns:a16="http://schemas.microsoft.com/office/drawing/2014/main" id="{0C974420-08F2-FDD1-3E92-C72FA75499F6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A5CFB6F2-DBBB-4206-BA02-08C9F4FF3B40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967006732"/>
      </p:ext>
    </p:extLst>
  </p:cSld>
  <p:clrMapOvr>
    <a:masterClrMapping/>
  </p:clrMapOvr>
</p:sldLayout>
</file>

<file path=ppt/slideLayouts/slideLayout6.xml><?xml version="1.0" encoding="utf-8"?>
<p:sldLayout xmlns:a="http://schemas.openxmlformats.org/drawingml/2006/main" xmlns:r="http://schemas.openxmlformats.org/officeDocument/2006/relationships" xmlns:p="http://schemas.openxmlformats.org/presentationml/2006/main" type="titleOnly" preserve="1">
  <p:cSld name="Title Only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501A2B72-A292-AD76-8BF5-D7B782260997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/>
              <a:t>Click to edit Master title style</a:t>
            </a:r>
          </a:p>
        </p:txBody>
      </p:sp>
      <p:sp>
        <p:nvSpPr>
          <p:cNvPr id="3" name="Date Placeholder 2">
            <a:extLst>
              <a:ext uri="{FF2B5EF4-FFF2-40B4-BE49-F238E27FC236}">
                <a16:creationId xmlns:a16="http://schemas.microsoft.com/office/drawing/2014/main" id="{FAFB306D-346C-43E0-C276-B0F9C6D33FDB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90C60570-39D2-42A9-8EC4-4C80AC5819C7}" type="datetimeFigureOut">
              <a:rPr lang="en-US" smtClean="0"/>
              <a:t>01/17/26</a:t>
            </a:fld>
            <a:endParaRPr lang="en-US"/>
          </a:p>
        </p:txBody>
      </p:sp>
      <p:sp>
        <p:nvSpPr>
          <p:cNvPr id="4" name="Footer Placeholder 3">
            <a:extLst>
              <a:ext uri="{FF2B5EF4-FFF2-40B4-BE49-F238E27FC236}">
                <a16:creationId xmlns:a16="http://schemas.microsoft.com/office/drawing/2014/main" id="{F65F71E4-08A9-5CC5-9262-5F39FD2975BC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5" name="Slide Number Placeholder 4">
            <a:extLst>
              <a:ext uri="{FF2B5EF4-FFF2-40B4-BE49-F238E27FC236}">
                <a16:creationId xmlns:a16="http://schemas.microsoft.com/office/drawing/2014/main" id="{18E5E7AF-4D13-C8BF-E58C-95C1CF61F38D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A5CFB6F2-DBBB-4206-BA02-08C9F4FF3B40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751469848"/>
      </p:ext>
    </p:extLst>
  </p:cSld>
  <p:clrMapOvr>
    <a:masterClrMapping/>
  </p:clrMapOvr>
</p:sldLayout>
</file>

<file path=ppt/slideLayouts/slideLayout7.xml><?xml version="1.0" encoding="utf-8"?>
<p:sldLayout xmlns:a="http://schemas.openxmlformats.org/drawingml/2006/main" xmlns:r="http://schemas.openxmlformats.org/officeDocument/2006/relationships" xmlns:p="http://schemas.openxmlformats.org/presentationml/2006/main" type="blank" preserve="1">
  <p:cSld name="Blank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Date Placeholder 1">
            <a:extLst>
              <a:ext uri="{FF2B5EF4-FFF2-40B4-BE49-F238E27FC236}">
                <a16:creationId xmlns:a16="http://schemas.microsoft.com/office/drawing/2014/main" id="{25CD2664-D982-406E-E6D3-57F1FB0CD098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90C60570-39D2-42A9-8EC4-4C80AC5819C7}" type="datetimeFigureOut">
              <a:rPr lang="en-US" smtClean="0"/>
              <a:t>01/17/26</a:t>
            </a:fld>
            <a:endParaRPr lang="en-US"/>
          </a:p>
        </p:txBody>
      </p:sp>
      <p:sp>
        <p:nvSpPr>
          <p:cNvPr id="3" name="Footer Placeholder 2">
            <a:extLst>
              <a:ext uri="{FF2B5EF4-FFF2-40B4-BE49-F238E27FC236}">
                <a16:creationId xmlns:a16="http://schemas.microsoft.com/office/drawing/2014/main" id="{89834836-731A-2175-CA0F-204BA8551949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4" name="Slide Number Placeholder 3">
            <a:extLst>
              <a:ext uri="{FF2B5EF4-FFF2-40B4-BE49-F238E27FC236}">
                <a16:creationId xmlns:a16="http://schemas.microsoft.com/office/drawing/2014/main" id="{3D096010-05E1-0FFF-122C-F3A2159BB54D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A5CFB6F2-DBBB-4206-BA02-08C9F4FF3B40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965455679"/>
      </p:ext>
    </p:extLst>
  </p:cSld>
  <p:clrMapOvr>
    <a:masterClrMapping/>
  </p:clrMapOvr>
</p:sldLayout>
</file>

<file path=ppt/slideLayouts/slideLayout8.xml><?xml version="1.0" encoding="utf-8"?>
<p:sldLayout xmlns:a="http://schemas.openxmlformats.org/drawingml/2006/main" xmlns:r="http://schemas.openxmlformats.org/officeDocument/2006/relationships" xmlns:p="http://schemas.openxmlformats.org/presentationml/2006/main" type="objTx" preserve="1">
  <p:cSld name="Content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907333C3-0696-BBA8-9ED2-77843085A2FD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839788" y="457200"/>
            <a:ext cx="3932237" cy="1600200"/>
          </a:xfrm>
        </p:spPr>
        <p:txBody>
          <a:bodyPr anchor="b"/>
          <a:lstStyle>
            <a:lvl1pPr>
              <a:defRPr sz="3200"/>
            </a:lvl1pPr>
          </a:lstStyle>
          <a:p>
            <a:r>
              <a:rPr lang="en-US"/>
              <a:t>Click to edit Master title style</a:t>
            </a:r>
          </a:p>
        </p:txBody>
      </p:sp>
      <p:sp>
        <p:nvSpPr>
          <p:cNvPr id="3" name="Content Placeholder 2">
            <a:extLst>
              <a:ext uri="{FF2B5EF4-FFF2-40B4-BE49-F238E27FC236}">
                <a16:creationId xmlns:a16="http://schemas.microsoft.com/office/drawing/2014/main" id="{705F1B41-C50A-7AA2-A08B-6EF6ABC92860}"/>
              </a:ext>
            </a:extLst>
          </p:cNvPr>
          <p:cNvSpPr>
            <a:spLocks noGrp="1"/>
          </p:cNvSpPr>
          <p:nvPr>
            <p:ph idx="1"/>
          </p:nvPr>
        </p:nvSpPr>
        <p:spPr>
          <a:xfrm>
            <a:off x="5183188" y="987425"/>
            <a:ext cx="6172200" cy="4873625"/>
          </a:xfrm>
        </p:spPr>
        <p:txBody>
          <a:bodyPr/>
          <a:lstStyle>
            <a:lvl1pPr>
              <a:defRPr sz="3200"/>
            </a:lvl1pPr>
            <a:lvl2pPr>
              <a:defRPr sz="2800"/>
            </a:lvl2pPr>
            <a:lvl3pPr>
              <a:defRPr sz="2400"/>
            </a:lvl3pPr>
            <a:lvl4pPr>
              <a:defRPr sz="2000"/>
            </a:lvl4pPr>
            <a:lvl5pPr>
              <a:defRPr sz="2000"/>
            </a:lvl5pPr>
            <a:lvl6pPr>
              <a:defRPr sz="2000"/>
            </a:lvl6pPr>
            <a:lvl7pPr>
              <a:defRPr sz="2000"/>
            </a:lvl7pPr>
            <a:lvl8pPr>
              <a:defRPr sz="2000"/>
            </a:lvl8pPr>
            <a:lvl9pPr>
              <a:defRPr sz="2000"/>
            </a:lvl9pPr>
          </a:lstStyle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4" name="Text Placeholder 3">
            <a:extLst>
              <a:ext uri="{FF2B5EF4-FFF2-40B4-BE49-F238E27FC236}">
                <a16:creationId xmlns:a16="http://schemas.microsoft.com/office/drawing/2014/main" id="{7EA9EFBB-BCED-0CEE-8D5E-6DB9D10E19AA}"/>
              </a:ext>
            </a:extLst>
          </p:cNvPr>
          <p:cNvSpPr>
            <a:spLocks noGrp="1"/>
          </p:cNvSpPr>
          <p:nvPr>
            <p:ph type="body" sz="half" idx="2"/>
          </p:nvPr>
        </p:nvSpPr>
        <p:spPr>
          <a:xfrm>
            <a:off x="839788" y="2057400"/>
            <a:ext cx="3932237" cy="3811588"/>
          </a:xfrm>
        </p:spPr>
        <p:txBody>
          <a:bodyPr/>
          <a:lstStyle>
            <a:lvl1pPr marL="0" indent="0">
              <a:buNone/>
              <a:defRPr sz="1600"/>
            </a:lvl1pPr>
            <a:lvl2pPr marL="457200" indent="0">
              <a:buNone/>
              <a:defRPr sz="1400"/>
            </a:lvl2pPr>
            <a:lvl3pPr marL="914400" indent="0">
              <a:buNone/>
              <a:defRPr sz="1200"/>
            </a:lvl3pPr>
            <a:lvl4pPr marL="1371600" indent="0">
              <a:buNone/>
              <a:defRPr sz="1000"/>
            </a:lvl4pPr>
            <a:lvl5pPr marL="1828800" indent="0">
              <a:buNone/>
              <a:defRPr sz="1000"/>
            </a:lvl5pPr>
            <a:lvl6pPr marL="2286000" indent="0">
              <a:buNone/>
              <a:defRPr sz="1000"/>
            </a:lvl6pPr>
            <a:lvl7pPr marL="2743200" indent="0">
              <a:buNone/>
              <a:defRPr sz="1000"/>
            </a:lvl7pPr>
            <a:lvl8pPr marL="3200400" indent="0">
              <a:buNone/>
              <a:defRPr sz="1000"/>
            </a:lvl8pPr>
            <a:lvl9pPr marL="3657600" indent="0">
              <a:buNone/>
              <a:defRPr sz="1000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5" name="Date Placeholder 4">
            <a:extLst>
              <a:ext uri="{FF2B5EF4-FFF2-40B4-BE49-F238E27FC236}">
                <a16:creationId xmlns:a16="http://schemas.microsoft.com/office/drawing/2014/main" id="{17E21433-F604-201D-7A8C-F703D44CCDBC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90C60570-39D2-42A9-8EC4-4C80AC5819C7}" type="datetimeFigureOut">
              <a:rPr lang="en-US" smtClean="0"/>
              <a:t>01/17/26</a:t>
            </a:fld>
            <a:endParaRPr lang="en-US"/>
          </a:p>
        </p:txBody>
      </p:sp>
      <p:sp>
        <p:nvSpPr>
          <p:cNvPr id="6" name="Footer Placeholder 5">
            <a:extLst>
              <a:ext uri="{FF2B5EF4-FFF2-40B4-BE49-F238E27FC236}">
                <a16:creationId xmlns:a16="http://schemas.microsoft.com/office/drawing/2014/main" id="{83DBC501-373E-4B53-C7C6-41EF066C0C78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>
            <a:extLst>
              <a:ext uri="{FF2B5EF4-FFF2-40B4-BE49-F238E27FC236}">
                <a16:creationId xmlns:a16="http://schemas.microsoft.com/office/drawing/2014/main" id="{4EFD533C-76F4-6BE9-E018-AEC13464512C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A5CFB6F2-DBBB-4206-BA02-08C9F4FF3B40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105005414"/>
      </p:ext>
    </p:extLst>
  </p:cSld>
  <p:clrMapOvr>
    <a:masterClrMapping/>
  </p:clrMapOvr>
</p:sldLayout>
</file>

<file path=ppt/slideLayouts/slideLayout9.xml><?xml version="1.0" encoding="utf-8"?>
<p:sldLayout xmlns:a="http://schemas.openxmlformats.org/drawingml/2006/main" xmlns:r="http://schemas.openxmlformats.org/officeDocument/2006/relationships" xmlns:p="http://schemas.openxmlformats.org/presentationml/2006/main" type="picTx" preserve="1">
  <p:cSld name="Picture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29F74CEC-F8D0-611F-1F2F-02F444D4C01F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839788" y="457200"/>
            <a:ext cx="3932237" cy="1600200"/>
          </a:xfrm>
        </p:spPr>
        <p:txBody>
          <a:bodyPr anchor="b"/>
          <a:lstStyle>
            <a:lvl1pPr>
              <a:defRPr sz="3200"/>
            </a:lvl1pPr>
          </a:lstStyle>
          <a:p>
            <a:r>
              <a:rPr lang="en-US"/>
              <a:t>Click to edit Master title style</a:t>
            </a:r>
          </a:p>
        </p:txBody>
      </p:sp>
      <p:sp>
        <p:nvSpPr>
          <p:cNvPr id="3" name="Picture Placeholder 2">
            <a:extLst>
              <a:ext uri="{FF2B5EF4-FFF2-40B4-BE49-F238E27FC236}">
                <a16:creationId xmlns:a16="http://schemas.microsoft.com/office/drawing/2014/main" id="{5DA6A63A-5438-96E3-11A9-EC5AE18A5BA6}"/>
              </a:ext>
            </a:extLst>
          </p:cNvPr>
          <p:cNvSpPr>
            <a:spLocks noGrp="1"/>
          </p:cNvSpPr>
          <p:nvPr>
            <p:ph type="pic" idx="1"/>
          </p:nvPr>
        </p:nvSpPr>
        <p:spPr>
          <a:xfrm>
            <a:off x="5183188" y="987425"/>
            <a:ext cx="6172200" cy="4873625"/>
          </a:xfrm>
        </p:spPr>
        <p:txBody>
          <a:bodyPr/>
          <a:lstStyle>
            <a:lvl1pPr marL="0" indent="0">
              <a:buNone/>
              <a:defRPr sz="3200"/>
            </a:lvl1pPr>
            <a:lvl2pPr marL="457200" indent="0">
              <a:buNone/>
              <a:defRPr sz="2800"/>
            </a:lvl2pPr>
            <a:lvl3pPr marL="914400" indent="0">
              <a:buNone/>
              <a:defRPr sz="2400"/>
            </a:lvl3pPr>
            <a:lvl4pPr marL="1371600" indent="0">
              <a:buNone/>
              <a:defRPr sz="2000"/>
            </a:lvl4pPr>
            <a:lvl5pPr marL="1828800" indent="0">
              <a:buNone/>
              <a:defRPr sz="2000"/>
            </a:lvl5pPr>
            <a:lvl6pPr marL="2286000" indent="0">
              <a:buNone/>
              <a:defRPr sz="2000"/>
            </a:lvl6pPr>
            <a:lvl7pPr marL="2743200" indent="0">
              <a:buNone/>
              <a:defRPr sz="2000"/>
            </a:lvl7pPr>
            <a:lvl8pPr marL="3200400" indent="0">
              <a:buNone/>
              <a:defRPr sz="2000"/>
            </a:lvl8pPr>
            <a:lvl9pPr marL="3657600" indent="0">
              <a:buNone/>
              <a:defRPr sz="2000"/>
            </a:lvl9pPr>
          </a:lstStyle>
          <a:p>
            <a:endParaRPr lang="en-US"/>
          </a:p>
        </p:txBody>
      </p:sp>
      <p:sp>
        <p:nvSpPr>
          <p:cNvPr id="4" name="Text Placeholder 3">
            <a:extLst>
              <a:ext uri="{FF2B5EF4-FFF2-40B4-BE49-F238E27FC236}">
                <a16:creationId xmlns:a16="http://schemas.microsoft.com/office/drawing/2014/main" id="{FE314BC3-BD22-A0DF-8ECF-6E0F1D2EBB87}"/>
              </a:ext>
            </a:extLst>
          </p:cNvPr>
          <p:cNvSpPr>
            <a:spLocks noGrp="1"/>
          </p:cNvSpPr>
          <p:nvPr>
            <p:ph type="body" sz="half" idx="2"/>
          </p:nvPr>
        </p:nvSpPr>
        <p:spPr>
          <a:xfrm>
            <a:off x="839788" y="2057400"/>
            <a:ext cx="3932237" cy="3811588"/>
          </a:xfrm>
        </p:spPr>
        <p:txBody>
          <a:bodyPr/>
          <a:lstStyle>
            <a:lvl1pPr marL="0" indent="0">
              <a:buNone/>
              <a:defRPr sz="1600"/>
            </a:lvl1pPr>
            <a:lvl2pPr marL="457200" indent="0">
              <a:buNone/>
              <a:defRPr sz="1400"/>
            </a:lvl2pPr>
            <a:lvl3pPr marL="914400" indent="0">
              <a:buNone/>
              <a:defRPr sz="1200"/>
            </a:lvl3pPr>
            <a:lvl4pPr marL="1371600" indent="0">
              <a:buNone/>
              <a:defRPr sz="1000"/>
            </a:lvl4pPr>
            <a:lvl5pPr marL="1828800" indent="0">
              <a:buNone/>
              <a:defRPr sz="1000"/>
            </a:lvl5pPr>
            <a:lvl6pPr marL="2286000" indent="0">
              <a:buNone/>
              <a:defRPr sz="1000"/>
            </a:lvl6pPr>
            <a:lvl7pPr marL="2743200" indent="0">
              <a:buNone/>
              <a:defRPr sz="1000"/>
            </a:lvl7pPr>
            <a:lvl8pPr marL="3200400" indent="0">
              <a:buNone/>
              <a:defRPr sz="1000"/>
            </a:lvl8pPr>
            <a:lvl9pPr marL="3657600" indent="0">
              <a:buNone/>
              <a:defRPr sz="1000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5" name="Date Placeholder 4">
            <a:extLst>
              <a:ext uri="{FF2B5EF4-FFF2-40B4-BE49-F238E27FC236}">
                <a16:creationId xmlns:a16="http://schemas.microsoft.com/office/drawing/2014/main" id="{52E93FB0-6188-127E-1D40-3F652DDC19EA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90C60570-39D2-42A9-8EC4-4C80AC5819C7}" type="datetimeFigureOut">
              <a:rPr lang="en-US" smtClean="0"/>
              <a:t>01/17/26</a:t>
            </a:fld>
            <a:endParaRPr lang="en-US"/>
          </a:p>
        </p:txBody>
      </p:sp>
      <p:sp>
        <p:nvSpPr>
          <p:cNvPr id="6" name="Footer Placeholder 5">
            <a:extLst>
              <a:ext uri="{FF2B5EF4-FFF2-40B4-BE49-F238E27FC236}">
                <a16:creationId xmlns:a16="http://schemas.microsoft.com/office/drawing/2014/main" id="{5D079F1C-0CAA-A3A7-2368-4A0509A436DE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>
            <a:extLst>
              <a:ext uri="{FF2B5EF4-FFF2-40B4-BE49-F238E27FC236}">
                <a16:creationId xmlns:a16="http://schemas.microsoft.com/office/drawing/2014/main" id="{D5982C59-6024-0DD5-C20C-A32985432E37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A5CFB6F2-DBBB-4206-BA02-08C9F4FF3B40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4287499973"/>
      </p:ext>
    </p:extLst>
  </p:cSld>
  <p:clrMapOvr>
    <a:masterClrMapping/>
  </p:clrMapOvr>
</p:sldLayout>
</file>

<file path=ppt/slideLayouts/slideLayout10.xml><?xml version="1.0" encoding="utf-8"?>
<p:sldLayout xmlns:a="http://schemas.openxmlformats.org/drawingml/2006/main" xmlns:r="http://schemas.openxmlformats.org/officeDocument/2006/relationships" xmlns:p="http://schemas.openxmlformats.org/presentationml/2006/main" type="vertTx" preserve="1">
  <p:cSld name="Title and Vertical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BCD9AB80-BF8A-17E4-7658-37AE5FCDF833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/>
              <a:t>Click to edit Master title style</a:t>
            </a:r>
          </a:p>
        </p:txBody>
      </p:sp>
      <p:sp>
        <p:nvSpPr>
          <p:cNvPr id="3" name="Vertical Text Placeholder 2">
            <a:extLst>
              <a:ext uri="{FF2B5EF4-FFF2-40B4-BE49-F238E27FC236}">
                <a16:creationId xmlns:a16="http://schemas.microsoft.com/office/drawing/2014/main" id="{4846016E-B868-27E7-BC88-8AB03E6DE56D}"/>
              </a:ext>
            </a:extLst>
          </p:cNvPr>
          <p:cNvSpPr>
            <a:spLocks noGrp="1"/>
          </p:cNvSpPr>
          <p:nvPr>
            <p:ph type="body" orient="vert" idx="1"/>
          </p:nvPr>
        </p:nvSpPr>
        <p:spPr/>
        <p:txBody>
          <a:bodyPr vert="eaVert"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4" name="Date Placeholder 3">
            <a:extLst>
              <a:ext uri="{FF2B5EF4-FFF2-40B4-BE49-F238E27FC236}">
                <a16:creationId xmlns:a16="http://schemas.microsoft.com/office/drawing/2014/main" id="{27477C97-69C9-141D-18A0-60D70796D282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90C60570-39D2-42A9-8EC4-4C80AC5819C7}" type="datetimeFigureOut">
              <a:rPr lang="en-US" smtClean="0"/>
              <a:t>01/17/26</a:t>
            </a:fld>
            <a:endParaRPr lang="en-US"/>
          </a:p>
        </p:txBody>
      </p:sp>
      <p:sp>
        <p:nvSpPr>
          <p:cNvPr id="5" name="Footer Placeholder 4">
            <a:extLst>
              <a:ext uri="{FF2B5EF4-FFF2-40B4-BE49-F238E27FC236}">
                <a16:creationId xmlns:a16="http://schemas.microsoft.com/office/drawing/2014/main" id="{ADA0C911-1E82-E8FD-A8CC-625F84AC39CC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>
            <a:extLst>
              <a:ext uri="{FF2B5EF4-FFF2-40B4-BE49-F238E27FC236}">
                <a16:creationId xmlns:a16="http://schemas.microsoft.com/office/drawing/2014/main" id="{EA32957E-F282-F4CB-835F-D51A5CA949C3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A5CFB6F2-DBBB-4206-BA02-08C9F4FF3B40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94777212"/>
      </p:ext>
    </p:extLst>
  </p:cSld>
  <p:clrMapOvr>
    <a:masterClrMapping/>
  </p:clrMapOvr>
</p:sldLayout>
</file>

<file path=ppt/slideLayouts/slideLayout11.xml><?xml version="1.0" encoding="utf-8"?>
<p:sldLayout xmlns:a="http://schemas.openxmlformats.org/drawingml/2006/main" xmlns:r="http://schemas.openxmlformats.org/officeDocument/2006/relationships" xmlns:p="http://schemas.openxmlformats.org/presentationml/2006/main" type="vertTitleAndTx" preserve="1">
  <p:cSld name="Vertical Title and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Vertical Title 1">
            <a:extLst>
              <a:ext uri="{FF2B5EF4-FFF2-40B4-BE49-F238E27FC236}">
                <a16:creationId xmlns:a16="http://schemas.microsoft.com/office/drawing/2014/main" id="{C4DADD6F-1C9B-8A14-0AC7-02BFF0780EF9}"/>
              </a:ext>
            </a:extLst>
          </p:cNvPr>
          <p:cNvSpPr>
            <a:spLocks noGrp="1"/>
          </p:cNvSpPr>
          <p:nvPr>
            <p:ph type="title" orient="vert"/>
          </p:nvPr>
        </p:nvSpPr>
        <p:spPr>
          <a:xfrm>
            <a:off x="8724900" y="365125"/>
            <a:ext cx="2628900" cy="5811838"/>
          </a:xfrm>
        </p:spPr>
        <p:txBody>
          <a:bodyPr vert="eaVert"/>
          <a:lstStyle/>
          <a:p>
            <a:r>
              <a:rPr lang="en-US"/>
              <a:t>Click to edit Master title style</a:t>
            </a:r>
          </a:p>
        </p:txBody>
      </p:sp>
      <p:sp>
        <p:nvSpPr>
          <p:cNvPr id="3" name="Vertical Text Placeholder 2">
            <a:extLst>
              <a:ext uri="{FF2B5EF4-FFF2-40B4-BE49-F238E27FC236}">
                <a16:creationId xmlns:a16="http://schemas.microsoft.com/office/drawing/2014/main" id="{1408A975-CD63-89CE-05BF-D6A00473935F}"/>
              </a:ext>
            </a:extLst>
          </p:cNvPr>
          <p:cNvSpPr>
            <a:spLocks noGrp="1"/>
          </p:cNvSpPr>
          <p:nvPr>
            <p:ph type="body" orient="vert" idx="1"/>
          </p:nvPr>
        </p:nvSpPr>
        <p:spPr>
          <a:xfrm>
            <a:off x="838200" y="365125"/>
            <a:ext cx="7734300" cy="5811838"/>
          </a:xfrm>
        </p:spPr>
        <p:txBody>
          <a:bodyPr vert="eaVert"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4" name="Date Placeholder 3">
            <a:extLst>
              <a:ext uri="{FF2B5EF4-FFF2-40B4-BE49-F238E27FC236}">
                <a16:creationId xmlns:a16="http://schemas.microsoft.com/office/drawing/2014/main" id="{98E0EB12-AA96-E3C7-CFE5-4145B5AA101A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90C60570-39D2-42A9-8EC4-4C80AC5819C7}" type="datetimeFigureOut">
              <a:rPr lang="en-US" smtClean="0"/>
              <a:t>01/17/26</a:t>
            </a:fld>
            <a:endParaRPr lang="en-US"/>
          </a:p>
        </p:txBody>
      </p:sp>
      <p:sp>
        <p:nvSpPr>
          <p:cNvPr id="5" name="Footer Placeholder 4">
            <a:extLst>
              <a:ext uri="{FF2B5EF4-FFF2-40B4-BE49-F238E27FC236}">
                <a16:creationId xmlns:a16="http://schemas.microsoft.com/office/drawing/2014/main" id="{A04E1AEE-13EC-FC3D-F72F-D10A27BD7F02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>
            <a:extLst>
              <a:ext uri="{FF2B5EF4-FFF2-40B4-BE49-F238E27FC236}">
                <a16:creationId xmlns:a16="http://schemas.microsoft.com/office/drawing/2014/main" id="{07D929A2-91D0-1AEE-7D33-A157DFEFDB44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A5CFB6F2-DBBB-4206-BA02-08C9F4FF3B40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304745385"/>
      </p:ext>
    </p:extLst>
  </p:cSld>
  <p:clrMapOvr>
    <a:masterClrMapping/>
  </p:clrMapOvr>
</p:sldLayout>
</file>

<file path=ppt/slideMasters/_rels/slideMaster1.xml.rels><?xml version="1.0" encoding="UTF-8" standalone="yes"?>
<Relationships xmlns="http://schemas.openxmlformats.org/package/2006/relationships"><Relationship Id="rId8" Type="http://schemas.openxmlformats.org/officeDocument/2006/relationships/slideLayout" Target="../slideLayouts/slideLayout8.xml"/><Relationship Id="rId13" Type="http://schemas.openxmlformats.org/officeDocument/2006/relationships/tags" Target="../tags/tag2.xml"/><Relationship Id="rId3" Type="http://schemas.openxmlformats.org/officeDocument/2006/relationships/slideLayout" Target="../slideLayouts/slideLayout3.xml"/><Relationship Id="rId7" Type="http://schemas.openxmlformats.org/officeDocument/2006/relationships/slideLayout" Target="../slideLayouts/slideLayout7.xml"/><Relationship Id="rId12" Type="http://schemas.openxmlformats.org/officeDocument/2006/relationships/theme" Target="../theme/theme1.xml"/><Relationship Id="rId2" Type="http://schemas.openxmlformats.org/officeDocument/2006/relationships/slideLayout" Target="../slideLayouts/slideLayout2.xml"/><Relationship Id="rId1" Type="http://schemas.openxmlformats.org/officeDocument/2006/relationships/slideLayout" Target="../slideLayouts/slideLayout1.xml"/><Relationship Id="rId6" Type="http://schemas.openxmlformats.org/officeDocument/2006/relationships/slideLayout" Target="../slideLayouts/slideLayout6.xml"/><Relationship Id="rId11" Type="http://schemas.openxmlformats.org/officeDocument/2006/relationships/slideLayout" Target="../slideLayouts/slideLayout11.xml"/><Relationship Id="rId5" Type="http://schemas.openxmlformats.org/officeDocument/2006/relationships/slideLayout" Target="../slideLayouts/slideLayout5.xml"/><Relationship Id="rId15" Type="http://schemas.openxmlformats.org/officeDocument/2006/relationships/image" Target="../media/image1.emf"/><Relationship Id="rId10" Type="http://schemas.openxmlformats.org/officeDocument/2006/relationships/slideLayout" Target="../slideLayouts/slideLayout10.xml"/><Relationship Id="rId4" Type="http://schemas.openxmlformats.org/officeDocument/2006/relationships/slideLayout" Target="../slideLayouts/slideLayout4.xml"/><Relationship Id="rId9" Type="http://schemas.openxmlformats.org/officeDocument/2006/relationships/slideLayout" Target="../slideLayouts/slideLayout9.xml"/><Relationship Id="rId14" Type="http://schemas.openxmlformats.org/officeDocument/2006/relationships/oleObject" Target="../embeddings/oleObject1.bin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graphicFrame>
        <p:nvGraphicFramePr>
          <p:cNvPr id="7" name="think-cell data - do not delete" hidden="1">
            <a:extLst>
              <a:ext uri="{FF2B5EF4-FFF2-40B4-BE49-F238E27FC236}">
                <a16:creationId xmlns:a16="http://schemas.microsoft.com/office/drawing/2014/main" id="{83234D02-E22D-9802-3597-096D2394C57A}"/>
              </a:ext>
            </a:extLst>
          </p:cNvPr>
          <p:cNvGraphicFramePr>
            <a:graphicFrameLocks/>
          </p:cNvGraphicFramePr>
          <p:nvPr userDrawn="1">
            <p:custDataLst>
              <p:tags r:id="rId13"/>
            </p:custDataLst>
            <p:extLst>
              <p:ext uri="{D42A27DB-BD31-4B8C-83A1-F6EECF244321}">
                <p14:modId xmlns:p14="http://schemas.microsoft.com/office/powerpoint/2010/main" val="857488451"/>
              </p:ext>
            </p:extLst>
          </p:nvPr>
        </p:nvGraphicFramePr>
        <p:xfrm>
          <a:off x="1588" y="1588"/>
          <a:ext cx="1588" cy="1588"/>
        </p:xfrm>
        <a:graphic>
          <a:graphicData uri="http://schemas.openxmlformats.org/presentationml/2006/ole">
            <mc:AlternateContent xmlns:mc="http://schemas.openxmlformats.org/markup-compatibility/2006">
              <mc:Choice xmlns:v="urn:schemas-microsoft-com:vml" Requires="v">
                <p:oleObj name="think-cell Slide" r:id="rId14" imgW="411" imgH="409" progId="TCLayout.ActiveDocument.1">
                  <p:embed/>
                </p:oleObj>
              </mc:Choice>
              <mc:Fallback>
                <p:oleObj name="think-cell Slide" r:id="rId14" imgW="411" imgH="409" progId="TCLayout.ActiveDocument.1">
                  <p:embed/>
                  <p:pic>
                    <p:nvPicPr>
                      <p:cNvPr id="0" name=""/>
                      <p:cNvPicPr/>
                      <p:nvPr/>
                    </p:nvPicPr>
                    <p:blipFill>
                      <a:blip r:embed="rId15"/>
                      <a:stretch>
                        <a:fillRect/>
                      </a:stretch>
                    </p:blipFill>
                    <p:spPr>
                      <a:xfrm>
                        <a:off x="1588" y="1588"/>
                        <a:ext cx="1588" cy="1588"/>
                      </a:xfrm>
                      <a:prstGeom prst="rect">
                        <a:avLst/>
                      </a:prstGeom>
                    </p:spPr>
                  </p:pic>
                </p:oleObj>
              </mc:Fallback>
            </mc:AlternateContent>
          </a:graphicData>
        </a:graphic>
      </p:graphicFrame>
      <p:sp>
        <p:nvSpPr>
          <p:cNvPr id="2" name="Title Placeholder 1">
            <a:extLst>
              <a:ext uri="{FF2B5EF4-FFF2-40B4-BE49-F238E27FC236}">
                <a16:creationId xmlns:a16="http://schemas.microsoft.com/office/drawing/2014/main" id="{BEB2AFBB-5580-A93F-13FA-0EE11FB9282B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838200" y="365125"/>
            <a:ext cx="10515600" cy="1325563"/>
          </a:xfrm>
          <a:prstGeom prst="rect">
            <a:avLst/>
          </a:prstGeom>
        </p:spPr>
        <p:txBody>
          <a:bodyPr vert="horz" lIns="91440" tIns="45720" rIns="91440" bIns="45720" rtlCol="0" anchor="ctr">
            <a:normAutofit/>
          </a:bodyPr>
          <a:lstStyle/>
          <a:p>
            <a:r>
              <a:rPr lang="en-US"/>
              <a:t>Click to edit Master title style</a:t>
            </a:r>
          </a:p>
        </p:txBody>
      </p:sp>
      <p:sp>
        <p:nvSpPr>
          <p:cNvPr id="3" name="Text Placeholder 2">
            <a:extLst>
              <a:ext uri="{FF2B5EF4-FFF2-40B4-BE49-F238E27FC236}">
                <a16:creationId xmlns:a16="http://schemas.microsoft.com/office/drawing/2014/main" id="{E9626DB2-C040-AEA6-AF39-7F809A19DC39}"/>
              </a:ext>
            </a:extLst>
          </p:cNvPr>
          <p:cNvSpPr>
            <a:spLocks noGrp="1"/>
          </p:cNvSpPr>
          <p:nvPr>
            <p:ph type="body" idx="1"/>
          </p:nvPr>
        </p:nvSpPr>
        <p:spPr>
          <a:xfrm>
            <a:off x="838200" y="1825625"/>
            <a:ext cx="10515600" cy="4351338"/>
          </a:xfrm>
          <a:prstGeom prst="rect">
            <a:avLst/>
          </a:prstGeom>
        </p:spPr>
        <p:txBody>
          <a:bodyPr vert="horz" lIns="91440" tIns="45720" rIns="91440" bIns="45720" rtlCol="0">
            <a:normAutofit/>
          </a:bodyPr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4" name="Date Placeholder 3">
            <a:extLst>
              <a:ext uri="{FF2B5EF4-FFF2-40B4-BE49-F238E27FC236}">
                <a16:creationId xmlns:a16="http://schemas.microsoft.com/office/drawing/2014/main" id="{5524D370-553A-D0E5-F1D3-ED7B318E4C19}"/>
              </a:ext>
            </a:extLst>
          </p:cNvPr>
          <p:cNvSpPr>
            <a:spLocks noGrp="1"/>
          </p:cNvSpPr>
          <p:nvPr>
            <p:ph type="dt" sz="half" idx="2"/>
          </p:nvPr>
        </p:nvSpPr>
        <p:spPr>
          <a:xfrm>
            <a:off x="838200" y="6356350"/>
            <a:ext cx="27432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l">
              <a:defRPr sz="1200">
                <a:solidFill>
                  <a:schemeClr val="tx1">
                    <a:tint val="82000"/>
                  </a:schemeClr>
                </a:solidFill>
              </a:defRPr>
            </a:lvl1pPr>
          </a:lstStyle>
          <a:p>
            <a:fld id="{90C60570-39D2-42A9-8EC4-4C80AC5819C7}" type="datetimeFigureOut">
              <a:rPr lang="en-US" smtClean="0"/>
              <a:t>01/17/26</a:t>
            </a:fld>
            <a:endParaRPr lang="en-US"/>
          </a:p>
        </p:txBody>
      </p:sp>
      <p:sp>
        <p:nvSpPr>
          <p:cNvPr id="5" name="Footer Placeholder 4">
            <a:extLst>
              <a:ext uri="{FF2B5EF4-FFF2-40B4-BE49-F238E27FC236}">
                <a16:creationId xmlns:a16="http://schemas.microsoft.com/office/drawing/2014/main" id="{9A319856-4344-0EF1-A988-E696BF55A81D}"/>
              </a:ext>
            </a:extLst>
          </p:cNvPr>
          <p:cNvSpPr>
            <a:spLocks noGrp="1"/>
          </p:cNvSpPr>
          <p:nvPr>
            <p:ph type="ftr" sz="quarter" idx="3"/>
          </p:nvPr>
        </p:nvSpPr>
        <p:spPr>
          <a:xfrm>
            <a:off x="4038600" y="6356350"/>
            <a:ext cx="41148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ctr">
              <a:defRPr sz="1200">
                <a:solidFill>
                  <a:schemeClr val="tx1">
                    <a:tint val="82000"/>
                  </a:schemeClr>
                </a:solidFill>
              </a:defRPr>
            </a:lvl1pPr>
          </a:lstStyle>
          <a:p>
            <a:endParaRPr lang="en-US"/>
          </a:p>
        </p:txBody>
      </p:sp>
      <p:sp>
        <p:nvSpPr>
          <p:cNvPr id="6" name="Slide Number Placeholder 5">
            <a:extLst>
              <a:ext uri="{FF2B5EF4-FFF2-40B4-BE49-F238E27FC236}">
                <a16:creationId xmlns:a16="http://schemas.microsoft.com/office/drawing/2014/main" id="{CC77EE8E-0476-3780-6099-6CB67ED5DA6A}"/>
              </a:ext>
            </a:extLst>
          </p:cNvPr>
          <p:cNvSpPr>
            <a:spLocks noGrp="1"/>
          </p:cNvSpPr>
          <p:nvPr>
            <p:ph type="sldNum" sz="quarter" idx="4"/>
          </p:nvPr>
        </p:nvSpPr>
        <p:spPr>
          <a:xfrm>
            <a:off x="8610600" y="6356350"/>
            <a:ext cx="27432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r">
              <a:defRPr sz="1200">
                <a:solidFill>
                  <a:schemeClr val="tx1">
                    <a:tint val="82000"/>
                  </a:schemeClr>
                </a:solidFill>
              </a:defRPr>
            </a:lvl1pPr>
          </a:lstStyle>
          <a:p>
            <a:fld id="{A5CFB6F2-DBBB-4206-BA02-08C9F4FF3B40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87346542"/>
      </p:ext>
    </p:extLst>
  </p:cSld>
  <p:clrMap bg1="lt1" tx1="dk1" bg2="lt2" tx2="dk2" accent1="accent1" accent2="accent2" accent3="accent3" accent4="accent4" accent5="accent5" accent6="accent6" hlink="hlink" folHlink="folHlink"/>
  <p:sldLayoutIdLst>
    <p:sldLayoutId id="2147483649" r:id="rId1"/>
    <p:sldLayoutId id="2147483650" r:id="rId2"/>
    <p:sldLayoutId id="2147483651" r:id="rId3"/>
    <p:sldLayoutId id="2147483652" r:id="rId4"/>
    <p:sldLayoutId id="2147483653" r:id="rId5"/>
    <p:sldLayoutId id="2147483654" r:id="rId6"/>
    <p:sldLayoutId id="2147483655" r:id="rId7"/>
    <p:sldLayoutId id="2147483656" r:id="rId8"/>
    <p:sldLayoutId id="2147483657" r:id="rId9"/>
    <p:sldLayoutId id="2147483658" r:id="rId10"/>
    <p:sldLayoutId id="2147483659" r:id="rId11"/>
  </p:sldLayoutIdLst>
  <p:txStyles>
    <p:titleStyle>
      <a:lvl1pPr algn="l" defTabSz="914400" rtl="0" eaLnBrk="1" latinLnBrk="0" hangingPunct="1">
        <a:lnSpc>
          <a:spcPct val="90000"/>
        </a:lnSpc>
        <a:spcBef>
          <a:spcPct val="0"/>
        </a:spcBef>
        <a:buNone/>
        <a:defRPr sz="440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228600" indent="-228600" algn="l" defTabSz="914400" rtl="0" eaLnBrk="1" latinLnBrk="0" hangingPunct="1">
        <a:lnSpc>
          <a:spcPct val="90000"/>
        </a:lnSpc>
        <a:spcBef>
          <a:spcPts val="1000"/>
        </a:spcBef>
        <a:buFont typeface="Arial" panose="020B0604020202020204" pitchFamily="34" charset="0"/>
        <a:buChar char="•"/>
        <a:defRPr sz="2800" kern="1200">
          <a:solidFill>
            <a:schemeClr val="tx1"/>
          </a:solidFill>
          <a:latin typeface="+mn-lt"/>
          <a:ea typeface="+mn-ea"/>
          <a:cs typeface="+mn-cs"/>
        </a:defRPr>
      </a:lvl1pPr>
      <a:lvl2pPr marL="6858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"1.0" encoding="UTF-8" standalone="yes"?>
<Relationships xmlns="http://schemas.openxmlformats.org/package/2006/relationships"><Relationship Id="rId3" Type="http://schemas.openxmlformats.org/officeDocument/2006/relationships/notesSlide" Target="../notesSlides/notesSlide1.xml"/><Relationship Id="rId2" Type="http://schemas.openxmlformats.org/officeDocument/2006/relationships/slideLayout" Target="../slideLayouts/slideLayout6.xml"/><Relationship Id="rId1" Type="http://schemas.openxmlformats.org/officeDocument/2006/relationships/tags" Target="../tags/tag3.xml"/><Relationship Id="rId5" Type="http://schemas.openxmlformats.org/officeDocument/2006/relationships/image" Target="../media/image2.emf"/><Relationship Id="rId4" Type="http://schemas.openxmlformats.org/officeDocument/2006/relationships/oleObject" Target="../embeddings/oleObject2.bin"/></Relationships>
</file>

<file path=ppt/slides/_rels/slide2.xml.rels><?xml version="1.0" encoding="UTF-8" standalone="yes"?>
<Relationships xmlns="http://schemas.openxmlformats.org/package/2006/relationships"><Relationship Id="rId8" Type="http://schemas.openxmlformats.org/officeDocument/2006/relationships/tags" Target="../tags/tag11.xml"/><Relationship Id="rId13" Type="http://schemas.openxmlformats.org/officeDocument/2006/relationships/notesSlide" Target="../notesSlides/notesSlide2.xml"/><Relationship Id="rId3" Type="http://schemas.openxmlformats.org/officeDocument/2006/relationships/tags" Target="../tags/tag6.xml"/><Relationship Id="rId7" Type="http://schemas.openxmlformats.org/officeDocument/2006/relationships/tags" Target="../tags/tag10.xml"/><Relationship Id="rId12" Type="http://schemas.openxmlformats.org/officeDocument/2006/relationships/slideLayout" Target="../slideLayouts/slideLayout6.xml"/><Relationship Id="rId17" Type="http://schemas.openxmlformats.org/officeDocument/2006/relationships/chart" Target="../charts/chart2.xml"/><Relationship Id="rId2" Type="http://schemas.openxmlformats.org/officeDocument/2006/relationships/tags" Target="../tags/tag5.xml"/><Relationship Id="rId16" Type="http://schemas.openxmlformats.org/officeDocument/2006/relationships/chart" Target="../charts/chart1.xml"/><Relationship Id="rId1" Type="http://schemas.openxmlformats.org/officeDocument/2006/relationships/tags" Target="../tags/tag4.xml"/><Relationship Id="rId6" Type="http://schemas.openxmlformats.org/officeDocument/2006/relationships/tags" Target="../tags/tag9.xml"/><Relationship Id="rId11" Type="http://schemas.openxmlformats.org/officeDocument/2006/relationships/tags" Target="../tags/tag14.xml"/><Relationship Id="rId5" Type="http://schemas.openxmlformats.org/officeDocument/2006/relationships/tags" Target="../tags/tag8.xml"/><Relationship Id="rId15" Type="http://schemas.openxmlformats.org/officeDocument/2006/relationships/image" Target="../media/image2.emf"/><Relationship Id="rId10" Type="http://schemas.openxmlformats.org/officeDocument/2006/relationships/tags" Target="../tags/tag13.xml"/><Relationship Id="rId4" Type="http://schemas.openxmlformats.org/officeDocument/2006/relationships/tags" Target="../tags/tag7.xml"/><Relationship Id="rId9" Type="http://schemas.openxmlformats.org/officeDocument/2006/relationships/tags" Target="../tags/tag12.xml"/><Relationship Id="rId14" Type="http://schemas.openxmlformats.org/officeDocument/2006/relationships/oleObject" Target="../embeddings/oleObject3.bin"/></Relationships>
</file>

<file path=ppt/slides/_rels/slide3.xml.rels><?xml version="1.0" encoding="UTF-8" standalone="yes"?>
<Relationships xmlns="http://schemas.openxmlformats.org/package/2006/relationships"><Relationship Id="rId8" Type="http://schemas.openxmlformats.org/officeDocument/2006/relationships/slideLayout" Target="../slideLayouts/slideLayout6.xml"/><Relationship Id="rId3" Type="http://schemas.openxmlformats.org/officeDocument/2006/relationships/tags" Target="../tags/tag17.xml"/><Relationship Id="rId7" Type="http://schemas.openxmlformats.org/officeDocument/2006/relationships/tags" Target="../tags/tag21.xml"/><Relationship Id="rId12" Type="http://schemas.openxmlformats.org/officeDocument/2006/relationships/chart" Target="../charts/chart3.xml"/><Relationship Id="rId2" Type="http://schemas.openxmlformats.org/officeDocument/2006/relationships/tags" Target="../tags/tag16.xml"/><Relationship Id="rId1" Type="http://schemas.openxmlformats.org/officeDocument/2006/relationships/tags" Target="../tags/tag15.xml"/><Relationship Id="rId6" Type="http://schemas.openxmlformats.org/officeDocument/2006/relationships/tags" Target="../tags/tag20.xml"/><Relationship Id="rId11" Type="http://schemas.openxmlformats.org/officeDocument/2006/relationships/image" Target="../media/image2.emf"/><Relationship Id="rId5" Type="http://schemas.openxmlformats.org/officeDocument/2006/relationships/tags" Target="../tags/tag19.xml"/><Relationship Id="rId10" Type="http://schemas.openxmlformats.org/officeDocument/2006/relationships/oleObject" Target="../embeddings/oleObject4.bin"/><Relationship Id="rId4" Type="http://schemas.openxmlformats.org/officeDocument/2006/relationships/tags" Target="../tags/tag18.xml"/><Relationship Id="rId9" Type="http://schemas.openxmlformats.org/officeDocument/2006/relationships/notesSlide" Target="../notesSlides/notesSlide3.xml"/></Relationships>
</file>

<file path=ppt/slides/_rels/slide4.xml.rels><?xml version="1.0" encoding="UTF-8" standalone="yes"?>
<Relationships xmlns="http://schemas.openxmlformats.org/package/2006/relationships"><Relationship Id="rId8" Type="http://schemas.openxmlformats.org/officeDocument/2006/relationships/tags" Target="../tags/tag29.xml"/><Relationship Id="rId13" Type="http://schemas.openxmlformats.org/officeDocument/2006/relationships/tags" Target="../tags/tag34.xml"/><Relationship Id="rId18" Type="http://schemas.openxmlformats.org/officeDocument/2006/relationships/chart" Target="../charts/chart4.xml"/><Relationship Id="rId3" Type="http://schemas.openxmlformats.org/officeDocument/2006/relationships/tags" Target="../tags/tag24.xml"/><Relationship Id="rId7" Type="http://schemas.openxmlformats.org/officeDocument/2006/relationships/tags" Target="../tags/tag28.xml"/><Relationship Id="rId12" Type="http://schemas.openxmlformats.org/officeDocument/2006/relationships/tags" Target="../tags/tag33.xml"/><Relationship Id="rId17" Type="http://schemas.openxmlformats.org/officeDocument/2006/relationships/image" Target="../media/image2.emf"/><Relationship Id="rId2" Type="http://schemas.openxmlformats.org/officeDocument/2006/relationships/tags" Target="../tags/tag23.xml"/><Relationship Id="rId16" Type="http://schemas.openxmlformats.org/officeDocument/2006/relationships/oleObject" Target="../embeddings/oleObject5.bin"/><Relationship Id="rId1" Type="http://schemas.openxmlformats.org/officeDocument/2006/relationships/tags" Target="../tags/tag22.xml"/><Relationship Id="rId6" Type="http://schemas.openxmlformats.org/officeDocument/2006/relationships/tags" Target="../tags/tag27.xml"/><Relationship Id="rId11" Type="http://schemas.openxmlformats.org/officeDocument/2006/relationships/tags" Target="../tags/tag32.xml"/><Relationship Id="rId5" Type="http://schemas.openxmlformats.org/officeDocument/2006/relationships/tags" Target="../tags/tag26.xml"/><Relationship Id="rId15" Type="http://schemas.openxmlformats.org/officeDocument/2006/relationships/notesSlide" Target="../notesSlides/notesSlide4.xml"/><Relationship Id="rId10" Type="http://schemas.openxmlformats.org/officeDocument/2006/relationships/tags" Target="../tags/tag31.xml"/><Relationship Id="rId19" Type="http://schemas.openxmlformats.org/officeDocument/2006/relationships/chart" Target="../charts/chart5.xml"/><Relationship Id="rId4" Type="http://schemas.openxmlformats.org/officeDocument/2006/relationships/tags" Target="../tags/tag25.xml"/><Relationship Id="rId9" Type="http://schemas.openxmlformats.org/officeDocument/2006/relationships/tags" Target="../tags/tag30.xml"/><Relationship Id="rId14" Type="http://schemas.openxmlformats.org/officeDocument/2006/relationships/slideLayout" Target="../slideLayouts/slideLayout6.xml"/></Relationships>
</file>

<file path=ppt/slides/_rels/slide5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6.xml"/></Relationships>
</file>

<file path=ppt/slides/_rels/slide6.xml.rels><?xml version="1.0" encoding="UTF-8" standalone="yes"?>
<Relationships xmlns="http://schemas.openxmlformats.org/package/2006/relationships"><Relationship Id="rId8" Type="http://schemas.openxmlformats.org/officeDocument/2006/relationships/tags" Target="../tags/tag42.xml"/><Relationship Id="rId13" Type="http://schemas.openxmlformats.org/officeDocument/2006/relationships/tags" Target="../tags/tag47.xml"/><Relationship Id="rId18" Type="http://schemas.openxmlformats.org/officeDocument/2006/relationships/tags" Target="../tags/tag52.xml"/><Relationship Id="rId3" Type="http://schemas.openxmlformats.org/officeDocument/2006/relationships/tags" Target="../tags/tag37.xml"/><Relationship Id="rId21" Type="http://schemas.openxmlformats.org/officeDocument/2006/relationships/oleObject" Target="../embeddings/oleObject6.bin"/><Relationship Id="rId7" Type="http://schemas.openxmlformats.org/officeDocument/2006/relationships/tags" Target="../tags/tag41.xml"/><Relationship Id="rId12" Type="http://schemas.openxmlformats.org/officeDocument/2006/relationships/tags" Target="../tags/tag46.xml"/><Relationship Id="rId17" Type="http://schemas.openxmlformats.org/officeDocument/2006/relationships/tags" Target="../tags/tag51.xml"/><Relationship Id="rId2" Type="http://schemas.openxmlformats.org/officeDocument/2006/relationships/tags" Target="../tags/tag36.xml"/><Relationship Id="rId16" Type="http://schemas.openxmlformats.org/officeDocument/2006/relationships/tags" Target="../tags/tag50.xml"/><Relationship Id="rId20" Type="http://schemas.openxmlformats.org/officeDocument/2006/relationships/notesSlide" Target="../notesSlides/notesSlide5.xml"/><Relationship Id="rId1" Type="http://schemas.openxmlformats.org/officeDocument/2006/relationships/tags" Target="../tags/tag35.xml"/><Relationship Id="rId6" Type="http://schemas.openxmlformats.org/officeDocument/2006/relationships/tags" Target="../tags/tag40.xml"/><Relationship Id="rId11" Type="http://schemas.openxmlformats.org/officeDocument/2006/relationships/tags" Target="../tags/tag45.xml"/><Relationship Id="rId24" Type="http://schemas.openxmlformats.org/officeDocument/2006/relationships/chart" Target="../charts/chart7.xml"/><Relationship Id="rId5" Type="http://schemas.openxmlformats.org/officeDocument/2006/relationships/tags" Target="../tags/tag39.xml"/><Relationship Id="rId15" Type="http://schemas.openxmlformats.org/officeDocument/2006/relationships/tags" Target="../tags/tag49.xml"/><Relationship Id="rId23" Type="http://schemas.openxmlformats.org/officeDocument/2006/relationships/chart" Target="../charts/chart6.xml"/><Relationship Id="rId10" Type="http://schemas.openxmlformats.org/officeDocument/2006/relationships/tags" Target="../tags/tag44.xml"/><Relationship Id="rId19" Type="http://schemas.openxmlformats.org/officeDocument/2006/relationships/slideLayout" Target="../slideLayouts/slideLayout6.xml"/><Relationship Id="rId4" Type="http://schemas.openxmlformats.org/officeDocument/2006/relationships/tags" Target="../tags/tag38.xml"/><Relationship Id="rId9" Type="http://schemas.openxmlformats.org/officeDocument/2006/relationships/tags" Target="../tags/tag43.xml"/><Relationship Id="rId14" Type="http://schemas.openxmlformats.org/officeDocument/2006/relationships/tags" Target="../tags/tag48.xml"/><Relationship Id="rId22" Type="http://schemas.openxmlformats.org/officeDocument/2006/relationships/image" Target="../media/image2.emf"/></Relationships>
</file>

<file path=ppt/slides/_rels/slide7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6.xml"/><Relationship Id="rId1" Type="http://schemas.openxmlformats.org/officeDocument/2006/relationships/slideLayout" Target="../slideLayouts/slideLayout6.xml"/></Relationships>
</file>

<file path=ppt/slides/_rels/slide8.xml.rels><?xml version="1.0" encoding="UTF-8" standalone="yes"?>
<Relationships xmlns="http://schemas.openxmlformats.org/package/2006/relationships"><Relationship Id="rId8" Type="http://schemas.openxmlformats.org/officeDocument/2006/relationships/image" Target="../media/image6.png"/><Relationship Id="rId3" Type="http://schemas.openxmlformats.org/officeDocument/2006/relationships/notesSlide" Target="../notesSlides/notesSlide7.xml"/><Relationship Id="rId7" Type="http://schemas.openxmlformats.org/officeDocument/2006/relationships/image" Target="../media/image5.svg"/><Relationship Id="rId2" Type="http://schemas.openxmlformats.org/officeDocument/2006/relationships/slideLayout" Target="../slideLayouts/slideLayout6.xml"/><Relationship Id="rId1" Type="http://schemas.openxmlformats.org/officeDocument/2006/relationships/tags" Target="../tags/tag53.xml"/><Relationship Id="rId6" Type="http://schemas.openxmlformats.org/officeDocument/2006/relationships/image" Target="../media/image4.png"/><Relationship Id="rId11" Type="http://schemas.openxmlformats.org/officeDocument/2006/relationships/image" Target="../media/image9.svg"/><Relationship Id="rId5" Type="http://schemas.openxmlformats.org/officeDocument/2006/relationships/image" Target="../media/image3.emf"/><Relationship Id="rId10" Type="http://schemas.openxmlformats.org/officeDocument/2006/relationships/image" Target="../media/image8.png"/><Relationship Id="rId4" Type="http://schemas.openxmlformats.org/officeDocument/2006/relationships/oleObject" Target="../embeddings/oleObject7.bin"/><Relationship Id="rId9" Type="http://schemas.openxmlformats.org/officeDocument/2006/relationships/image" Target="../media/image7.svg"/></Relationships>
</file>

<file path=ppt/slides/_rels/slide9.xml.rels><?xml version="1.0" encoding="UTF-8" standalone="yes"?>
<Relationships xmlns="http://schemas.openxmlformats.org/package/2006/relationships"><Relationship Id="rId8" Type="http://schemas.openxmlformats.org/officeDocument/2006/relationships/image" Target="../media/image12.png"/><Relationship Id="rId3" Type="http://schemas.openxmlformats.org/officeDocument/2006/relationships/notesSlide" Target="../notesSlides/notesSlide8.xml"/><Relationship Id="rId7" Type="http://schemas.openxmlformats.org/officeDocument/2006/relationships/image" Target="../media/image11.png"/><Relationship Id="rId2" Type="http://schemas.openxmlformats.org/officeDocument/2006/relationships/slideLayout" Target="../slideLayouts/slideLayout6.xml"/><Relationship Id="rId1" Type="http://schemas.openxmlformats.org/officeDocument/2006/relationships/tags" Target="../tags/tag54.xml"/><Relationship Id="rId6" Type="http://schemas.openxmlformats.org/officeDocument/2006/relationships/image" Target="../media/image10.png"/><Relationship Id="rId5" Type="http://schemas.openxmlformats.org/officeDocument/2006/relationships/image" Target="../media/image1.emf"/><Relationship Id="rId4" Type="http://schemas.openxmlformats.org/officeDocument/2006/relationships/oleObject" Target="../embeddings/oleObject8.bin"/><Relationship Id="rId9" Type="http://schemas.openxmlformats.org/officeDocument/2006/relationships/image" Target="../media/image13.png"/></Relationships>
</file>

<file path=ppt/slides/_rels/slide10.xml.rels><?xml version="1.0" encoding="UTF-8" standalone="yes"?>
<Relationships xmlns="http://schemas.openxmlformats.org/package/2006/relationships"><Relationship Id="rId8" Type="http://schemas.openxmlformats.org/officeDocument/2006/relationships/image" Target="../media/image12.png"/><Relationship Id="rId3" Type="http://schemas.openxmlformats.org/officeDocument/2006/relationships/notesSlide" Target="../notesSlides/notesSlide9.xml"/><Relationship Id="rId7" Type="http://schemas.openxmlformats.org/officeDocument/2006/relationships/image" Target="../media/image11.png"/><Relationship Id="rId2" Type="http://schemas.openxmlformats.org/officeDocument/2006/relationships/slideLayout" Target="../slideLayouts/slideLayout6.xml"/><Relationship Id="rId1" Type="http://schemas.openxmlformats.org/officeDocument/2006/relationships/tags" Target="../tags/tag55.xml"/><Relationship Id="rId6" Type="http://schemas.openxmlformats.org/officeDocument/2006/relationships/image" Target="../media/image10.png"/><Relationship Id="rId5" Type="http://schemas.openxmlformats.org/officeDocument/2006/relationships/image" Target="../media/image1.emf"/><Relationship Id="rId4" Type="http://schemas.openxmlformats.org/officeDocument/2006/relationships/oleObject" Target="../embeddings/oleObject8.bin"/><Relationship Id="rId9" Type="http://schemas.openxmlformats.org/officeDocument/2006/relationships/image" Target="../media/image13.png"/></Relationships>
</file>

<file path=ppt/slides/_rels/slide11.xml.rels><?xml version="1.0" encoding="UTF-8" standalone="yes"?>
<Relationships xmlns="http://schemas.openxmlformats.org/package/2006/relationships"><Relationship Id="rId3" Type="http://schemas.openxmlformats.org/officeDocument/2006/relationships/notesSlide" Target="../notesSlides/notesSlide10.xml"/><Relationship Id="rId2" Type="http://schemas.openxmlformats.org/officeDocument/2006/relationships/slideLayout" Target="../slideLayouts/slideLayout6.xml"/><Relationship Id="rId1" Type="http://schemas.openxmlformats.org/officeDocument/2006/relationships/tags" Target="../tags/tag56.xml"/><Relationship Id="rId5" Type="http://schemas.openxmlformats.org/officeDocument/2006/relationships/image" Target="../media/image14.emf"/><Relationship Id="rId4" Type="http://schemas.openxmlformats.org/officeDocument/2006/relationships/oleObject" Target="../embeddings/oleObject9.bin"/></Relationships>
</file>

<file path=ppt/slides/_rels/slide12.xml.rels><?xml version="1.0" encoding="UTF-8" standalone="yes"?>
<Relationships xmlns="http://schemas.openxmlformats.org/package/2006/relationships"><Relationship Id="rId3" Type="http://schemas.openxmlformats.org/officeDocument/2006/relationships/oleObject" Target="../embeddings/oleObject10.bin"/><Relationship Id="rId2" Type="http://schemas.openxmlformats.org/officeDocument/2006/relationships/slideLayout" Target="../slideLayouts/slideLayout7.xml"/><Relationship Id="rId1" Type="http://schemas.openxmlformats.org/officeDocument/2006/relationships/tags" Target="../tags/tag57.xml"/><Relationship Id="rId4" Type="http://schemas.openxmlformats.org/officeDocument/2006/relationships/image" Target="../media/image3.emf"/></Relationships>
</file>

<file path=ppt/slides/_rels/slide13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11.xml"/><Relationship Id="rId1" Type="http://schemas.openxmlformats.org/officeDocument/2006/relationships/slideLayout" Target="../slideLayouts/slideLayout6.xml"/></Relationships>
</file>

<file path=ppt/slides/_rels/slide14.xml.rels><?xml version="1.0" encoding="UTF-8" standalone="yes"?>
<Relationships xmlns="http://schemas.openxmlformats.org/package/2006/relationships"><Relationship Id="rId3" Type="http://schemas.openxmlformats.org/officeDocument/2006/relationships/tags" Target="../tags/tag60.xml"/><Relationship Id="rId7" Type="http://schemas.openxmlformats.org/officeDocument/2006/relationships/slideLayout" Target="../slideLayouts/slideLayout7.xml"/><Relationship Id="rId2" Type="http://schemas.openxmlformats.org/officeDocument/2006/relationships/tags" Target="../tags/tag59.xml"/><Relationship Id="rId1" Type="http://schemas.openxmlformats.org/officeDocument/2006/relationships/tags" Target="../tags/tag58.xml"/><Relationship Id="rId6" Type="http://schemas.openxmlformats.org/officeDocument/2006/relationships/tags" Target="../tags/tag63.xml"/><Relationship Id="rId5" Type="http://schemas.openxmlformats.org/officeDocument/2006/relationships/tags" Target="../tags/tag62.xml"/><Relationship Id="rId4" Type="http://schemas.openxmlformats.org/officeDocument/2006/relationships/tags" Target="../tags/tag61.xml"/></Relationships>
</file>

<file path=ppt/slides/_rels/slide15.xml.rels><?xml version="1.0" encoding="UTF-8" standalone="yes"?>
<Relationships xmlns="http://schemas.openxmlformats.org/package/2006/relationships"><Relationship Id="rId8" Type="http://schemas.openxmlformats.org/officeDocument/2006/relationships/slideLayout" Target="../slideLayouts/slideLayout6.xml"/><Relationship Id="rId3" Type="http://schemas.openxmlformats.org/officeDocument/2006/relationships/tags" Target="../tags/tag66.xml"/><Relationship Id="rId7" Type="http://schemas.openxmlformats.org/officeDocument/2006/relationships/tags" Target="../tags/tag70.xml"/><Relationship Id="rId2" Type="http://schemas.openxmlformats.org/officeDocument/2006/relationships/tags" Target="../tags/tag65.xml"/><Relationship Id="rId1" Type="http://schemas.openxmlformats.org/officeDocument/2006/relationships/tags" Target="../tags/tag64.xml"/><Relationship Id="rId6" Type="http://schemas.openxmlformats.org/officeDocument/2006/relationships/tags" Target="../tags/tag69.xml"/><Relationship Id="rId11" Type="http://schemas.openxmlformats.org/officeDocument/2006/relationships/image" Target="../media/image1.emf"/><Relationship Id="rId5" Type="http://schemas.openxmlformats.org/officeDocument/2006/relationships/tags" Target="../tags/tag68.xml"/><Relationship Id="rId10" Type="http://schemas.openxmlformats.org/officeDocument/2006/relationships/oleObject" Target="../embeddings/oleObject11.bin"/><Relationship Id="rId4" Type="http://schemas.openxmlformats.org/officeDocument/2006/relationships/tags" Target="../tags/tag67.xml"/><Relationship Id="rId9" Type="http://schemas.openxmlformats.org/officeDocument/2006/relationships/notesSlide" Target="../notesSlides/notesSlide12.xml"/></Relationships>
</file>

<file path=ppt/slides/_rels/slide16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6.xml"/></Relationships>
</file>

<file path=ppt/slides/slide1.xml><?xml version="1.0" encoding="utf-8"?>
<p:sld xmlns:a="http://schemas.openxmlformats.org/drawingml/2006/main" xmlns:r="http://schemas.openxmlformats.org/officeDocument/2006/relationships" xmlns:p="http://schemas.openxmlformats.org/presentationml/2006/main" showMasterPhAnim="0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graphicFrame>
        <p:nvGraphicFramePr>
          <p:cNvPr id="10" name="think-cell data - do not delete" hidden="1">
            <a:extLst>
              <a:ext uri="{FF2B5EF4-FFF2-40B4-BE49-F238E27FC236}">
                <a16:creationId xmlns:a16="http://schemas.microsoft.com/office/drawing/2014/main" id="{816494A8-BFF6-04E5-A4A2-020B8041E3D9}"/>
              </a:ext>
            </a:extLst>
          </p:cNvPr>
          <p:cNvGraphicFramePr>
            <a:graphicFrameLocks/>
          </p:cNvGraphicFramePr>
          <p:nvPr>
            <p:custDataLst>
              <p:tags r:id="rId1"/>
            </p:custDataLst>
          </p:nvPr>
        </p:nvGraphicFramePr>
        <p:xfrm>
          <a:off x="1588" y="1588"/>
          <a:ext cx="1588" cy="1588"/>
        </p:xfrm>
        <a:graphic>
          <a:graphicData uri="http://schemas.openxmlformats.org/presentationml/2006/ole">
            <mc:AlternateContent xmlns:mc="http://schemas.openxmlformats.org/markup-compatibility/2006">
              <mc:Choice xmlns:v="urn:schemas-microsoft-com:vml" Requires="v">
                <p:oleObj name="think-cell Slide" r:id="rId4" imgW="349" imgH="350" progId="TCLayout.ActiveDocument.1">
                  <p:embed/>
                </p:oleObj>
              </mc:Choice>
              <mc:Fallback>
                <p:oleObj name="think-cell Slide" r:id="rId4" imgW="349" imgH="350" progId="TCLayout.ActiveDocument.1">
                  <p:embed/>
                  <p:pic>
                    <p:nvPicPr>
                      <p:cNvPr id="10" name="think-cell data - do not delete" hidden="1">
                        <a:extLst>
                          <a:ext uri="{FF2B5EF4-FFF2-40B4-BE49-F238E27FC236}">
                            <a16:creationId xmlns:a16="http://schemas.microsoft.com/office/drawing/2014/main" id="{816494A8-BFF6-04E5-A4A2-020B8041E3D9}"/>
                          </a:ext>
                        </a:extLst>
                      </p:cNvPr>
                      <p:cNvPicPr/>
                      <p:nvPr/>
                    </p:nvPicPr>
                    <p:blipFill>
                      <a:blip r:embed="rId5"/>
                      <a:stretch>
                        <a:fillRect/>
                      </a:stretch>
                    </p:blipFill>
                    <p:spPr>
                      <a:xfrm>
                        <a:off x="1588" y="1588"/>
                        <a:ext cx="1588" cy="1588"/>
                      </a:xfrm>
                      <a:prstGeom prst="rect">
                        <a:avLst/>
                      </a:prstGeom>
                    </p:spPr>
                  </p:pic>
                </p:oleObj>
              </mc:Fallback>
            </mc:AlternateContent>
          </a:graphicData>
        </a:graphic>
      </p:graphicFrame>
      <p:sp>
        <p:nvSpPr>
          <p:cNvPr id="3" name="Freihandform: Form 14">
            <a:extLst>
              <a:ext uri="{FF2B5EF4-FFF2-40B4-BE49-F238E27FC236}">
                <a16:creationId xmlns:a16="http://schemas.microsoft.com/office/drawing/2014/main" id="{5CC097B8-28A1-AB9C-197B-6813745781E9}"/>
              </a:ext>
            </a:extLst>
          </p:cNvPr>
          <p:cNvSpPr>
            <a:spLocks/>
          </p:cNvSpPr>
          <p:nvPr/>
        </p:nvSpPr>
        <p:spPr bwMode="gray">
          <a:xfrm>
            <a:off x="4885158" y="2187887"/>
            <a:ext cx="4240594" cy="3870013"/>
          </a:xfrm>
          <a:custGeom>
            <a:avLst/>
            <a:gdLst>
              <a:gd name="connsiteX0" fmla="*/ 67851912 w 67909630"/>
              <a:gd name="connsiteY0" fmla="*/ 37389716 h 65759458"/>
              <a:gd name="connsiteX1" fmla="*/ 65997388 w 67909630"/>
              <a:gd name="connsiteY1" fmla="*/ 35234168 h 65759458"/>
              <a:gd name="connsiteX2" fmla="*/ 61720336 w 67909630"/>
              <a:gd name="connsiteY2" fmla="*/ 33890308 h 65759458"/>
              <a:gd name="connsiteX3" fmla="*/ 26255022 w 67909630"/>
              <a:gd name="connsiteY3" fmla="*/ 22786460 h 65759458"/>
              <a:gd name="connsiteX4" fmla="*/ 8240158 w 67909630"/>
              <a:gd name="connsiteY4" fmla="*/ 17145840 h 65759458"/>
              <a:gd name="connsiteX5" fmla="*/ 3801842 w 67909630"/>
              <a:gd name="connsiteY5" fmla="*/ 15757187 h 65759458"/>
              <a:gd name="connsiteX6" fmla="*/ 3337764 w 67909630"/>
              <a:gd name="connsiteY6" fmla="*/ 15612048 h 65759458"/>
              <a:gd name="connsiteX7" fmla="*/ 11377618 w 67909630"/>
              <a:gd name="connsiteY7" fmla="*/ 13325698 h 65759458"/>
              <a:gd name="connsiteX8" fmla="*/ 27795982 w 67909630"/>
              <a:gd name="connsiteY8" fmla="*/ 8658030 h 65759458"/>
              <a:gd name="connsiteX9" fmla="*/ 35409388 w 67909630"/>
              <a:gd name="connsiteY9" fmla="*/ 6491732 h 65759458"/>
              <a:gd name="connsiteX10" fmla="*/ 35954096 w 67909630"/>
              <a:gd name="connsiteY10" fmla="*/ 6258796 h 65759458"/>
              <a:gd name="connsiteX11" fmla="*/ 36133276 w 67909630"/>
              <a:gd name="connsiteY11" fmla="*/ 6113659 h 65759458"/>
              <a:gd name="connsiteX12" fmla="*/ 36242576 w 67909630"/>
              <a:gd name="connsiteY12" fmla="*/ 5972108 h 65759458"/>
              <a:gd name="connsiteX13" fmla="*/ 36333960 w 67909630"/>
              <a:gd name="connsiteY13" fmla="*/ 5703336 h 65759458"/>
              <a:gd name="connsiteX14" fmla="*/ 36290956 w 67909630"/>
              <a:gd name="connsiteY14" fmla="*/ 5364684 h 65759458"/>
              <a:gd name="connsiteX15" fmla="*/ 36165528 w 67909630"/>
              <a:gd name="connsiteY15" fmla="*/ 5163999 h 65759458"/>
              <a:gd name="connsiteX16" fmla="*/ 35964848 w 67909630"/>
              <a:gd name="connsiteY16" fmla="*/ 5006322 h 65759458"/>
              <a:gd name="connsiteX17" fmla="*/ 35803584 w 67909630"/>
              <a:gd name="connsiteY17" fmla="*/ 4929272 h 65759458"/>
              <a:gd name="connsiteX18" fmla="*/ 35660240 w 67909630"/>
              <a:gd name="connsiteY18" fmla="*/ 4879102 h 65759458"/>
              <a:gd name="connsiteX19" fmla="*/ 35520476 w 67909630"/>
              <a:gd name="connsiteY19" fmla="*/ 4841473 h 65759458"/>
              <a:gd name="connsiteX20" fmla="*/ 35389676 w 67909630"/>
              <a:gd name="connsiteY20" fmla="*/ 4812806 h 65759458"/>
              <a:gd name="connsiteX21" fmla="*/ 35275000 w 67909630"/>
              <a:gd name="connsiteY21" fmla="*/ 4791302 h 65759458"/>
              <a:gd name="connsiteX22" fmla="*/ 35149572 w 67909630"/>
              <a:gd name="connsiteY22" fmla="*/ 4769801 h 65759458"/>
              <a:gd name="connsiteX23" fmla="*/ 34918428 w 67909630"/>
              <a:gd name="connsiteY23" fmla="*/ 4732172 h 65759458"/>
              <a:gd name="connsiteX24" fmla="*/ 33088990 w 67909630"/>
              <a:gd name="connsiteY24" fmla="*/ 4427565 h 65759458"/>
              <a:gd name="connsiteX25" fmla="*/ 29534038 w 67909630"/>
              <a:gd name="connsiteY25" fmla="*/ 3836268 h 65759458"/>
              <a:gd name="connsiteX26" fmla="*/ 7308416 w 67909630"/>
              <a:gd name="connsiteY26" fmla="*/ 134386 h 65759458"/>
              <a:gd name="connsiteX27" fmla="*/ 29422946 w 67909630"/>
              <a:gd name="connsiteY27" fmla="*/ 4642582 h 65759458"/>
              <a:gd name="connsiteX28" fmla="*/ 32965354 w 67909630"/>
              <a:gd name="connsiteY28" fmla="*/ 5327055 h 65759458"/>
              <a:gd name="connsiteX29" fmla="*/ 34660408 w 67909630"/>
              <a:gd name="connsiteY29" fmla="*/ 5654956 h 65759458"/>
              <a:gd name="connsiteX30" fmla="*/ 27552294 w 67909630"/>
              <a:gd name="connsiteY30" fmla="*/ 7480812 h 65759458"/>
              <a:gd name="connsiteX31" fmla="*/ 11044341 w 67909630"/>
              <a:gd name="connsiteY31" fmla="*/ 11718443 h 65759458"/>
              <a:gd name="connsiteX32" fmla="*/ 2325390 w 67909630"/>
              <a:gd name="connsiteY32" fmla="*/ 13956416 h 65759458"/>
              <a:gd name="connsiteX33" fmla="*/ 1771721 w 67909630"/>
              <a:gd name="connsiteY33" fmla="*/ 14097968 h 65759458"/>
              <a:gd name="connsiteX34" fmla="*/ 1495782 w 67909630"/>
              <a:gd name="connsiteY34" fmla="*/ 14169642 h 65759458"/>
              <a:gd name="connsiteX35" fmla="*/ 1336311 w 67909630"/>
              <a:gd name="connsiteY35" fmla="*/ 14216228 h 65759458"/>
              <a:gd name="connsiteX36" fmla="*/ 1248511 w 67909630"/>
              <a:gd name="connsiteY36" fmla="*/ 14244898 h 65759458"/>
              <a:gd name="connsiteX37" fmla="*/ 1144587 w 67909630"/>
              <a:gd name="connsiteY37" fmla="*/ 14282524 h 65759458"/>
              <a:gd name="connsiteX38" fmla="*/ 940320 w 67909630"/>
              <a:gd name="connsiteY38" fmla="*/ 14372115 h 65759458"/>
              <a:gd name="connsiteX39" fmla="*/ 714552 w 67909630"/>
              <a:gd name="connsiteY39" fmla="*/ 14504710 h 65759458"/>
              <a:gd name="connsiteX40" fmla="*/ 422487 w 67909630"/>
              <a:gd name="connsiteY40" fmla="*/ 14777066 h 65759458"/>
              <a:gd name="connsiteX41" fmla="*/ 257640 w 67909630"/>
              <a:gd name="connsiteY41" fmla="*/ 15040462 h 65759458"/>
              <a:gd name="connsiteX42" fmla="*/ 142964 w 67909630"/>
              <a:gd name="connsiteY42" fmla="*/ 15454370 h 65759458"/>
              <a:gd name="connsiteX43" fmla="*/ 178801 w 67909630"/>
              <a:gd name="connsiteY43" fmla="*/ 15925615 h 65759458"/>
              <a:gd name="connsiteX44" fmla="*/ 322146 w 67909630"/>
              <a:gd name="connsiteY44" fmla="*/ 16267851 h 65759458"/>
              <a:gd name="connsiteX45" fmla="*/ 472658 w 67909630"/>
              <a:gd name="connsiteY45" fmla="*/ 16470327 h 65759458"/>
              <a:gd name="connsiteX46" fmla="*/ 607044 w 67909630"/>
              <a:gd name="connsiteY46" fmla="*/ 16601128 h 65759458"/>
              <a:gd name="connsiteX47" fmla="*/ 728887 w 67909630"/>
              <a:gd name="connsiteY47" fmla="*/ 16697887 h 65759458"/>
              <a:gd name="connsiteX48" fmla="*/ 841771 w 67909630"/>
              <a:gd name="connsiteY48" fmla="*/ 16774934 h 65759458"/>
              <a:gd name="connsiteX49" fmla="*/ 1040661 w 67909630"/>
              <a:gd name="connsiteY49" fmla="*/ 16884234 h 65759458"/>
              <a:gd name="connsiteX50" fmla="*/ 1223426 w 67909630"/>
              <a:gd name="connsiteY50" fmla="*/ 16966658 h 65759458"/>
              <a:gd name="connsiteX51" fmla="*/ 1397232 w 67909630"/>
              <a:gd name="connsiteY51" fmla="*/ 17031162 h 65759458"/>
              <a:gd name="connsiteX52" fmla="*/ 1676755 w 67909630"/>
              <a:gd name="connsiteY52" fmla="*/ 17127920 h 65759458"/>
              <a:gd name="connsiteX53" fmla="*/ 2223257 w 67909630"/>
              <a:gd name="connsiteY53" fmla="*/ 17314268 h 65759458"/>
              <a:gd name="connsiteX54" fmla="*/ 3318054 w 67909630"/>
              <a:gd name="connsiteY54" fmla="*/ 17688758 h 65759458"/>
              <a:gd name="connsiteX55" fmla="*/ 7725908 w 67909630"/>
              <a:gd name="connsiteY55" fmla="*/ 19193878 h 65759458"/>
              <a:gd name="connsiteX56" fmla="*/ 25624308 w 67909630"/>
              <a:gd name="connsiteY56" fmla="*/ 25302162 h 65759458"/>
              <a:gd name="connsiteX57" fmla="*/ 60858476 w 67909630"/>
              <a:gd name="connsiteY57" fmla="*/ 37328796 h 65759458"/>
              <a:gd name="connsiteX58" fmla="*/ 63770168 w 67909630"/>
              <a:gd name="connsiteY58" fmla="*/ 38323252 h 65759458"/>
              <a:gd name="connsiteX59" fmla="*/ 25706730 w 67909630"/>
              <a:gd name="connsiteY59" fmla="*/ 65737960 h 65759458"/>
              <a:gd name="connsiteX60" fmla="*/ 41415536 w 67909630"/>
              <a:gd name="connsiteY60" fmla="*/ 65737960 h 65759458"/>
              <a:gd name="connsiteX61" fmla="*/ 47670748 w 67909630"/>
              <a:gd name="connsiteY61" fmla="*/ 59473784 h 65759458"/>
              <a:gd name="connsiteX62" fmla="*/ 59063076 w 67909630"/>
              <a:gd name="connsiteY62" fmla="*/ 48061740 h 65759458"/>
              <a:gd name="connsiteX63" fmla="*/ 65282456 w 67909630"/>
              <a:gd name="connsiteY63" fmla="*/ 41831616 h 65759458"/>
              <a:gd name="connsiteX64" fmla="*/ 66882544 w 67909630"/>
              <a:gd name="connsiteY64" fmla="*/ 40229736 h 65759458"/>
              <a:gd name="connsiteX65" fmla="*/ 67590312 w 67909630"/>
              <a:gd name="connsiteY65" fmla="*/ 39238864 h 65759458"/>
              <a:gd name="connsiteX66" fmla="*/ 67667360 w 67909630"/>
              <a:gd name="connsiteY66" fmla="*/ 39065060 h 65759458"/>
              <a:gd name="connsiteX67" fmla="*/ 67739024 w 67909630"/>
              <a:gd name="connsiteY67" fmla="*/ 38867960 h 65759458"/>
              <a:gd name="connsiteX68" fmla="*/ 67801744 w 67909630"/>
              <a:gd name="connsiteY68" fmla="*/ 38661904 h 65759458"/>
              <a:gd name="connsiteX69" fmla="*/ 67850120 w 67909630"/>
              <a:gd name="connsiteY69" fmla="*/ 38428968 h 65759458"/>
              <a:gd name="connsiteX70" fmla="*/ 67894912 w 67909630"/>
              <a:gd name="connsiteY70" fmla="*/ 37927260 h 65759458"/>
              <a:gd name="connsiteX71" fmla="*/ 67851912 w 67909630"/>
              <a:gd name="connsiteY71" fmla="*/ 37389716 h 65759458"/>
            </a:gdLst>
            <a:ahLst/>
            <a:cxnLst>
              <a:cxn ang="0">
                <a:pos x="connsiteX0" y="connsiteY0"/>
              </a:cxn>
              <a:cxn ang="0">
                <a:pos x="connsiteX1" y="connsiteY1"/>
              </a:cxn>
              <a:cxn ang="0">
                <a:pos x="connsiteX2" y="connsiteY2"/>
              </a:cxn>
              <a:cxn ang="0">
                <a:pos x="connsiteX3" y="connsiteY3"/>
              </a:cxn>
              <a:cxn ang="0">
                <a:pos x="connsiteX4" y="connsiteY4"/>
              </a:cxn>
              <a:cxn ang="0">
                <a:pos x="connsiteX5" y="connsiteY5"/>
              </a:cxn>
              <a:cxn ang="0">
                <a:pos x="connsiteX6" y="connsiteY6"/>
              </a:cxn>
              <a:cxn ang="0">
                <a:pos x="connsiteX7" y="connsiteY7"/>
              </a:cxn>
              <a:cxn ang="0">
                <a:pos x="connsiteX8" y="connsiteY8"/>
              </a:cxn>
              <a:cxn ang="0">
                <a:pos x="connsiteX9" y="connsiteY9"/>
              </a:cxn>
              <a:cxn ang="0">
                <a:pos x="connsiteX10" y="connsiteY10"/>
              </a:cxn>
              <a:cxn ang="0">
                <a:pos x="connsiteX11" y="connsiteY11"/>
              </a:cxn>
              <a:cxn ang="0">
                <a:pos x="connsiteX12" y="connsiteY12"/>
              </a:cxn>
              <a:cxn ang="0">
                <a:pos x="connsiteX13" y="connsiteY13"/>
              </a:cxn>
              <a:cxn ang="0">
                <a:pos x="connsiteX14" y="connsiteY14"/>
              </a:cxn>
              <a:cxn ang="0">
                <a:pos x="connsiteX15" y="connsiteY15"/>
              </a:cxn>
              <a:cxn ang="0">
                <a:pos x="connsiteX16" y="connsiteY16"/>
              </a:cxn>
              <a:cxn ang="0">
                <a:pos x="connsiteX17" y="connsiteY17"/>
              </a:cxn>
              <a:cxn ang="0">
                <a:pos x="connsiteX18" y="connsiteY18"/>
              </a:cxn>
              <a:cxn ang="0">
                <a:pos x="connsiteX19" y="connsiteY19"/>
              </a:cxn>
              <a:cxn ang="0">
                <a:pos x="connsiteX20" y="connsiteY20"/>
              </a:cxn>
              <a:cxn ang="0">
                <a:pos x="connsiteX21" y="connsiteY21"/>
              </a:cxn>
              <a:cxn ang="0">
                <a:pos x="connsiteX22" y="connsiteY22"/>
              </a:cxn>
              <a:cxn ang="0">
                <a:pos x="connsiteX23" y="connsiteY23"/>
              </a:cxn>
              <a:cxn ang="0">
                <a:pos x="connsiteX24" y="connsiteY24"/>
              </a:cxn>
              <a:cxn ang="0">
                <a:pos x="connsiteX25" y="connsiteY25"/>
              </a:cxn>
              <a:cxn ang="0">
                <a:pos x="connsiteX26" y="connsiteY26"/>
              </a:cxn>
              <a:cxn ang="0">
                <a:pos x="connsiteX27" y="connsiteY27"/>
              </a:cxn>
              <a:cxn ang="0">
                <a:pos x="connsiteX28" y="connsiteY28"/>
              </a:cxn>
              <a:cxn ang="0">
                <a:pos x="connsiteX29" y="connsiteY29"/>
              </a:cxn>
              <a:cxn ang="0">
                <a:pos x="connsiteX30" y="connsiteY30"/>
              </a:cxn>
              <a:cxn ang="0">
                <a:pos x="connsiteX31" y="connsiteY31"/>
              </a:cxn>
              <a:cxn ang="0">
                <a:pos x="connsiteX32" y="connsiteY32"/>
              </a:cxn>
              <a:cxn ang="0">
                <a:pos x="connsiteX33" y="connsiteY33"/>
              </a:cxn>
              <a:cxn ang="0">
                <a:pos x="connsiteX34" y="connsiteY34"/>
              </a:cxn>
              <a:cxn ang="0">
                <a:pos x="connsiteX35" y="connsiteY35"/>
              </a:cxn>
              <a:cxn ang="0">
                <a:pos x="connsiteX36" y="connsiteY36"/>
              </a:cxn>
              <a:cxn ang="0">
                <a:pos x="connsiteX37" y="connsiteY37"/>
              </a:cxn>
              <a:cxn ang="0">
                <a:pos x="connsiteX38" y="connsiteY38"/>
              </a:cxn>
              <a:cxn ang="0">
                <a:pos x="connsiteX39" y="connsiteY39"/>
              </a:cxn>
              <a:cxn ang="0">
                <a:pos x="connsiteX40" y="connsiteY40"/>
              </a:cxn>
              <a:cxn ang="0">
                <a:pos x="connsiteX41" y="connsiteY41"/>
              </a:cxn>
              <a:cxn ang="0">
                <a:pos x="connsiteX42" y="connsiteY42"/>
              </a:cxn>
              <a:cxn ang="0">
                <a:pos x="connsiteX43" y="connsiteY43"/>
              </a:cxn>
              <a:cxn ang="0">
                <a:pos x="connsiteX44" y="connsiteY44"/>
              </a:cxn>
              <a:cxn ang="0">
                <a:pos x="connsiteX45" y="connsiteY45"/>
              </a:cxn>
              <a:cxn ang="0">
                <a:pos x="connsiteX46" y="connsiteY46"/>
              </a:cxn>
              <a:cxn ang="0">
                <a:pos x="connsiteX47" y="connsiteY47"/>
              </a:cxn>
              <a:cxn ang="0">
                <a:pos x="connsiteX48" y="connsiteY48"/>
              </a:cxn>
              <a:cxn ang="0">
                <a:pos x="connsiteX49" y="connsiteY49"/>
              </a:cxn>
              <a:cxn ang="0">
                <a:pos x="connsiteX50" y="connsiteY50"/>
              </a:cxn>
              <a:cxn ang="0">
                <a:pos x="connsiteX51" y="connsiteY51"/>
              </a:cxn>
              <a:cxn ang="0">
                <a:pos x="connsiteX52" y="connsiteY52"/>
              </a:cxn>
              <a:cxn ang="0">
                <a:pos x="connsiteX53" y="connsiteY53"/>
              </a:cxn>
              <a:cxn ang="0">
                <a:pos x="connsiteX54" y="connsiteY54"/>
              </a:cxn>
              <a:cxn ang="0">
                <a:pos x="connsiteX55" y="connsiteY55"/>
              </a:cxn>
              <a:cxn ang="0">
                <a:pos x="connsiteX56" y="connsiteY56"/>
              </a:cxn>
              <a:cxn ang="0">
                <a:pos x="connsiteX57" y="connsiteY57"/>
              </a:cxn>
              <a:cxn ang="0">
                <a:pos x="connsiteX58" y="connsiteY58"/>
              </a:cxn>
              <a:cxn ang="0">
                <a:pos x="connsiteX59" y="connsiteY59"/>
              </a:cxn>
              <a:cxn ang="0">
                <a:pos x="connsiteX60" y="connsiteY60"/>
              </a:cxn>
              <a:cxn ang="0">
                <a:pos x="connsiteX61" y="connsiteY61"/>
              </a:cxn>
              <a:cxn ang="0">
                <a:pos x="connsiteX62" y="connsiteY62"/>
              </a:cxn>
              <a:cxn ang="0">
                <a:pos x="connsiteX63" y="connsiteY63"/>
              </a:cxn>
              <a:cxn ang="0">
                <a:pos x="connsiteX64" y="connsiteY64"/>
              </a:cxn>
              <a:cxn ang="0">
                <a:pos x="connsiteX65" y="connsiteY65"/>
              </a:cxn>
              <a:cxn ang="0">
                <a:pos x="connsiteX66" y="connsiteY66"/>
              </a:cxn>
              <a:cxn ang="0">
                <a:pos x="connsiteX67" y="connsiteY67"/>
              </a:cxn>
              <a:cxn ang="0">
                <a:pos x="connsiteX68" y="connsiteY68"/>
              </a:cxn>
              <a:cxn ang="0">
                <a:pos x="connsiteX69" y="connsiteY69"/>
              </a:cxn>
              <a:cxn ang="0">
                <a:pos x="connsiteX70" y="connsiteY70"/>
              </a:cxn>
              <a:cxn ang="0">
                <a:pos x="connsiteX71" y="connsiteY71"/>
              </a:cxn>
            </a:cxnLst>
            <a:rect l="l" t="t" r="r" b="b"/>
            <a:pathLst>
              <a:path w="67909630" h="65759458">
                <a:moveTo>
                  <a:pt x="67851912" y="37389716"/>
                </a:moveTo>
                <a:cubicBezTo>
                  <a:pt x="67552680" y="35861300"/>
                  <a:pt x="66395168" y="35373928"/>
                  <a:pt x="65997388" y="35234168"/>
                </a:cubicBezTo>
                <a:cubicBezTo>
                  <a:pt x="64585440" y="34789800"/>
                  <a:pt x="63159160" y="34343636"/>
                  <a:pt x="61720336" y="33890308"/>
                </a:cubicBezTo>
                <a:cubicBezTo>
                  <a:pt x="50401464" y="30346108"/>
                  <a:pt x="38328244" y="26567180"/>
                  <a:pt x="26255022" y="22786460"/>
                </a:cubicBezTo>
                <a:cubicBezTo>
                  <a:pt x="20218412" y="20896098"/>
                  <a:pt x="14181802" y="19007532"/>
                  <a:pt x="8240158" y="17145840"/>
                </a:cubicBezTo>
                <a:cubicBezTo>
                  <a:pt x="6754747" y="16679968"/>
                  <a:pt x="5274711" y="16217681"/>
                  <a:pt x="3801842" y="15757187"/>
                </a:cubicBezTo>
                <a:cubicBezTo>
                  <a:pt x="3647746" y="15708807"/>
                  <a:pt x="3493651" y="15660427"/>
                  <a:pt x="3337764" y="15612048"/>
                </a:cubicBezTo>
                <a:cubicBezTo>
                  <a:pt x="6052357" y="14839778"/>
                  <a:pt x="8734697" y="14078258"/>
                  <a:pt x="11377618" y="13325698"/>
                </a:cubicBezTo>
                <a:cubicBezTo>
                  <a:pt x="17071992" y="11705902"/>
                  <a:pt x="22576436" y="10141649"/>
                  <a:pt x="27795982" y="8658030"/>
                </a:cubicBezTo>
                <a:cubicBezTo>
                  <a:pt x="30408442" y="7914430"/>
                  <a:pt x="32951022" y="7190537"/>
                  <a:pt x="35409388" y="6491732"/>
                </a:cubicBezTo>
                <a:cubicBezTo>
                  <a:pt x="35581400" y="6436186"/>
                  <a:pt x="35746244" y="6386015"/>
                  <a:pt x="35954096" y="6258796"/>
                </a:cubicBezTo>
                <a:cubicBezTo>
                  <a:pt x="36013224" y="6215794"/>
                  <a:pt x="36058020" y="6192500"/>
                  <a:pt x="36133276" y="6113659"/>
                </a:cubicBezTo>
                <a:cubicBezTo>
                  <a:pt x="36163736" y="6081408"/>
                  <a:pt x="36197784" y="6047363"/>
                  <a:pt x="36242576" y="5972108"/>
                </a:cubicBezTo>
                <a:cubicBezTo>
                  <a:pt x="36278412" y="5914768"/>
                  <a:pt x="36317832" y="5834137"/>
                  <a:pt x="36333960" y="5703336"/>
                </a:cubicBezTo>
                <a:cubicBezTo>
                  <a:pt x="36353668" y="5588660"/>
                  <a:pt x="36328584" y="5472191"/>
                  <a:pt x="36290956" y="5364684"/>
                </a:cubicBezTo>
                <a:cubicBezTo>
                  <a:pt x="36253328" y="5275093"/>
                  <a:pt x="36213908" y="5226714"/>
                  <a:pt x="36165528" y="5163999"/>
                </a:cubicBezTo>
                <a:cubicBezTo>
                  <a:pt x="36093856" y="5090534"/>
                  <a:pt x="36016812" y="5033198"/>
                  <a:pt x="35964848" y="5006322"/>
                </a:cubicBezTo>
                <a:cubicBezTo>
                  <a:pt x="35903924" y="4968692"/>
                  <a:pt x="35855544" y="4950773"/>
                  <a:pt x="35803584" y="4929272"/>
                </a:cubicBezTo>
                <a:cubicBezTo>
                  <a:pt x="35751620" y="4905978"/>
                  <a:pt x="35708620" y="4895227"/>
                  <a:pt x="35660240" y="4879102"/>
                </a:cubicBezTo>
                <a:cubicBezTo>
                  <a:pt x="35613652" y="4862976"/>
                  <a:pt x="35567064" y="4852226"/>
                  <a:pt x="35520476" y="4841473"/>
                </a:cubicBezTo>
                <a:cubicBezTo>
                  <a:pt x="35473888" y="4830722"/>
                  <a:pt x="35425512" y="4818181"/>
                  <a:pt x="35389676" y="4812806"/>
                </a:cubicBezTo>
                <a:lnTo>
                  <a:pt x="35275000" y="4791302"/>
                </a:lnTo>
                <a:lnTo>
                  <a:pt x="35149572" y="4769801"/>
                </a:lnTo>
                <a:lnTo>
                  <a:pt x="34918428" y="4732172"/>
                </a:lnTo>
                <a:cubicBezTo>
                  <a:pt x="34303836" y="4630040"/>
                  <a:pt x="33692832" y="4527906"/>
                  <a:pt x="33088990" y="4427565"/>
                </a:cubicBezTo>
                <a:cubicBezTo>
                  <a:pt x="31881310" y="4226883"/>
                  <a:pt x="30695130" y="4027992"/>
                  <a:pt x="29534038" y="3836268"/>
                </a:cubicBezTo>
                <a:cubicBezTo>
                  <a:pt x="10951167" y="741810"/>
                  <a:pt x="7308416" y="134386"/>
                  <a:pt x="7308416" y="134386"/>
                </a:cubicBezTo>
                <a:cubicBezTo>
                  <a:pt x="7308416" y="134386"/>
                  <a:pt x="10906372" y="1064336"/>
                  <a:pt x="29422946" y="4642582"/>
                </a:cubicBezTo>
                <a:cubicBezTo>
                  <a:pt x="30580454" y="4866558"/>
                  <a:pt x="31761260" y="5094119"/>
                  <a:pt x="32965354" y="5327055"/>
                </a:cubicBezTo>
                <a:cubicBezTo>
                  <a:pt x="33524400" y="5434564"/>
                  <a:pt x="34090612" y="5543865"/>
                  <a:pt x="34660408" y="5654956"/>
                </a:cubicBezTo>
                <a:cubicBezTo>
                  <a:pt x="32357930" y="6246254"/>
                  <a:pt x="29987366" y="6855469"/>
                  <a:pt x="27552294" y="7480812"/>
                </a:cubicBezTo>
                <a:cubicBezTo>
                  <a:pt x="22304080" y="8828252"/>
                  <a:pt x="16769176" y="10249159"/>
                  <a:pt x="11044341" y="11718443"/>
                </a:cubicBezTo>
                <a:cubicBezTo>
                  <a:pt x="8181028" y="12453087"/>
                  <a:pt x="5271128" y="13200272"/>
                  <a:pt x="2325390" y="13956416"/>
                </a:cubicBezTo>
                <a:lnTo>
                  <a:pt x="1771721" y="14097968"/>
                </a:lnTo>
                <a:lnTo>
                  <a:pt x="1495782" y="14169642"/>
                </a:lnTo>
                <a:lnTo>
                  <a:pt x="1336311" y="14216228"/>
                </a:lnTo>
                <a:cubicBezTo>
                  <a:pt x="1318393" y="14221603"/>
                  <a:pt x="1287932" y="14230563"/>
                  <a:pt x="1248511" y="14244898"/>
                </a:cubicBezTo>
                <a:lnTo>
                  <a:pt x="1144587" y="14282524"/>
                </a:lnTo>
                <a:cubicBezTo>
                  <a:pt x="1074706" y="14305819"/>
                  <a:pt x="1008409" y="14341654"/>
                  <a:pt x="940320" y="14372115"/>
                </a:cubicBezTo>
                <a:cubicBezTo>
                  <a:pt x="874024" y="14402575"/>
                  <a:pt x="788016" y="14456330"/>
                  <a:pt x="714552" y="14504710"/>
                </a:cubicBezTo>
                <a:cubicBezTo>
                  <a:pt x="619586" y="14578175"/>
                  <a:pt x="540747" y="14631927"/>
                  <a:pt x="422487" y="14777066"/>
                </a:cubicBezTo>
                <a:cubicBezTo>
                  <a:pt x="375900" y="14829027"/>
                  <a:pt x="311394" y="14925784"/>
                  <a:pt x="257640" y="15040462"/>
                </a:cubicBezTo>
                <a:cubicBezTo>
                  <a:pt x="207470" y="15135428"/>
                  <a:pt x="160882" y="15294899"/>
                  <a:pt x="142964" y="15454370"/>
                </a:cubicBezTo>
                <a:cubicBezTo>
                  <a:pt x="121463" y="15610257"/>
                  <a:pt x="142964" y="15773312"/>
                  <a:pt x="178801" y="15925615"/>
                </a:cubicBezTo>
                <a:cubicBezTo>
                  <a:pt x="214637" y="16056419"/>
                  <a:pt x="263015" y="16160344"/>
                  <a:pt x="322146" y="16267851"/>
                </a:cubicBezTo>
                <a:cubicBezTo>
                  <a:pt x="368732" y="16343107"/>
                  <a:pt x="418904" y="16405821"/>
                  <a:pt x="472658" y="16470327"/>
                </a:cubicBezTo>
                <a:cubicBezTo>
                  <a:pt x="524620" y="16529457"/>
                  <a:pt x="560457" y="16558124"/>
                  <a:pt x="607044" y="16601128"/>
                </a:cubicBezTo>
                <a:cubicBezTo>
                  <a:pt x="653630" y="16644132"/>
                  <a:pt x="693050" y="16674593"/>
                  <a:pt x="728887" y="16697887"/>
                </a:cubicBezTo>
                <a:lnTo>
                  <a:pt x="841771" y="16774934"/>
                </a:lnTo>
                <a:cubicBezTo>
                  <a:pt x="908068" y="16814354"/>
                  <a:pt x="976157" y="16851980"/>
                  <a:pt x="1040661" y="16884234"/>
                </a:cubicBezTo>
                <a:lnTo>
                  <a:pt x="1223426" y="16966658"/>
                </a:lnTo>
                <a:lnTo>
                  <a:pt x="1397232" y="17031162"/>
                </a:lnTo>
                <a:lnTo>
                  <a:pt x="1676755" y="17127920"/>
                </a:lnTo>
                <a:lnTo>
                  <a:pt x="2223257" y="17314268"/>
                </a:lnTo>
                <a:cubicBezTo>
                  <a:pt x="2588787" y="17437904"/>
                  <a:pt x="2952524" y="17563330"/>
                  <a:pt x="3318054" y="17688758"/>
                </a:cubicBezTo>
                <a:cubicBezTo>
                  <a:pt x="4780171" y="18188672"/>
                  <a:pt x="6251247" y="18690380"/>
                  <a:pt x="7725908" y="19193878"/>
                </a:cubicBezTo>
                <a:cubicBezTo>
                  <a:pt x="13629924" y="21207874"/>
                  <a:pt x="19627116" y="23255914"/>
                  <a:pt x="25624308" y="25302162"/>
                </a:cubicBezTo>
                <a:cubicBezTo>
                  <a:pt x="37618688" y="29396450"/>
                  <a:pt x="49613068" y="33488946"/>
                  <a:pt x="60858476" y="37328796"/>
                </a:cubicBezTo>
                <a:cubicBezTo>
                  <a:pt x="61836804" y="37662076"/>
                  <a:pt x="62804380" y="37993560"/>
                  <a:pt x="63770168" y="38323252"/>
                </a:cubicBezTo>
                <a:cubicBezTo>
                  <a:pt x="63583820" y="38502436"/>
                  <a:pt x="35056400" y="59375236"/>
                  <a:pt x="25706730" y="65737960"/>
                </a:cubicBezTo>
                <a:lnTo>
                  <a:pt x="41415536" y="65737960"/>
                </a:lnTo>
                <a:cubicBezTo>
                  <a:pt x="43373984" y="63775924"/>
                  <a:pt x="45463236" y="61683092"/>
                  <a:pt x="47670748" y="59473784"/>
                </a:cubicBezTo>
                <a:cubicBezTo>
                  <a:pt x="51198824" y="55940332"/>
                  <a:pt x="55020752" y="52111236"/>
                  <a:pt x="59063076" y="48061740"/>
                </a:cubicBezTo>
                <a:cubicBezTo>
                  <a:pt x="61084240" y="46036996"/>
                  <a:pt x="63160952" y="43956708"/>
                  <a:pt x="65282456" y="41831616"/>
                </a:cubicBezTo>
                <a:cubicBezTo>
                  <a:pt x="65812832" y="41301240"/>
                  <a:pt x="66346792" y="40765492"/>
                  <a:pt x="66882544" y="40229736"/>
                </a:cubicBezTo>
                <a:cubicBezTo>
                  <a:pt x="67122648" y="39984260"/>
                  <a:pt x="67373496" y="39688612"/>
                  <a:pt x="67590312" y="39238864"/>
                </a:cubicBezTo>
                <a:lnTo>
                  <a:pt x="67667360" y="39065060"/>
                </a:lnTo>
                <a:cubicBezTo>
                  <a:pt x="67692440" y="39005932"/>
                  <a:pt x="67715736" y="38934260"/>
                  <a:pt x="67739024" y="38867960"/>
                </a:cubicBezTo>
                <a:cubicBezTo>
                  <a:pt x="67762320" y="38799876"/>
                  <a:pt x="67782032" y="38731784"/>
                  <a:pt x="67801744" y="38661904"/>
                </a:cubicBezTo>
                <a:cubicBezTo>
                  <a:pt x="67819664" y="38586648"/>
                  <a:pt x="67835784" y="38506016"/>
                  <a:pt x="67850120" y="38428968"/>
                </a:cubicBezTo>
                <a:cubicBezTo>
                  <a:pt x="67880584" y="38276664"/>
                  <a:pt x="67894912" y="38102860"/>
                  <a:pt x="67894912" y="37927260"/>
                </a:cubicBezTo>
                <a:cubicBezTo>
                  <a:pt x="67902080" y="37753452"/>
                  <a:pt x="67878792" y="37565316"/>
                  <a:pt x="67851912" y="37389716"/>
                </a:cubicBezTo>
                <a:close/>
              </a:path>
            </a:pathLst>
          </a:custGeom>
          <a:solidFill>
            <a:schemeClr val="bg2"/>
          </a:solidFill>
          <a:ln w="9525" cap="flat">
            <a:noFill/>
            <a:prstDash val="solid"/>
            <a:miter/>
          </a:ln>
        </p:spPr>
        <p:txBody>
          <a:bodyPr rtlCol="0" anchor="ctr"/>
          <a:lstStyle/>
          <a:p>
            <a:endParaRPr lang="en-US" sz="1799"/>
          </a:p>
        </p:txBody>
      </p:sp>
      <p:sp>
        <p:nvSpPr>
          <p:cNvPr id="4" name="Rectangle 3">
            <a:extLst>
              <a:ext uri="{FF2B5EF4-FFF2-40B4-BE49-F238E27FC236}">
                <a16:creationId xmlns:a16="http://schemas.microsoft.com/office/drawing/2014/main" id="{6D41F5F3-B59F-C27E-F6EC-3386FF0FF9FC}"/>
              </a:ext>
            </a:extLst>
          </p:cNvPr>
          <p:cNvSpPr>
            <a:spLocks/>
          </p:cNvSpPr>
          <p:nvPr/>
        </p:nvSpPr>
        <p:spPr bwMode="gray">
          <a:xfrm flipH="1">
            <a:off x="7142199" y="1590047"/>
            <a:ext cx="1866092" cy="523220"/>
          </a:xfrm>
          <a:prstGeom prst="rect">
            <a:avLst/>
          </a:prstGeom>
          <a:noFill/>
          <a:ln w="9525" algn="ctr">
            <a:noFill/>
            <a:miter lim="800000"/>
            <a:headEnd/>
            <a:tailEnd/>
          </a:ln>
          <a:effectLst/>
        </p:spPr>
        <p:txBody>
          <a:bodyPr wrap="square" lIns="0" tIns="0" rIns="0" bIns="0" anchor="t">
            <a:spAutoFit/>
          </a:bodyPr>
          <a:lstStyle/>
          <a:p>
            <a:pPr marR="0" lvl="0" fontAlgn="auto">
              <a:lnSpc>
                <a:spcPct val="100000"/>
              </a:lnSpc>
              <a:spcAft>
                <a:spcPts val="0"/>
              </a:spcAft>
              <a:buClr>
                <a:srgbClr val="000000"/>
              </a:buClr>
              <a:buSzTx/>
              <a:tabLst/>
              <a:defRPr/>
            </a:pPr>
            <a:r>
              <a:rPr lang="en-US" sz="2000" dirty="0"/>
              <a:t>Still Broken</a:t>
            </a:r>
          </a:p>
          <a:p>
            <a:pPr marR="0" lvl="0" indent="0" fontAlgn="auto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r>
              <a:rPr lang="en-US" sz="1400" dirty="0"/>
              <a:t>72% No UEI</a:t>
            </a:r>
          </a:p>
        </p:txBody>
      </p:sp>
      <p:sp>
        <p:nvSpPr>
          <p:cNvPr id="7" name="Rectangle 3">
            <a:extLst>
              <a:ext uri="{FF2B5EF4-FFF2-40B4-BE49-F238E27FC236}">
                <a16:creationId xmlns:a16="http://schemas.microsoft.com/office/drawing/2014/main" id="{7A321D35-785B-E387-5997-BABD0DC50B8D}"/>
              </a:ext>
            </a:extLst>
          </p:cNvPr>
          <p:cNvSpPr>
            <a:spLocks/>
          </p:cNvSpPr>
          <p:nvPr/>
        </p:nvSpPr>
        <p:spPr bwMode="gray">
          <a:xfrm flipH="1">
            <a:off x="2896286" y="2419102"/>
            <a:ext cx="1866092" cy="523220"/>
          </a:xfrm>
          <a:prstGeom prst="rect">
            <a:avLst/>
          </a:prstGeom>
          <a:noFill/>
          <a:ln w="9525" algn="ctr">
            <a:noFill/>
            <a:miter lim="800000"/>
            <a:headEnd/>
            <a:tailEnd/>
          </a:ln>
          <a:effectLst/>
        </p:spPr>
        <p:txBody>
          <a:bodyPr wrap="square" lIns="0" tIns="0" rIns="0" bIns="0" anchor="t">
            <a:spAutoFit/>
          </a:bodyPr>
          <a:lstStyle/>
          <a:p>
            <a:pPr marR="0" lvl="0" algn="r" fontAlgn="auto">
              <a:lnSpc>
                <a:spcPct val="100000"/>
              </a:lnSpc>
              <a:spcAft>
                <a:spcPts val="0"/>
              </a:spcAft>
              <a:buClr>
                <a:srgbClr val="000000"/>
              </a:buClr>
              <a:buSzTx/>
              <a:tabLst/>
              <a:defRPr/>
            </a:pPr>
            <a:r>
              <a:rPr lang="en-US" sz="2000" dirty="0"/>
              <a:t>UEI Transition</a:t>
            </a:r>
          </a:p>
          <a:p>
            <a:pPr marR="0" lvl="0" indent="0" algn="r" fontAlgn="auto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r>
              <a:rPr lang="en-US" sz="1400" dirty="0"/>
              <a:t>Legacy Not Fixed</a:t>
            </a:r>
          </a:p>
        </p:txBody>
      </p:sp>
      <p:sp>
        <p:nvSpPr>
          <p:cNvPr id="8" name="Rectangle 3">
            <a:extLst>
              <a:ext uri="{FF2B5EF4-FFF2-40B4-BE49-F238E27FC236}">
                <a16:creationId xmlns:a16="http://schemas.microsoft.com/office/drawing/2014/main" id="{3F882F05-14A3-B2E8-AD5F-164A692B1074}"/>
              </a:ext>
            </a:extLst>
          </p:cNvPr>
          <p:cNvSpPr>
            <a:spLocks/>
          </p:cNvSpPr>
          <p:nvPr/>
        </p:nvSpPr>
        <p:spPr bwMode="gray">
          <a:xfrm flipH="1">
            <a:off x="7948097" y="3018838"/>
            <a:ext cx="2265423" cy="830997"/>
          </a:xfrm>
          <a:prstGeom prst="rect">
            <a:avLst/>
          </a:prstGeom>
          <a:noFill/>
          <a:ln w="9525" algn="ctr">
            <a:noFill/>
            <a:miter lim="800000"/>
            <a:headEnd/>
            <a:tailEnd/>
          </a:ln>
          <a:effectLst/>
        </p:spPr>
        <p:txBody>
          <a:bodyPr wrap="square" lIns="0" tIns="0" rIns="0" bIns="0" anchor="t">
            <a:spAutoFit/>
          </a:bodyPr>
          <a:lstStyle/>
          <a:p>
            <a:pPr marR="0" lvl="0" fontAlgn="auto">
              <a:lnSpc>
                <a:spcPct val="100000"/>
              </a:lnSpc>
              <a:spcAft>
                <a:spcPts val="0"/>
              </a:spcAft>
              <a:buClr>
                <a:srgbClr val="000000"/>
              </a:buClr>
              <a:buSzTx/>
              <a:tabLst/>
              <a:defRPr/>
            </a:pPr>
            <a:r>
              <a:rPr lang="en-US" sz="2000" dirty="0"/>
              <a:t>2009 GAO Confirms Unresolved</a:t>
            </a:r>
            <a:br>
              <a:rPr lang="en-US" sz="2000" dirty="0"/>
            </a:br>
            <a:r>
              <a:rPr lang="en-US" sz="1400" dirty="0"/>
              <a:t>GAO-09-174</a:t>
            </a:r>
          </a:p>
        </p:txBody>
      </p:sp>
      <p:sp>
        <p:nvSpPr>
          <p:cNvPr id="9" name="Rectangle 3">
            <a:extLst>
              <a:ext uri="{FF2B5EF4-FFF2-40B4-BE49-F238E27FC236}">
                <a16:creationId xmlns:a16="http://schemas.microsoft.com/office/drawing/2014/main" id="{ECE991B0-64C2-C375-DB81-58CF7AD56AF4}"/>
              </a:ext>
            </a:extLst>
          </p:cNvPr>
          <p:cNvSpPr>
            <a:spLocks/>
          </p:cNvSpPr>
          <p:nvPr/>
        </p:nvSpPr>
        <p:spPr bwMode="gray">
          <a:xfrm flipH="1">
            <a:off x="5803582" y="4464360"/>
            <a:ext cx="1866092" cy="523220"/>
          </a:xfrm>
          <a:prstGeom prst="rect">
            <a:avLst/>
          </a:prstGeom>
          <a:noFill/>
          <a:ln w="9525" algn="ctr">
            <a:noFill/>
            <a:miter lim="800000"/>
            <a:headEnd/>
            <a:tailEnd/>
          </a:ln>
          <a:effectLst/>
        </p:spPr>
        <p:txBody>
          <a:bodyPr wrap="square" lIns="0" tIns="0" rIns="0" bIns="0" anchor="t">
            <a:spAutoFit/>
          </a:bodyPr>
          <a:lstStyle/>
          <a:p>
            <a:pPr marR="0" lvl="0" algn="r" fontAlgn="auto">
              <a:lnSpc>
                <a:spcPct val="100000"/>
              </a:lnSpc>
              <a:spcAft>
                <a:spcPts val="0"/>
              </a:spcAft>
              <a:buClr>
                <a:srgbClr val="000000"/>
              </a:buClr>
              <a:buSzTx/>
              <a:tabLst/>
              <a:defRPr/>
            </a:pPr>
            <a:r>
              <a:rPr lang="en-US" sz="2000" dirty="0"/>
              <a:t>GAO Flags It</a:t>
            </a:r>
          </a:p>
          <a:p>
            <a:pPr marR="0" lvl="0" indent="0" algn="r" fontAlgn="auto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r>
              <a:rPr lang="en-US" sz="1400" dirty="0"/>
              <a:t>GAO-05-479</a:t>
            </a:r>
          </a:p>
        </p:txBody>
      </p:sp>
      <p:sp>
        <p:nvSpPr>
          <p:cNvPr id="26" name="Rechteck: abgerundete Ecken 20">
            <a:extLst>
              <a:ext uri="{FF2B5EF4-FFF2-40B4-BE49-F238E27FC236}">
                <a16:creationId xmlns:a16="http://schemas.microsoft.com/office/drawing/2014/main" id="{766810B5-11D4-D792-4F35-328721D88223}"/>
              </a:ext>
            </a:extLst>
          </p:cNvPr>
          <p:cNvSpPr>
            <a:spLocks/>
          </p:cNvSpPr>
          <p:nvPr/>
        </p:nvSpPr>
        <p:spPr bwMode="gray">
          <a:xfrm>
            <a:off x="6196623" y="1557338"/>
            <a:ext cx="43662" cy="804082"/>
          </a:xfrm>
          <a:prstGeom prst="roundRect">
            <a:avLst>
              <a:gd name="adj" fmla="val 59998"/>
            </a:avLst>
          </a:prstGeom>
          <a:solidFill>
            <a:schemeClr val="accent6"/>
          </a:solidFill>
          <a:ln w="9525" cap="flat">
            <a:noFill/>
            <a:prstDash val="solid"/>
            <a:miter/>
          </a:ln>
        </p:spPr>
        <p:txBody>
          <a:bodyPr rtlCol="0" anchor="ctr"/>
          <a:lstStyle/>
          <a:p>
            <a:endParaRPr lang="en-US" sz="1799"/>
          </a:p>
        </p:txBody>
      </p:sp>
      <p:sp>
        <p:nvSpPr>
          <p:cNvPr id="30" name="Pfeil: Fünfeck 19">
            <a:extLst>
              <a:ext uri="{FF2B5EF4-FFF2-40B4-BE49-F238E27FC236}">
                <a16:creationId xmlns:a16="http://schemas.microsoft.com/office/drawing/2014/main" id="{71ECD695-2BAA-9C7B-F186-26FE9928EEA9}"/>
              </a:ext>
            </a:extLst>
          </p:cNvPr>
          <p:cNvSpPr>
            <a:spLocks/>
          </p:cNvSpPr>
          <p:nvPr/>
        </p:nvSpPr>
        <p:spPr bwMode="gray">
          <a:xfrm>
            <a:off x="6196622" y="1557337"/>
            <a:ext cx="680427" cy="288000"/>
          </a:xfrm>
          <a:prstGeom prst="homePlate">
            <a:avLst>
              <a:gd name="adj" fmla="val 35538"/>
            </a:avLst>
          </a:prstGeom>
          <a:solidFill>
            <a:schemeClr val="accent1"/>
          </a:solidFill>
          <a:ln w="9525" cap="flat">
            <a:noFill/>
            <a:prstDash val="solid"/>
            <a:miter/>
          </a:ln>
        </p:spPr>
        <p:txBody>
          <a:bodyPr rtlCol="0" anchor="ctr"/>
          <a:lstStyle/>
          <a:p>
            <a:r>
              <a:rPr lang="en-US" sz="1400" b="1" dirty="0">
                <a:solidFill>
                  <a:schemeClr val="bg1"/>
                </a:solidFill>
              </a:rPr>
              <a:t>2025</a:t>
            </a:r>
          </a:p>
        </p:txBody>
      </p:sp>
      <p:sp>
        <p:nvSpPr>
          <p:cNvPr id="19" name="Rechteck: abgerundete Ecken 20">
            <a:extLst>
              <a:ext uri="{FF2B5EF4-FFF2-40B4-BE49-F238E27FC236}">
                <a16:creationId xmlns:a16="http://schemas.microsoft.com/office/drawing/2014/main" id="{7E64F98F-DDB3-3203-E5D1-DC7235A57EE8}"/>
              </a:ext>
            </a:extLst>
          </p:cNvPr>
          <p:cNvSpPr>
            <a:spLocks/>
          </p:cNvSpPr>
          <p:nvPr/>
        </p:nvSpPr>
        <p:spPr bwMode="gray">
          <a:xfrm>
            <a:off x="5150308" y="2386393"/>
            <a:ext cx="43662" cy="804082"/>
          </a:xfrm>
          <a:prstGeom prst="roundRect">
            <a:avLst>
              <a:gd name="adj" fmla="val 59998"/>
            </a:avLst>
          </a:prstGeom>
          <a:solidFill>
            <a:schemeClr val="accent6"/>
          </a:solidFill>
          <a:ln w="9525" cap="flat">
            <a:noFill/>
            <a:prstDash val="solid"/>
            <a:miter/>
          </a:ln>
        </p:spPr>
        <p:txBody>
          <a:bodyPr rtlCol="0" anchor="ctr"/>
          <a:lstStyle/>
          <a:p>
            <a:endParaRPr lang="en-US" sz="1799"/>
          </a:p>
        </p:txBody>
      </p:sp>
      <p:sp>
        <p:nvSpPr>
          <p:cNvPr id="20" name="Pfeil: Fünfeck 19">
            <a:extLst>
              <a:ext uri="{FF2B5EF4-FFF2-40B4-BE49-F238E27FC236}">
                <a16:creationId xmlns:a16="http://schemas.microsoft.com/office/drawing/2014/main" id="{0C0B50AF-BF0A-ECA7-2B1A-6AE872E88C1F}"/>
              </a:ext>
            </a:extLst>
          </p:cNvPr>
          <p:cNvSpPr>
            <a:spLocks/>
          </p:cNvSpPr>
          <p:nvPr/>
        </p:nvSpPr>
        <p:spPr bwMode="gray">
          <a:xfrm>
            <a:off x="5150307" y="2386392"/>
            <a:ext cx="680427" cy="288000"/>
          </a:xfrm>
          <a:prstGeom prst="homePlate">
            <a:avLst>
              <a:gd name="adj" fmla="val 35538"/>
            </a:avLst>
          </a:prstGeom>
          <a:solidFill>
            <a:schemeClr val="accent1"/>
          </a:solidFill>
          <a:ln w="9525" cap="flat">
            <a:noFill/>
            <a:prstDash val="solid"/>
            <a:miter/>
          </a:ln>
        </p:spPr>
        <p:txBody>
          <a:bodyPr rtlCol="0" anchor="ctr"/>
          <a:lstStyle/>
          <a:p>
            <a:r>
              <a:rPr lang="en-US" sz="1400" b="1" dirty="0">
                <a:solidFill>
                  <a:schemeClr val="bg1"/>
                </a:solidFill>
              </a:rPr>
              <a:t>2022</a:t>
            </a:r>
          </a:p>
        </p:txBody>
      </p:sp>
      <p:sp>
        <p:nvSpPr>
          <p:cNvPr id="22" name="Rechteck: abgerundete Ecken 20">
            <a:extLst>
              <a:ext uri="{FF2B5EF4-FFF2-40B4-BE49-F238E27FC236}">
                <a16:creationId xmlns:a16="http://schemas.microsoft.com/office/drawing/2014/main" id="{640D73E3-B855-DD2C-8E08-08686EEFDEC5}"/>
              </a:ext>
            </a:extLst>
          </p:cNvPr>
          <p:cNvSpPr>
            <a:spLocks/>
          </p:cNvSpPr>
          <p:nvPr/>
        </p:nvSpPr>
        <p:spPr bwMode="gray">
          <a:xfrm>
            <a:off x="7033173" y="2986129"/>
            <a:ext cx="43662" cy="804082"/>
          </a:xfrm>
          <a:prstGeom prst="roundRect">
            <a:avLst>
              <a:gd name="adj" fmla="val 59998"/>
            </a:avLst>
          </a:prstGeom>
          <a:solidFill>
            <a:schemeClr val="accent6"/>
          </a:solidFill>
          <a:ln w="9525" cap="flat">
            <a:noFill/>
            <a:prstDash val="solid"/>
            <a:miter/>
          </a:ln>
        </p:spPr>
        <p:txBody>
          <a:bodyPr rtlCol="0" anchor="ctr"/>
          <a:lstStyle/>
          <a:p>
            <a:endParaRPr lang="en-US" sz="1799"/>
          </a:p>
        </p:txBody>
      </p:sp>
      <p:sp>
        <p:nvSpPr>
          <p:cNvPr id="23" name="Pfeil: Fünfeck 19">
            <a:extLst>
              <a:ext uri="{FF2B5EF4-FFF2-40B4-BE49-F238E27FC236}">
                <a16:creationId xmlns:a16="http://schemas.microsoft.com/office/drawing/2014/main" id="{6C465C00-58CF-4EAB-4030-73B7F0A64E75}"/>
              </a:ext>
            </a:extLst>
          </p:cNvPr>
          <p:cNvSpPr>
            <a:spLocks/>
          </p:cNvSpPr>
          <p:nvPr/>
        </p:nvSpPr>
        <p:spPr bwMode="gray">
          <a:xfrm>
            <a:off x="7033172" y="2986128"/>
            <a:ext cx="680427" cy="288000"/>
          </a:xfrm>
          <a:prstGeom prst="homePlate">
            <a:avLst>
              <a:gd name="adj" fmla="val 35538"/>
            </a:avLst>
          </a:prstGeom>
          <a:solidFill>
            <a:schemeClr val="accent1"/>
          </a:solidFill>
          <a:ln w="9525" cap="flat">
            <a:noFill/>
            <a:prstDash val="solid"/>
            <a:miter/>
          </a:ln>
        </p:spPr>
        <p:txBody>
          <a:bodyPr rtlCol="0" anchor="ctr"/>
          <a:lstStyle/>
          <a:p>
            <a:r>
              <a:rPr lang="en-US" sz="1400" b="1" dirty="0">
                <a:solidFill>
                  <a:schemeClr val="bg1"/>
                </a:solidFill>
              </a:rPr>
              <a:t>2009</a:t>
            </a:r>
          </a:p>
        </p:txBody>
      </p:sp>
      <p:sp>
        <p:nvSpPr>
          <p:cNvPr id="38" name="Rechteck: abgerundete Ecken 20">
            <a:extLst>
              <a:ext uri="{FF2B5EF4-FFF2-40B4-BE49-F238E27FC236}">
                <a16:creationId xmlns:a16="http://schemas.microsoft.com/office/drawing/2014/main" id="{81B6C537-58E1-E405-38E9-1AE422AB826E}"/>
              </a:ext>
            </a:extLst>
          </p:cNvPr>
          <p:cNvSpPr>
            <a:spLocks/>
          </p:cNvSpPr>
          <p:nvPr/>
        </p:nvSpPr>
        <p:spPr bwMode="gray">
          <a:xfrm>
            <a:off x="8089971" y="4431651"/>
            <a:ext cx="43662" cy="804082"/>
          </a:xfrm>
          <a:prstGeom prst="roundRect">
            <a:avLst>
              <a:gd name="adj" fmla="val 59998"/>
            </a:avLst>
          </a:prstGeom>
          <a:solidFill>
            <a:schemeClr val="accent6"/>
          </a:solidFill>
          <a:ln w="9525" cap="flat">
            <a:noFill/>
            <a:prstDash val="solid"/>
            <a:miter/>
          </a:ln>
        </p:spPr>
        <p:txBody>
          <a:bodyPr rtlCol="0" anchor="ctr"/>
          <a:lstStyle/>
          <a:p>
            <a:endParaRPr lang="en-US" sz="1799"/>
          </a:p>
        </p:txBody>
      </p:sp>
      <p:sp>
        <p:nvSpPr>
          <p:cNvPr id="39" name="Pfeil: Fünfeck 19">
            <a:extLst>
              <a:ext uri="{FF2B5EF4-FFF2-40B4-BE49-F238E27FC236}">
                <a16:creationId xmlns:a16="http://schemas.microsoft.com/office/drawing/2014/main" id="{4D090EA0-B732-3D6F-1597-AA1F3FCACA7C}"/>
              </a:ext>
            </a:extLst>
          </p:cNvPr>
          <p:cNvSpPr>
            <a:spLocks/>
          </p:cNvSpPr>
          <p:nvPr/>
        </p:nvSpPr>
        <p:spPr bwMode="gray">
          <a:xfrm>
            <a:off x="8089970" y="4431650"/>
            <a:ext cx="680427" cy="288000"/>
          </a:xfrm>
          <a:prstGeom prst="homePlate">
            <a:avLst>
              <a:gd name="adj" fmla="val 35538"/>
            </a:avLst>
          </a:prstGeom>
          <a:solidFill>
            <a:schemeClr val="accent1"/>
          </a:solidFill>
          <a:ln w="9525" cap="flat">
            <a:noFill/>
            <a:prstDash val="solid"/>
            <a:miter/>
          </a:ln>
        </p:spPr>
        <p:txBody>
          <a:bodyPr rtlCol="0" anchor="ctr"/>
          <a:lstStyle/>
          <a:p>
            <a:r>
              <a:rPr lang="en-US" sz="1400" b="1" dirty="0">
                <a:solidFill>
                  <a:schemeClr val="bg1"/>
                </a:solidFill>
              </a:rPr>
              <a:t>2005</a:t>
            </a:r>
          </a:p>
        </p:txBody>
      </p:sp>
      <p:sp>
        <p:nvSpPr>
          <p:cNvPr id="2" name="Text Placeholder 15">
            <a:extLst>
              <a:ext uri="{FF2B5EF4-FFF2-40B4-BE49-F238E27FC236}">
                <a16:creationId xmlns:a16="http://schemas.microsoft.com/office/drawing/2014/main" id="{CA150050-FF61-EAF8-9E42-EEF28C47CC59}"/>
              </a:ext>
            </a:extLst>
          </p:cNvPr>
          <p:cNvSpPr txBox="1">
            <a:spLocks/>
          </p:cNvSpPr>
          <p:nvPr/>
        </p:nvSpPr>
        <p:spPr>
          <a:xfrm>
            <a:off x="407988" y="6215906"/>
            <a:ext cx="2265044" cy="153888"/>
          </a:xfrm>
          <a:prstGeom prst="rect">
            <a:avLst/>
          </a:prstGeom>
        </p:spPr>
        <p:txBody>
          <a:bodyPr vert="horz" wrap="none" lIns="0" tIns="0" rIns="0" bIns="0" rtlCol="0">
            <a:spAutoFit/>
          </a:bodyPr>
          <a:lstStyle>
            <a:lvl1pPr marL="0" indent="0" algn="l" defTabSz="914400" rtl="0" eaLnBrk="1" latinLnBrk="0" hangingPunct="1">
              <a:lnSpc>
                <a:spcPct val="100000"/>
              </a:lnSpc>
              <a:spcBef>
                <a:spcPts val="0"/>
              </a:spcBef>
              <a:spcAft>
                <a:spcPts val="110"/>
              </a:spcAft>
              <a:buFont typeface="Arial" panose="020B0604020202020204" pitchFamily="34" charset="0"/>
              <a:buNone/>
              <a:defRPr sz="1000" kern="1200">
                <a:solidFill>
                  <a:schemeClr val="accent6"/>
                </a:solidFill>
                <a:latin typeface="+mn-lt"/>
                <a:ea typeface="+mn-ea"/>
                <a:cs typeface="+mn-cs"/>
              </a:defRPr>
            </a:lvl1pPr>
            <a:lvl2pPr marL="466725" indent="-222250" algn="l" defTabSz="914400" rtl="0" eaLnBrk="1" latinLnBrk="0" hangingPunct="1">
              <a:lnSpc>
                <a:spcPct val="100000"/>
              </a:lnSpc>
              <a:spcBef>
                <a:spcPts val="0"/>
              </a:spcBef>
              <a:spcAft>
                <a:spcPts val="110"/>
              </a:spcAft>
              <a:buFont typeface="Symbol" panose="05050102010706020507" pitchFamily="18" charset="2"/>
              <a:buChar char="-"/>
              <a:defRPr sz="1000" kern="1200">
                <a:solidFill>
                  <a:schemeClr val="accent6"/>
                </a:solidFill>
                <a:latin typeface="+mn-lt"/>
                <a:ea typeface="+mn-ea"/>
                <a:cs typeface="+mn-cs"/>
              </a:defRPr>
            </a:lvl2pPr>
            <a:lvl3pPr marL="720725" indent="-217488" algn="l" defTabSz="914400" rtl="0" eaLnBrk="1" latinLnBrk="0" hangingPunct="1">
              <a:lnSpc>
                <a:spcPct val="100000"/>
              </a:lnSpc>
              <a:spcBef>
                <a:spcPts val="0"/>
              </a:spcBef>
              <a:spcAft>
                <a:spcPts val="110"/>
              </a:spcAft>
              <a:buFont typeface="Arial" panose="020B0604020202020204" pitchFamily="34" charset="0"/>
              <a:buChar char="•"/>
              <a:defRPr sz="1000" kern="1200">
                <a:solidFill>
                  <a:schemeClr val="accent6"/>
                </a:solidFill>
                <a:latin typeface="+mn-lt"/>
                <a:ea typeface="+mn-ea"/>
                <a:cs typeface="+mn-cs"/>
              </a:defRPr>
            </a:lvl3pPr>
            <a:lvl4pPr marL="900113" indent="-193675" algn="l" defTabSz="914400" rtl="0" eaLnBrk="1" latinLnBrk="0" hangingPunct="1">
              <a:lnSpc>
                <a:spcPct val="100000"/>
              </a:lnSpc>
              <a:spcBef>
                <a:spcPts val="0"/>
              </a:spcBef>
              <a:spcAft>
                <a:spcPts val="110"/>
              </a:spcAft>
              <a:buFont typeface="Arial" panose="020B0604020202020204" pitchFamily="34" charset="0"/>
              <a:buChar char="•"/>
              <a:defRPr sz="1000" kern="1200">
                <a:solidFill>
                  <a:schemeClr val="accent6"/>
                </a:solidFill>
                <a:latin typeface="+mn-lt"/>
                <a:ea typeface="+mn-ea"/>
                <a:cs typeface="+mn-cs"/>
              </a:defRPr>
            </a:lvl4pPr>
            <a:lvl5pPr marL="1136650" indent="-185738" algn="l" defTabSz="914400" rtl="0" eaLnBrk="1" latinLnBrk="0" hangingPunct="1">
              <a:lnSpc>
                <a:spcPct val="100000"/>
              </a:lnSpc>
              <a:spcBef>
                <a:spcPts val="0"/>
              </a:spcBef>
              <a:spcAft>
                <a:spcPts val="110"/>
              </a:spcAft>
              <a:buFont typeface="Arial" panose="020B0604020202020204" pitchFamily="34" charset="0"/>
              <a:buChar char="•"/>
              <a:defRPr sz="1000" kern="1200">
                <a:solidFill>
                  <a:schemeClr val="accent6"/>
                </a:solidFill>
                <a:latin typeface="+mn-lt"/>
                <a:ea typeface="+mn-ea"/>
                <a:cs typeface="+mn-cs"/>
              </a:defRPr>
            </a:lvl5pPr>
            <a:lvl6pPr marL="25146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6pPr>
            <a:lvl7pPr marL="29718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7pPr>
            <a:lvl8pPr marL="34290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8pPr>
            <a:lvl9pPr marL="38862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9pPr>
          </a:lstStyle>
          <a:p>
            <a:pPr>
              <a:defRPr/>
            </a:pPr>
            <a:r>
              <a:rPr lang="en-US" dirty="0">
                <a:solidFill>
                  <a:schemeClr val="tx2"/>
                </a:solidFill>
              </a:rPr>
              <a:t>Keywords: </a:t>
            </a:r>
            <a:r>
              <a:rPr lang="en-US" sz="1000" dirty="0">
                <a:solidFill>
                  <a:schemeClr val="tx2"/>
                </a:solidFill>
              </a:rPr>
              <a:t>timeline, timelines, milestone</a:t>
            </a:r>
          </a:p>
        </p:txBody>
      </p:sp>
    </p:spTree>
    <p:extLst>
      <p:ext uri="{BB962C8B-B14F-4D97-AF65-F5344CB8AC3E}">
        <p14:creationId xmlns:p14="http://schemas.microsoft.com/office/powerpoint/2010/main" val="747478789"/>
      </p:ext>
    </p:extLst>
  </p:cSld>
  <p:clrMapOvr>
    <a:masterClrMapping/>
  </p:clrMapOvr>
</p:sld>
</file>

<file path=ppt/slides/slide2.xml><?xml version="1.0" encoding="utf-8"?>
<p:sld xmlns:a="http://schemas.openxmlformats.org/drawingml/2006/main" xmlns:r="http://schemas.openxmlformats.org/officeDocument/2006/relationships" xmlns:p="http://schemas.openxmlformats.org/presentationml/2006/main" showMasterPhAnim="0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graphicFrame>
        <p:nvGraphicFramePr>
          <p:cNvPr id="10" name="think-cell data - do not delete" hidden="1">
            <a:extLst>
              <a:ext uri="{FF2B5EF4-FFF2-40B4-BE49-F238E27FC236}">
                <a16:creationId xmlns:a16="http://schemas.microsoft.com/office/drawing/2014/main" id="{816494A8-BFF6-04E5-A4A2-020B8041E3D9}"/>
              </a:ext>
            </a:extLst>
          </p:cNvPr>
          <p:cNvGraphicFramePr>
            <a:graphicFrameLocks/>
          </p:cNvGraphicFramePr>
          <p:nvPr>
            <p:custDataLst>
              <p:tags r:id="rId1"/>
            </p:custDataLst>
          </p:nvPr>
        </p:nvGraphicFramePr>
        <p:xfrm>
          <a:off x="1588" y="1588"/>
          <a:ext cx="1588" cy="1588"/>
        </p:xfrm>
        <a:graphic>
          <a:graphicData uri="http://schemas.openxmlformats.org/presentationml/2006/ole">
            <mc:AlternateContent xmlns:mc="http://schemas.openxmlformats.org/markup-compatibility/2006">
              <mc:Choice xmlns:v="urn:schemas-microsoft-com:vml" Requires="v">
                <p:oleObj name="think-cell Slide" r:id="rId14" imgW="349" imgH="350" progId="TCLayout.ActiveDocument.1">
                  <p:embed/>
                </p:oleObj>
              </mc:Choice>
              <mc:Fallback>
                <p:oleObj name="think-cell Slide" r:id="rId14" imgW="349" imgH="350" progId="TCLayout.ActiveDocument.1">
                  <p:embed/>
                  <p:pic>
                    <p:nvPicPr>
                      <p:cNvPr id="10" name="think-cell data - do not delete" hidden="1">
                        <a:extLst>
                          <a:ext uri="{FF2B5EF4-FFF2-40B4-BE49-F238E27FC236}">
                            <a16:creationId xmlns:a16="http://schemas.microsoft.com/office/drawing/2014/main" id="{816494A8-BFF6-04E5-A4A2-020B8041E3D9}"/>
                          </a:ext>
                        </a:extLst>
                      </p:cNvPr>
                      <p:cNvPicPr/>
                      <p:nvPr/>
                    </p:nvPicPr>
                    <p:blipFill>
                      <a:blip r:embed="rId15"/>
                      <a:stretch>
                        <a:fillRect/>
                      </a:stretch>
                    </p:blipFill>
                    <p:spPr>
                      <a:xfrm>
                        <a:off x="1588" y="1588"/>
                        <a:ext cx="1588" cy="1588"/>
                      </a:xfrm>
                      <a:prstGeom prst="rect">
                        <a:avLst/>
                      </a:prstGeom>
                    </p:spPr>
                  </p:pic>
                </p:oleObj>
              </mc:Fallback>
            </mc:AlternateContent>
          </a:graphicData>
        </a:graphic>
      </p:graphicFrame>
      <p:sp>
        <p:nvSpPr>
          <p:cNvPr id="5" name="Title 4">
            <a:extLst>
              <a:ext uri="{FF2B5EF4-FFF2-40B4-BE49-F238E27FC236}">
                <a16:creationId xmlns:a16="http://schemas.microsoft.com/office/drawing/2014/main" id="{83442F60-F4AE-C57A-6E7C-EE6D6E2726E8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 vert="horz"/>
          <a:lstStyle/>
          <a:p>
            <a:r>
              <a:rPr lang="en-US" dirty="0"/>
              <a:t>Structure, composition: Doughnut</a:t>
            </a:r>
          </a:p>
        </p:txBody>
      </p:sp>
      <p:sp>
        <p:nvSpPr>
          <p:cNvPr id="14" name="Text Placeholder 15">
            <a:extLst>
              <a:ext uri="{FF2B5EF4-FFF2-40B4-BE49-F238E27FC236}">
                <a16:creationId xmlns:a16="http://schemas.microsoft.com/office/drawing/2014/main" id="{7797C923-9F7B-153F-A9FD-FB3D74C6416A}"/>
              </a:ext>
            </a:extLst>
          </p:cNvPr>
          <p:cNvSpPr txBox="1">
            <a:spLocks/>
          </p:cNvSpPr>
          <p:nvPr/>
        </p:nvSpPr>
        <p:spPr>
          <a:xfrm>
            <a:off x="407988" y="6215906"/>
            <a:ext cx="8173712" cy="153888"/>
          </a:xfrm>
          <a:prstGeom prst="rect">
            <a:avLst/>
          </a:prstGeom>
        </p:spPr>
        <p:txBody>
          <a:bodyPr vert="horz" wrap="none" lIns="0" tIns="0" rIns="0" bIns="0" rtlCol="0">
            <a:spAutoFit/>
          </a:bodyPr>
          <a:lstStyle>
            <a:lvl1pPr marL="0" indent="0" algn="l" defTabSz="914400" rtl="0" eaLnBrk="1" latinLnBrk="0" hangingPunct="1">
              <a:lnSpc>
                <a:spcPct val="100000"/>
              </a:lnSpc>
              <a:spcBef>
                <a:spcPts val="0"/>
              </a:spcBef>
              <a:spcAft>
                <a:spcPts val="110"/>
              </a:spcAft>
              <a:buFont typeface="Arial" panose="020B0604020202020204" pitchFamily="34" charset="0"/>
              <a:buNone/>
              <a:defRPr sz="1000" kern="1200">
                <a:solidFill>
                  <a:schemeClr val="accent6"/>
                </a:solidFill>
                <a:latin typeface="+mn-lt"/>
                <a:ea typeface="+mn-ea"/>
                <a:cs typeface="+mn-cs"/>
              </a:defRPr>
            </a:lvl1pPr>
            <a:lvl2pPr marL="466725" indent="-222250" algn="l" defTabSz="914400" rtl="0" eaLnBrk="1" latinLnBrk="0" hangingPunct="1">
              <a:lnSpc>
                <a:spcPct val="100000"/>
              </a:lnSpc>
              <a:spcBef>
                <a:spcPts val="0"/>
              </a:spcBef>
              <a:spcAft>
                <a:spcPts val="110"/>
              </a:spcAft>
              <a:buFont typeface="Symbol" panose="05050102010706020507" pitchFamily="18" charset="2"/>
              <a:buChar char="-"/>
              <a:defRPr sz="1000" kern="1200">
                <a:solidFill>
                  <a:schemeClr val="accent6"/>
                </a:solidFill>
                <a:latin typeface="+mn-lt"/>
                <a:ea typeface="+mn-ea"/>
                <a:cs typeface="+mn-cs"/>
              </a:defRPr>
            </a:lvl2pPr>
            <a:lvl3pPr marL="720725" indent="-217488" algn="l" defTabSz="914400" rtl="0" eaLnBrk="1" latinLnBrk="0" hangingPunct="1">
              <a:lnSpc>
                <a:spcPct val="100000"/>
              </a:lnSpc>
              <a:spcBef>
                <a:spcPts val="0"/>
              </a:spcBef>
              <a:spcAft>
                <a:spcPts val="110"/>
              </a:spcAft>
              <a:buFont typeface="Arial" panose="020B0604020202020204" pitchFamily="34" charset="0"/>
              <a:buChar char="•"/>
              <a:defRPr sz="1000" kern="1200">
                <a:solidFill>
                  <a:schemeClr val="accent6"/>
                </a:solidFill>
                <a:latin typeface="+mn-lt"/>
                <a:ea typeface="+mn-ea"/>
                <a:cs typeface="+mn-cs"/>
              </a:defRPr>
            </a:lvl3pPr>
            <a:lvl4pPr marL="900113" indent="-193675" algn="l" defTabSz="914400" rtl="0" eaLnBrk="1" latinLnBrk="0" hangingPunct="1">
              <a:lnSpc>
                <a:spcPct val="100000"/>
              </a:lnSpc>
              <a:spcBef>
                <a:spcPts val="0"/>
              </a:spcBef>
              <a:spcAft>
                <a:spcPts val="110"/>
              </a:spcAft>
              <a:buFont typeface="Arial" panose="020B0604020202020204" pitchFamily="34" charset="0"/>
              <a:buChar char="•"/>
              <a:defRPr sz="1000" kern="1200">
                <a:solidFill>
                  <a:schemeClr val="accent6"/>
                </a:solidFill>
                <a:latin typeface="+mn-lt"/>
                <a:ea typeface="+mn-ea"/>
                <a:cs typeface="+mn-cs"/>
              </a:defRPr>
            </a:lvl4pPr>
            <a:lvl5pPr marL="1136650" indent="-185738" algn="l" defTabSz="914400" rtl="0" eaLnBrk="1" latinLnBrk="0" hangingPunct="1">
              <a:lnSpc>
                <a:spcPct val="100000"/>
              </a:lnSpc>
              <a:spcBef>
                <a:spcPts val="0"/>
              </a:spcBef>
              <a:spcAft>
                <a:spcPts val="110"/>
              </a:spcAft>
              <a:buFont typeface="Arial" panose="020B0604020202020204" pitchFamily="34" charset="0"/>
              <a:buChar char="•"/>
              <a:defRPr sz="1000" kern="1200">
                <a:solidFill>
                  <a:schemeClr val="accent6"/>
                </a:solidFill>
                <a:latin typeface="+mn-lt"/>
                <a:ea typeface="+mn-ea"/>
                <a:cs typeface="+mn-cs"/>
              </a:defRPr>
            </a:lvl5pPr>
            <a:lvl6pPr marL="25146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6pPr>
            <a:lvl7pPr marL="29718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7pPr>
            <a:lvl8pPr marL="34290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8pPr>
            <a:lvl9pPr marL="38862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9pPr>
          </a:lstStyle>
          <a:p>
            <a:pPr>
              <a:defRPr/>
            </a:pPr>
            <a:r>
              <a:rPr lang="en-US">
                <a:solidFill>
                  <a:schemeClr val="tx2"/>
                </a:solidFill>
              </a:rPr>
              <a:t>Keywords: think-cell, chart, charts, graph, graphs, percent, percentage, doughnut, doughnuts, donut, donuts, pies, percent, percentage, comment</a:t>
            </a:r>
          </a:p>
        </p:txBody>
      </p:sp>
      <p:graphicFrame>
        <p:nvGraphicFramePr>
          <p:cNvPr id="11" name="Chart 10">
            <a:extLst>
              <a:ext uri="{FF2B5EF4-FFF2-40B4-BE49-F238E27FC236}">
                <a16:creationId xmlns:a16="http://schemas.microsoft.com/office/drawing/2014/main" id="{8E555C3B-D494-1187-9EF2-A1D66D307A9E}"/>
              </a:ext>
            </a:extLst>
          </p:cNvPr>
          <p:cNvGraphicFramePr/>
          <p:nvPr>
            <p:custDataLst>
              <p:tags r:id="rId2"/>
            </p:custDataLst>
          </p:nvPr>
        </p:nvGraphicFramePr>
        <p:xfrm>
          <a:off x="500063" y="1587500"/>
          <a:ext cx="3686175" cy="4298950"/>
        </p:xfrm>
        <a:graphic>
          <a:graphicData uri="http://schemas.openxmlformats.org/drawingml/2006/chart">
            <c:chart xmlns:c="http://schemas.openxmlformats.org/drawingml/2006/chart" xmlns:r="http://schemas.openxmlformats.org/officeDocument/2006/relationships" r:id="rId16"/>
          </a:graphicData>
        </a:graphic>
      </p:graphicFrame>
      <p:sp>
        <p:nvSpPr>
          <p:cNvPr id="1036" name="Text Placeholder 2">
            <a:extLst>
              <a:ext uri="{FF2B5EF4-FFF2-40B4-BE49-F238E27FC236}">
                <a16:creationId xmlns:a16="http://schemas.microsoft.com/office/drawing/2014/main" id="{253F5977-368F-6F9E-00E9-5181D38A00E2}"/>
              </a:ext>
            </a:extLst>
          </p:cNvPr>
          <p:cNvSpPr>
            <a:spLocks/>
          </p:cNvSpPr>
          <p:nvPr>
            <p:custDataLst>
              <p:tags r:id="rId3"/>
            </p:custDataLst>
          </p:nvPr>
        </p:nvSpPr>
        <p:spPr bwMode="auto">
          <a:xfrm>
            <a:off x="1973263" y="3630613"/>
            <a:ext cx="741363" cy="212725"/>
          </a:xfrm>
          <a:prstGeom prst="rect">
            <a:avLst/>
          </a:prstGeom>
          <a:noFill/>
          <a:ln>
            <a:noFill/>
          </a:ln>
          <a:effectLst/>
          <a:extLst>
            <a:ext uri="{909E8E84-426E-40DD-AFC4-6F175D3DCCD1}">
              <a14:hiddenFill xmlns:a14="http://schemas.microsoft.com/office/drawing/2010/main">
                <a:solidFill>
                  <a:schemeClr val="accent1"/>
                </a:solidFill>
              </a14:hiddenFill>
            </a:ext>
          </a:extLst>
        </p:spPr>
        <p:txBody>
          <a:bodyPr vert="horz" wrap="none" lIns="0" tIns="0" rIns="0" bIns="0" rtlCol="0" anchor="ctr">
            <a:noAutofit/>
          </a:bodyPr>
          <a:lstStyle>
            <a:lvl1pPr marL="139700" indent="-139700" algn="l" defTabSz="914400" rtl="0" eaLnBrk="1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Font typeface="Arial" panose="020B0604020202020204" pitchFamily="34" charset="0"/>
              <a:buChar char="•"/>
              <a:defRPr sz="16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1pPr>
            <a:lvl2pPr marL="327025" indent="-149225" algn="l" defTabSz="914400" rtl="0" eaLnBrk="1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Font typeface="Arial" panose="020B0604020202020204" pitchFamily="34" charset="0"/>
              <a:buChar char="•"/>
              <a:defRPr sz="16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2pPr>
            <a:lvl3pPr marL="496888" indent="-166688" algn="l" defTabSz="914400" rtl="0" eaLnBrk="1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Font typeface="Arial" panose="020B0604020202020204" pitchFamily="34" charset="0"/>
              <a:buChar char="•"/>
              <a:defRPr sz="16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3pPr>
            <a:lvl4pPr marL="687388" indent="-190500" algn="l" defTabSz="914400" rtl="0" eaLnBrk="1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Font typeface="Arial" panose="020B0604020202020204" pitchFamily="34" charset="0"/>
              <a:buChar char="•"/>
              <a:defRPr sz="16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4pPr>
            <a:lvl5pPr marL="871538" indent="-169863" algn="l" defTabSz="914400" rtl="0" eaLnBrk="1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Font typeface="Arial" panose="020B0604020202020204" pitchFamily="34" charset="0"/>
              <a:buChar char="•"/>
              <a:defRPr sz="16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5pPr>
            <a:lvl6pPr marL="25146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6pPr>
            <a:lvl7pPr marL="29718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7pPr>
            <a:lvl8pPr marL="34290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8pPr>
            <a:lvl9pPr marL="38862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9pPr>
          </a:lstStyle>
          <a:p>
            <a:pPr marL="0" lvl="0" indent="0" algn="ctr">
              <a:spcBef>
                <a:spcPct val="0"/>
              </a:spcBef>
              <a:spcAft>
                <a:spcPct val="0"/>
              </a:spcAft>
              <a:buNone/>
            </a:pPr>
            <a:r>
              <a:rPr lang="en-US" altLang="en-US" sz="1400"/>
              <a:t>Germany</a:t>
            </a:r>
            <a:endParaRPr lang="en-US" sz="1400"/>
          </a:p>
        </p:txBody>
      </p:sp>
      <p:graphicFrame>
        <p:nvGraphicFramePr>
          <p:cNvPr id="8" name="Chart 7">
            <a:extLst>
              <a:ext uri="{FF2B5EF4-FFF2-40B4-BE49-F238E27FC236}">
                <a16:creationId xmlns:a16="http://schemas.microsoft.com/office/drawing/2014/main" id="{3B4B9843-5EDB-A2E3-37FF-52F23827893C}"/>
              </a:ext>
            </a:extLst>
          </p:cNvPr>
          <p:cNvGraphicFramePr/>
          <p:nvPr>
            <p:custDataLst>
              <p:tags r:id="rId4"/>
            </p:custDataLst>
          </p:nvPr>
        </p:nvGraphicFramePr>
        <p:xfrm>
          <a:off x="4371975" y="1587500"/>
          <a:ext cx="3686175" cy="4298950"/>
        </p:xfrm>
        <a:graphic>
          <a:graphicData uri="http://schemas.openxmlformats.org/drawingml/2006/chart">
            <c:chart xmlns:c="http://schemas.openxmlformats.org/drawingml/2006/chart" xmlns:r="http://schemas.openxmlformats.org/officeDocument/2006/relationships" r:id="rId17"/>
          </a:graphicData>
        </a:graphic>
      </p:graphicFrame>
      <p:sp>
        <p:nvSpPr>
          <p:cNvPr id="1095" name="Text Placeholder 2">
            <a:extLst>
              <a:ext uri="{FF2B5EF4-FFF2-40B4-BE49-F238E27FC236}">
                <a16:creationId xmlns:a16="http://schemas.microsoft.com/office/drawing/2014/main" id="{CBA9BA9E-EBFB-4128-E7DD-1435F2A06213}"/>
              </a:ext>
            </a:extLst>
          </p:cNvPr>
          <p:cNvSpPr>
            <a:spLocks/>
          </p:cNvSpPr>
          <p:nvPr>
            <p:custDataLst>
              <p:tags r:id="rId5"/>
            </p:custDataLst>
          </p:nvPr>
        </p:nvSpPr>
        <p:spPr bwMode="auto">
          <a:xfrm>
            <a:off x="5608638" y="3630613"/>
            <a:ext cx="1214438" cy="212725"/>
          </a:xfrm>
          <a:prstGeom prst="rect">
            <a:avLst/>
          </a:prstGeom>
          <a:noFill/>
          <a:ln>
            <a:noFill/>
          </a:ln>
          <a:effectLst/>
          <a:extLst>
            <a:ext uri="{909E8E84-426E-40DD-AFC4-6F175D3DCCD1}">
              <a14:hiddenFill xmlns:a14="http://schemas.microsoft.com/office/drawing/2010/main">
                <a:solidFill>
                  <a:schemeClr val="accent1"/>
                </a:solidFill>
              </a14:hiddenFill>
            </a:ext>
          </a:extLst>
        </p:spPr>
        <p:txBody>
          <a:bodyPr vert="horz" wrap="none" lIns="0" tIns="0" rIns="0" bIns="0" rtlCol="0" anchor="ctr">
            <a:noAutofit/>
          </a:bodyPr>
          <a:lstStyle>
            <a:lvl1pPr marL="139700" indent="-139700" algn="l" defTabSz="914400" rtl="0" eaLnBrk="1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Font typeface="Arial" panose="020B0604020202020204" pitchFamily="34" charset="0"/>
              <a:buChar char="•"/>
              <a:defRPr sz="16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1pPr>
            <a:lvl2pPr marL="327025" indent="-149225" algn="l" defTabSz="914400" rtl="0" eaLnBrk="1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Font typeface="Arial" panose="020B0604020202020204" pitchFamily="34" charset="0"/>
              <a:buChar char="•"/>
              <a:defRPr sz="16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2pPr>
            <a:lvl3pPr marL="496888" indent="-166688" algn="l" defTabSz="914400" rtl="0" eaLnBrk="1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Font typeface="Arial" panose="020B0604020202020204" pitchFamily="34" charset="0"/>
              <a:buChar char="•"/>
              <a:defRPr sz="16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3pPr>
            <a:lvl4pPr marL="687388" indent="-190500" algn="l" defTabSz="914400" rtl="0" eaLnBrk="1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Font typeface="Arial" panose="020B0604020202020204" pitchFamily="34" charset="0"/>
              <a:buChar char="•"/>
              <a:defRPr sz="16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4pPr>
            <a:lvl5pPr marL="871538" indent="-169863" algn="l" defTabSz="914400" rtl="0" eaLnBrk="1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Font typeface="Arial" panose="020B0604020202020204" pitchFamily="34" charset="0"/>
              <a:buChar char="•"/>
              <a:defRPr sz="16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5pPr>
            <a:lvl6pPr marL="25146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6pPr>
            <a:lvl7pPr marL="29718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7pPr>
            <a:lvl8pPr marL="34290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8pPr>
            <a:lvl9pPr marL="38862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9pPr>
          </a:lstStyle>
          <a:p>
            <a:pPr marL="0" lvl="0" indent="0" algn="ctr">
              <a:spcBef>
                <a:spcPct val="0"/>
              </a:spcBef>
              <a:spcAft>
                <a:spcPct val="0"/>
              </a:spcAft>
              <a:buNone/>
            </a:pPr>
            <a:r>
              <a:rPr lang="en-US" altLang="en-US" sz="1400" dirty="0"/>
              <a:t>Global average</a:t>
            </a:r>
            <a:endParaRPr lang="en-US" sz="1400" dirty="0"/>
          </a:p>
        </p:txBody>
      </p:sp>
      <p:sp>
        <p:nvSpPr>
          <p:cNvPr id="1167" name="Rectangle 1166">
            <a:extLst>
              <a:ext uri="{FF2B5EF4-FFF2-40B4-BE49-F238E27FC236}">
                <a16:creationId xmlns:a16="http://schemas.microsoft.com/office/drawing/2014/main" id="{F1F68E92-F279-2B33-002C-FC29B69F69F7}"/>
              </a:ext>
            </a:extLst>
          </p:cNvPr>
          <p:cNvSpPr/>
          <p:nvPr>
            <p:custDataLst>
              <p:tags r:id="rId6"/>
            </p:custDataLst>
          </p:nvPr>
        </p:nvSpPr>
        <p:spPr bwMode="auto">
          <a:xfrm>
            <a:off x="2301875" y="5778500"/>
            <a:ext cx="250825" cy="187325"/>
          </a:xfrm>
          <a:prstGeom prst="rect">
            <a:avLst/>
          </a:prstGeom>
          <a:solidFill>
            <a:schemeClr val="accent1"/>
          </a:solidFill>
          <a:ln w="9525" cap="flat" cmpd="sng" algn="ctr">
            <a:noFill/>
            <a:prstDash val="solid"/>
            <a:miter lim="800000"/>
            <a:headEnd type="none" w="med" len="med"/>
            <a:tailEnd type="none" w="med" len="med"/>
          </a:ln>
          <a:effectLst/>
          <a:extLst>
            <a:ext uri="{91240B29-F687-4F45-9708-019B960494DF}">
              <a14:hiddenLine xmlns:a14="http://schemas.microsoft.com/office/drawing/2010/main" w="9525" cap="flat" cmpd="sng" algn="ctr">
                <a:solidFill>
                  <a:schemeClr val="bg1"/>
                </a:solidFill>
                <a:prstDash val="solid"/>
                <a:miter lim="800000"/>
                <a:headEnd type="none" w="med" len="med"/>
                <a:tailEnd type="none" w="med" len="med"/>
              </a14:hiddenLine>
            </a:ext>
          </a:extLst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lIns="36000" tIns="36000" rIns="36000" bIns="36000" rtlCol="0" anchor="ctr"/>
          <a:lstStyle/>
          <a:p>
            <a:pPr algn="ctr"/>
            <a:endParaRPr lang="en-US" sz="1400" err="1">
              <a:solidFill>
                <a:schemeClr val="tx1"/>
              </a:solidFill>
            </a:endParaRPr>
          </a:p>
        </p:txBody>
      </p:sp>
      <p:sp>
        <p:nvSpPr>
          <p:cNvPr id="1128" name="Rectangle 1127">
            <a:extLst>
              <a:ext uri="{FF2B5EF4-FFF2-40B4-BE49-F238E27FC236}">
                <a16:creationId xmlns:a16="http://schemas.microsoft.com/office/drawing/2014/main" id="{0341EAB5-A39A-29B0-A518-5CBD29C9A0F7}"/>
              </a:ext>
            </a:extLst>
          </p:cNvPr>
          <p:cNvSpPr/>
          <p:nvPr>
            <p:custDataLst>
              <p:tags r:id="rId7"/>
            </p:custDataLst>
          </p:nvPr>
        </p:nvSpPr>
        <p:spPr bwMode="auto">
          <a:xfrm>
            <a:off x="3365500" y="5778500"/>
            <a:ext cx="250825" cy="187325"/>
          </a:xfrm>
          <a:prstGeom prst="rect">
            <a:avLst/>
          </a:prstGeom>
          <a:solidFill>
            <a:schemeClr val="accent6"/>
          </a:solidFill>
          <a:ln w="9525" cap="flat" cmpd="sng" algn="ctr">
            <a:noFill/>
            <a:prstDash val="solid"/>
            <a:miter lim="800000"/>
            <a:headEnd type="none" w="med" len="med"/>
            <a:tailEnd type="none" w="med" len="med"/>
          </a:ln>
          <a:effectLst/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lIns="36000" tIns="36000" rIns="36000" bIns="36000" rtlCol="0" anchor="ctr"/>
          <a:lstStyle/>
          <a:p>
            <a:pPr algn="ctr"/>
            <a:endParaRPr lang="en-US" sz="1400" err="1">
              <a:solidFill>
                <a:schemeClr val="tx1"/>
              </a:solidFill>
            </a:endParaRPr>
          </a:p>
        </p:txBody>
      </p:sp>
      <p:sp>
        <p:nvSpPr>
          <p:cNvPr id="1129" name="Rectangle 1128">
            <a:extLst>
              <a:ext uri="{FF2B5EF4-FFF2-40B4-BE49-F238E27FC236}">
                <a16:creationId xmlns:a16="http://schemas.microsoft.com/office/drawing/2014/main" id="{79F2A17F-D7B1-9FB8-CE35-61F74BAB09EA}"/>
              </a:ext>
            </a:extLst>
          </p:cNvPr>
          <p:cNvSpPr/>
          <p:nvPr>
            <p:custDataLst>
              <p:tags r:id="rId8"/>
            </p:custDataLst>
          </p:nvPr>
        </p:nvSpPr>
        <p:spPr bwMode="auto">
          <a:xfrm>
            <a:off x="5000625" y="5778500"/>
            <a:ext cx="250825" cy="187325"/>
          </a:xfrm>
          <a:prstGeom prst="rect">
            <a:avLst/>
          </a:prstGeom>
          <a:solidFill>
            <a:schemeClr val="bg2"/>
          </a:solidFill>
          <a:ln w="9525" cap="flat" cmpd="sng" algn="ctr">
            <a:noFill/>
            <a:prstDash val="solid"/>
            <a:miter lim="800000"/>
            <a:headEnd type="none" w="med" len="med"/>
            <a:tailEnd type="none" w="med" len="med"/>
          </a:ln>
          <a:effectLst/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lIns="36000" tIns="36000" rIns="36000" bIns="36000" rtlCol="0" anchor="ctr"/>
          <a:lstStyle/>
          <a:p>
            <a:pPr algn="ctr"/>
            <a:endParaRPr lang="en-US" sz="1400" err="1">
              <a:solidFill>
                <a:schemeClr val="tx1"/>
              </a:solidFill>
            </a:endParaRPr>
          </a:p>
        </p:txBody>
      </p:sp>
      <p:sp>
        <p:nvSpPr>
          <p:cNvPr id="1164" name="Text Placeholder 2">
            <a:extLst>
              <a:ext uri="{FF2B5EF4-FFF2-40B4-BE49-F238E27FC236}">
                <a16:creationId xmlns:a16="http://schemas.microsoft.com/office/drawing/2014/main" id="{B8175FA2-A919-645B-C456-491E50F1FE5A}"/>
              </a:ext>
            </a:extLst>
          </p:cNvPr>
          <p:cNvSpPr>
            <a:spLocks/>
          </p:cNvSpPr>
          <p:nvPr>
            <p:custDataLst>
              <p:tags r:id="rId9"/>
            </p:custDataLst>
          </p:nvPr>
        </p:nvSpPr>
        <p:spPr bwMode="auto">
          <a:xfrm>
            <a:off x="2603500" y="5773738"/>
            <a:ext cx="660400" cy="212725"/>
          </a:xfrm>
          <a:prstGeom prst="rect">
            <a:avLst/>
          </a:prstGeom>
          <a:noFill/>
          <a:ln>
            <a:noFill/>
          </a:ln>
          <a:effectLst/>
          <a:extLst>
            <a:ext uri="{909E8E84-426E-40DD-AFC4-6F175D3DCCD1}">
              <a14:hiddenFill xmlns:a14="http://schemas.microsoft.com/office/drawing/2010/main">
                <a:solidFill>
                  <a:schemeClr val="accent1"/>
                </a:solidFill>
              </a14:hiddenFill>
            </a:ext>
          </a:extLst>
        </p:spPr>
        <p:txBody>
          <a:bodyPr vert="horz" wrap="none" lIns="0" tIns="0" rIns="0" bIns="0" rtlCol="0" anchor="ctr">
            <a:noAutofit/>
          </a:bodyPr>
          <a:lstStyle>
            <a:lvl1pPr marL="139700" indent="-139700" algn="l" defTabSz="914400" rtl="0" eaLnBrk="1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Font typeface="Arial" panose="020B0604020202020204" pitchFamily="34" charset="0"/>
              <a:buChar char="•"/>
              <a:defRPr sz="16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1pPr>
            <a:lvl2pPr marL="327025" indent="-149225" algn="l" defTabSz="914400" rtl="0" eaLnBrk="1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Font typeface="Arial" panose="020B0604020202020204" pitchFamily="34" charset="0"/>
              <a:buChar char="•"/>
              <a:defRPr sz="16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2pPr>
            <a:lvl3pPr marL="496888" indent="-166688" algn="l" defTabSz="914400" rtl="0" eaLnBrk="1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Font typeface="Arial" panose="020B0604020202020204" pitchFamily="34" charset="0"/>
              <a:buChar char="•"/>
              <a:defRPr sz="16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3pPr>
            <a:lvl4pPr marL="687388" indent="-190500" algn="l" defTabSz="914400" rtl="0" eaLnBrk="1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Font typeface="Arial" panose="020B0604020202020204" pitchFamily="34" charset="0"/>
              <a:buChar char="•"/>
              <a:defRPr sz="16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4pPr>
            <a:lvl5pPr marL="871538" indent="-169863" algn="l" defTabSz="914400" rtl="0" eaLnBrk="1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Font typeface="Arial" panose="020B0604020202020204" pitchFamily="34" charset="0"/>
              <a:buChar char="•"/>
              <a:defRPr sz="16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5pPr>
            <a:lvl6pPr marL="25146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6pPr>
            <a:lvl7pPr marL="29718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7pPr>
            <a:lvl8pPr marL="34290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8pPr>
            <a:lvl9pPr marL="38862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9pPr>
          </a:lstStyle>
          <a:p>
            <a:pPr marL="0" lvl="0" indent="0">
              <a:spcBef>
                <a:spcPct val="0"/>
              </a:spcBef>
              <a:spcAft>
                <a:spcPct val="0"/>
              </a:spcAft>
              <a:buNone/>
            </a:pPr>
            <a:fld id="{5F6F016E-D365-473E-9C0B-D6F369472DE3}" type="datetime'''''''''''''''''''O''''''w''''''n c''a''r'''''''''''''''''''''">
              <a:rPr lang="en-US" altLang="en-US" sz="1400" smtClean="0"/>
              <a:pPr marL="0" lvl="0" indent="0">
                <a:spcBef>
                  <a:spcPct val="0"/>
                </a:spcBef>
                <a:spcAft>
                  <a:spcPct val="0"/>
                </a:spcAft>
                <a:buNone/>
              </a:pPr>
              <a:t>Own car</a:t>
            </a:fld>
            <a:endParaRPr lang="en-US" sz="1400">
              <a:sym typeface="Arial" panose="020B0604020202020204" pitchFamily="34" charset="0"/>
            </a:endParaRPr>
          </a:p>
        </p:txBody>
      </p:sp>
      <p:sp>
        <p:nvSpPr>
          <p:cNvPr id="1057" name="Text Placeholder 2">
            <a:extLst>
              <a:ext uri="{FF2B5EF4-FFF2-40B4-BE49-F238E27FC236}">
                <a16:creationId xmlns:a16="http://schemas.microsoft.com/office/drawing/2014/main" id="{A36AD9A7-A470-4248-33C2-9AE6FF8B56DA}"/>
              </a:ext>
            </a:extLst>
          </p:cNvPr>
          <p:cNvSpPr>
            <a:spLocks/>
          </p:cNvSpPr>
          <p:nvPr>
            <p:custDataLst>
              <p:tags r:id="rId10"/>
            </p:custDataLst>
          </p:nvPr>
        </p:nvSpPr>
        <p:spPr bwMode="auto">
          <a:xfrm>
            <a:off x="3667125" y="5773738"/>
            <a:ext cx="1231900" cy="212725"/>
          </a:xfrm>
          <a:prstGeom prst="rect">
            <a:avLst/>
          </a:prstGeom>
          <a:noFill/>
          <a:ln>
            <a:noFill/>
          </a:ln>
          <a:effectLst/>
          <a:extLst>
            <a:ext uri="{909E8E84-426E-40DD-AFC4-6F175D3DCCD1}">
              <a14:hiddenFill xmlns:a14="http://schemas.microsoft.com/office/drawing/2010/main">
                <a:solidFill>
                  <a:schemeClr val="accent1"/>
                </a:solidFill>
              </a14:hiddenFill>
            </a:ext>
          </a:extLst>
        </p:spPr>
        <p:txBody>
          <a:bodyPr vert="horz" wrap="none" lIns="0" tIns="0" rIns="0" bIns="0" rtlCol="0" anchor="ctr">
            <a:noAutofit/>
          </a:bodyPr>
          <a:lstStyle>
            <a:lvl1pPr marL="139700" indent="-139700" algn="l" defTabSz="914400" rtl="0" eaLnBrk="1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Font typeface="Arial" panose="020B0604020202020204" pitchFamily="34" charset="0"/>
              <a:buChar char="•"/>
              <a:defRPr sz="16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1pPr>
            <a:lvl2pPr marL="327025" indent="-149225" algn="l" defTabSz="914400" rtl="0" eaLnBrk="1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Font typeface="Arial" panose="020B0604020202020204" pitchFamily="34" charset="0"/>
              <a:buChar char="•"/>
              <a:defRPr sz="16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2pPr>
            <a:lvl3pPr marL="496888" indent="-166688" algn="l" defTabSz="914400" rtl="0" eaLnBrk="1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Font typeface="Arial" panose="020B0604020202020204" pitchFamily="34" charset="0"/>
              <a:buChar char="•"/>
              <a:defRPr sz="16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3pPr>
            <a:lvl4pPr marL="687388" indent="-190500" algn="l" defTabSz="914400" rtl="0" eaLnBrk="1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Font typeface="Arial" panose="020B0604020202020204" pitchFamily="34" charset="0"/>
              <a:buChar char="•"/>
              <a:defRPr sz="16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4pPr>
            <a:lvl5pPr marL="871538" indent="-169863" algn="l" defTabSz="914400" rtl="0" eaLnBrk="1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Font typeface="Arial" panose="020B0604020202020204" pitchFamily="34" charset="0"/>
              <a:buChar char="•"/>
              <a:defRPr sz="16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5pPr>
            <a:lvl6pPr marL="25146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6pPr>
            <a:lvl7pPr marL="29718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7pPr>
            <a:lvl8pPr marL="34290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8pPr>
            <a:lvl9pPr marL="38862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9pPr>
          </a:lstStyle>
          <a:p>
            <a:pPr marL="0" lvl="0" indent="0">
              <a:spcBef>
                <a:spcPct val="0"/>
              </a:spcBef>
              <a:spcAft>
                <a:spcPct val="0"/>
              </a:spcAft>
              <a:buNone/>
            </a:pPr>
            <a:fld id="{A029D57F-BCDD-44C4-B2B7-332F72B7C27F}" type="datetime'P''''''ub''l''''i''c'''''''' t''''ra''n''''sport'''''''''">
              <a:rPr lang="en-US" altLang="en-US" sz="1400" smtClean="0"/>
              <a:pPr marL="0" lvl="0" indent="0">
                <a:spcBef>
                  <a:spcPct val="0"/>
                </a:spcBef>
                <a:spcAft>
                  <a:spcPct val="0"/>
                </a:spcAft>
                <a:buNone/>
              </a:pPr>
              <a:t>Public transport</a:t>
            </a:fld>
            <a:endParaRPr lang="en-US" sz="1400" dirty="0">
              <a:sym typeface="Arial" panose="020B0604020202020204" pitchFamily="34" charset="0"/>
            </a:endParaRPr>
          </a:p>
        </p:txBody>
      </p:sp>
      <p:sp>
        <p:nvSpPr>
          <p:cNvPr id="1065" name="Text Placeholder 2">
            <a:extLst>
              <a:ext uri="{FF2B5EF4-FFF2-40B4-BE49-F238E27FC236}">
                <a16:creationId xmlns:a16="http://schemas.microsoft.com/office/drawing/2014/main" id="{7B0079BE-F7ED-F815-F392-0876004F9412}"/>
              </a:ext>
            </a:extLst>
          </p:cNvPr>
          <p:cNvSpPr>
            <a:spLocks/>
          </p:cNvSpPr>
          <p:nvPr>
            <p:custDataLst>
              <p:tags r:id="rId11"/>
            </p:custDataLst>
          </p:nvPr>
        </p:nvSpPr>
        <p:spPr bwMode="auto">
          <a:xfrm>
            <a:off x="5302250" y="5773738"/>
            <a:ext cx="957263" cy="212725"/>
          </a:xfrm>
          <a:prstGeom prst="rect">
            <a:avLst/>
          </a:prstGeom>
          <a:noFill/>
          <a:ln>
            <a:noFill/>
          </a:ln>
          <a:effectLst/>
          <a:extLst>
            <a:ext uri="{909E8E84-426E-40DD-AFC4-6F175D3DCCD1}">
              <a14:hiddenFill xmlns:a14="http://schemas.microsoft.com/office/drawing/2010/main">
                <a:solidFill>
                  <a:schemeClr val="accent1"/>
                </a:solidFill>
              </a14:hiddenFill>
            </a:ext>
          </a:extLst>
        </p:spPr>
        <p:txBody>
          <a:bodyPr vert="horz" wrap="none" lIns="0" tIns="0" rIns="0" bIns="0" rtlCol="0" anchor="ctr">
            <a:noAutofit/>
          </a:bodyPr>
          <a:lstStyle>
            <a:lvl1pPr marL="139700" indent="-139700" algn="l" defTabSz="914400" rtl="0" eaLnBrk="1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Font typeface="Arial" panose="020B0604020202020204" pitchFamily="34" charset="0"/>
              <a:buChar char="•"/>
              <a:defRPr sz="16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1pPr>
            <a:lvl2pPr marL="327025" indent="-149225" algn="l" defTabSz="914400" rtl="0" eaLnBrk="1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Font typeface="Arial" panose="020B0604020202020204" pitchFamily="34" charset="0"/>
              <a:buChar char="•"/>
              <a:defRPr sz="16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2pPr>
            <a:lvl3pPr marL="496888" indent="-166688" algn="l" defTabSz="914400" rtl="0" eaLnBrk="1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Font typeface="Arial" panose="020B0604020202020204" pitchFamily="34" charset="0"/>
              <a:buChar char="•"/>
              <a:defRPr sz="16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3pPr>
            <a:lvl4pPr marL="687388" indent="-190500" algn="l" defTabSz="914400" rtl="0" eaLnBrk="1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Font typeface="Arial" panose="020B0604020202020204" pitchFamily="34" charset="0"/>
              <a:buChar char="•"/>
              <a:defRPr sz="16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4pPr>
            <a:lvl5pPr marL="871538" indent="-169863" algn="l" defTabSz="914400" rtl="0" eaLnBrk="1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Font typeface="Arial" panose="020B0604020202020204" pitchFamily="34" charset="0"/>
              <a:buChar char="•"/>
              <a:defRPr sz="16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5pPr>
            <a:lvl6pPr marL="25146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6pPr>
            <a:lvl7pPr marL="29718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7pPr>
            <a:lvl8pPr marL="34290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8pPr>
            <a:lvl9pPr marL="38862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9pPr>
          </a:lstStyle>
          <a:p>
            <a:pPr marL="0" lvl="0" indent="0">
              <a:spcBef>
                <a:spcPct val="0"/>
              </a:spcBef>
              <a:spcAft>
                <a:spcPct val="0"/>
              </a:spcAft>
              <a:buNone/>
            </a:pPr>
            <a:fld id="{63A7A05D-65EB-427B-9988-4B55367EBA07}" type="datetime'O''wn'''''''''''' ''b''i''''''''''''''''''''''cycle'''''''''">
              <a:rPr lang="en-US" altLang="en-US" sz="1400" smtClean="0"/>
              <a:pPr marL="0" lvl="0" indent="0">
                <a:spcBef>
                  <a:spcPct val="0"/>
                </a:spcBef>
                <a:spcAft>
                  <a:spcPct val="0"/>
                </a:spcAft>
                <a:buNone/>
              </a:pPr>
              <a:t>Own bicycle</a:t>
            </a:fld>
            <a:endParaRPr lang="en-US" sz="1400" dirty="0">
              <a:sym typeface="Arial" panose="020B0604020202020204" pitchFamily="34" charset="0"/>
            </a:endParaRPr>
          </a:p>
        </p:txBody>
      </p:sp>
      <p:sp>
        <p:nvSpPr>
          <p:cNvPr id="13" name="Rectangle 18">
            <a:extLst>
              <a:ext uri="{FF2B5EF4-FFF2-40B4-BE49-F238E27FC236}">
                <a16:creationId xmlns:a16="http://schemas.microsoft.com/office/drawing/2014/main" id="{FE259E8D-0773-A8F7-701E-128456079922}"/>
              </a:ext>
            </a:extLst>
          </p:cNvPr>
          <p:cNvSpPr>
            <a:spLocks/>
          </p:cNvSpPr>
          <p:nvPr/>
        </p:nvSpPr>
        <p:spPr>
          <a:xfrm>
            <a:off x="8811106" y="-805994"/>
            <a:ext cx="4575600" cy="1365365"/>
          </a:xfrm>
          <a:prstGeom prst="rect">
            <a:avLst/>
          </a:prstGeom>
          <a:solidFill>
            <a:schemeClr val="bg1">
              <a:lumMod val="95000"/>
            </a:schemeClr>
          </a:solidFill>
          <a:ln w="9525">
            <a:solidFill>
              <a:schemeClr val="tx1"/>
            </a:solidFill>
          </a:ln>
          <a:effectLst>
            <a:outerShdw blurRad="152400" sx="102000" sy="102000" algn="ctr" rotWithShape="0">
              <a:prstClr val="black">
                <a:alpha val="10000"/>
              </a:prstClr>
            </a:outerShdw>
          </a:effectLst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wrap="square" lIns="72000" tIns="36000" rIns="72000" bIns="36000" rtlCol="0" anchor="b">
            <a:spAutoFit/>
          </a:bodyPr>
          <a:lstStyle/>
          <a:p>
            <a:r>
              <a:rPr lang="en-US" sz="1200" u="sng" dirty="0">
                <a:solidFill>
                  <a:schemeClr val="tx1"/>
                </a:solidFill>
              </a:rPr>
              <a:t>This slide contains </a:t>
            </a:r>
            <a:r>
              <a:rPr lang="en-US" sz="1200" b="1" u="sng" dirty="0">
                <a:solidFill>
                  <a:schemeClr val="tx1"/>
                </a:solidFill>
              </a:rPr>
              <a:t>two think-cell doughnut charts</a:t>
            </a:r>
            <a:r>
              <a:rPr lang="en-US" sz="1200" u="sng" dirty="0">
                <a:solidFill>
                  <a:schemeClr val="tx1"/>
                </a:solidFill>
              </a:rPr>
              <a:t>.</a:t>
            </a:r>
          </a:p>
          <a:p>
            <a:pPr marL="140400" indent="-140400">
              <a:buFont typeface="Arial" panose="020B0604020202020204" pitchFamily="34" charset="0"/>
              <a:buChar char="•"/>
            </a:pPr>
            <a:r>
              <a:rPr lang="en-US" sz="1200" dirty="0">
                <a:solidFill>
                  <a:schemeClr val="tx1"/>
                </a:solidFill>
              </a:rPr>
              <a:t>To</a:t>
            </a:r>
            <a:r>
              <a:rPr lang="en-US" sz="1200" b="1" dirty="0">
                <a:solidFill>
                  <a:schemeClr val="tx1"/>
                </a:solidFill>
              </a:rPr>
              <a:t> open a chart's internal datasheet</a:t>
            </a:r>
            <a:r>
              <a:rPr lang="en-US" sz="1200" dirty="0">
                <a:solidFill>
                  <a:schemeClr val="tx1"/>
                </a:solidFill>
              </a:rPr>
              <a:t>, double-click</a:t>
            </a:r>
            <a:r>
              <a:rPr lang="en-US" sz="1200" b="1" dirty="0">
                <a:solidFill>
                  <a:schemeClr val="tx1"/>
                </a:solidFill>
              </a:rPr>
              <a:t> </a:t>
            </a:r>
            <a:r>
              <a:rPr lang="en-US" sz="1200" dirty="0">
                <a:solidFill>
                  <a:schemeClr val="tx1"/>
                </a:solidFill>
              </a:rPr>
              <a:t>any empty space in the chart.</a:t>
            </a:r>
            <a:endParaRPr lang="en-US" sz="1200" dirty="0">
              <a:solidFill>
                <a:schemeClr val="tx1"/>
              </a:solidFill>
              <a:cs typeface="Arial"/>
            </a:endParaRPr>
          </a:p>
          <a:p>
            <a:pPr marL="140400" indent="-140400">
              <a:buFont typeface="Arial" panose="020B0604020202020204" pitchFamily="34" charset="0"/>
              <a:buChar char="•"/>
            </a:pPr>
            <a:r>
              <a:rPr lang="en-US" sz="1200" dirty="0">
                <a:solidFill>
                  <a:schemeClr val="tx1"/>
                </a:solidFill>
              </a:rPr>
              <a:t>To </a:t>
            </a:r>
            <a:r>
              <a:rPr lang="en-US" sz="1200" b="1" dirty="0">
                <a:solidFill>
                  <a:schemeClr val="tx1"/>
                </a:solidFill>
              </a:rPr>
              <a:t>add annotations </a:t>
            </a:r>
            <a:r>
              <a:rPr lang="en-US" sz="1200" dirty="0">
                <a:solidFill>
                  <a:schemeClr val="tx1"/>
                </a:solidFill>
              </a:rPr>
              <a:t>(e.g., labels),</a:t>
            </a:r>
            <a:r>
              <a:rPr lang="en-US" sz="1200" b="1" dirty="0">
                <a:solidFill>
                  <a:schemeClr val="tx1"/>
                </a:solidFill>
              </a:rPr>
              <a:t> </a:t>
            </a:r>
            <a:r>
              <a:rPr lang="en-US" sz="1200" dirty="0">
                <a:solidFill>
                  <a:schemeClr val="tx1"/>
                </a:solidFill>
              </a:rPr>
              <a:t>right-click the chart or a chart feature to open the context menu.</a:t>
            </a:r>
            <a:endParaRPr lang="en-US" sz="1200" dirty="0">
              <a:solidFill>
                <a:schemeClr val="tx1"/>
              </a:solidFill>
              <a:cs typeface="Arial"/>
            </a:endParaRPr>
          </a:p>
          <a:p>
            <a:pPr marL="140400" indent="-140400">
              <a:buFont typeface="Arial" panose="020B0604020202020204" pitchFamily="34" charset="0"/>
              <a:buChar char="•"/>
            </a:pPr>
            <a:r>
              <a:rPr lang="en-US" sz="1200" dirty="0">
                <a:solidFill>
                  <a:schemeClr val="tx1"/>
                </a:solidFill>
              </a:rPr>
              <a:t>To </a:t>
            </a:r>
            <a:r>
              <a:rPr lang="en-US" sz="1200" b="1" dirty="0">
                <a:solidFill>
                  <a:schemeClr val="tx1"/>
                </a:solidFill>
              </a:rPr>
              <a:t>change the style and formatting</a:t>
            </a:r>
            <a:r>
              <a:rPr lang="en-US" sz="1200" dirty="0">
                <a:solidFill>
                  <a:schemeClr val="tx1"/>
                </a:solidFill>
              </a:rPr>
              <a:t> of a chart or a feature,</a:t>
            </a:r>
            <a:r>
              <a:rPr lang="en-US" sz="1200" b="1" dirty="0">
                <a:solidFill>
                  <a:schemeClr val="tx1"/>
                </a:solidFill>
              </a:rPr>
              <a:t> </a:t>
            </a:r>
            <a:r>
              <a:rPr lang="en-US" sz="1200" dirty="0">
                <a:solidFill>
                  <a:schemeClr val="tx1"/>
                </a:solidFill>
              </a:rPr>
              <a:t>click the chart or feature to open the mini toolbar.</a:t>
            </a:r>
            <a:endParaRPr lang="en-US" sz="1200" dirty="0">
              <a:solidFill>
                <a:schemeClr val="tx1"/>
              </a:solidFill>
              <a:cs typeface="Arial"/>
            </a:endParaRPr>
          </a:p>
        </p:txBody>
      </p:sp>
      <p:sp>
        <p:nvSpPr>
          <p:cNvPr id="17" name="tc_columnhead">
            <a:extLst>
              <a:ext uri="{FF2B5EF4-FFF2-40B4-BE49-F238E27FC236}">
                <a16:creationId xmlns:a16="http://schemas.microsoft.com/office/drawing/2014/main" id="{1D064F9D-DAC1-2CFC-3A5F-E04595510C74}"/>
              </a:ext>
            </a:extLst>
          </p:cNvPr>
          <p:cNvSpPr txBox="1">
            <a:spLocks/>
          </p:cNvSpPr>
          <p:nvPr/>
        </p:nvSpPr>
        <p:spPr>
          <a:xfrm>
            <a:off x="409052" y="1557338"/>
            <a:ext cx="7745413" cy="282573"/>
          </a:xfrm>
          <a:prstGeom prst="leftRightArrow">
            <a:avLst>
              <a:gd name="adj1" fmla="val 100000"/>
              <a:gd name="adj2" fmla="val 0"/>
            </a:avLst>
          </a:prstGeom>
        </p:spPr>
        <p:txBody>
          <a:bodyPr vert="horz" wrap="square" lIns="0" tIns="0" rIns="0" bIns="36000" rtlCol="0" anchor="b">
            <a:spAutoFit/>
          </a:bodyPr>
          <a:lstStyle>
            <a:lvl1pPr marL="0" indent="0" algn="l" defTabSz="914400" rtl="0" eaLnBrk="1" latinLnBrk="0" hangingPunct="1">
              <a:lnSpc>
                <a:spcPct val="100000"/>
              </a:lnSpc>
              <a:spcBef>
                <a:spcPts val="0"/>
              </a:spcBef>
              <a:spcAft>
                <a:spcPts val="110"/>
              </a:spcAft>
              <a:buFont typeface="Arial" panose="020B0604020202020204" pitchFamily="34" charset="0"/>
              <a:buNone/>
              <a:defRPr sz="1800" b="1" kern="1200">
                <a:solidFill>
                  <a:schemeClr val="accent1"/>
                </a:solidFill>
                <a:latin typeface="+mn-lt"/>
                <a:ea typeface="+mn-ea"/>
                <a:cs typeface="+mn-cs"/>
              </a:defRPr>
            </a:lvl1pPr>
            <a:lvl2pPr marL="466725" indent="-222250" algn="l" defTabSz="914400" rtl="0" eaLnBrk="1" latinLnBrk="0" hangingPunct="1">
              <a:lnSpc>
                <a:spcPct val="100000"/>
              </a:lnSpc>
              <a:spcBef>
                <a:spcPts val="0"/>
              </a:spcBef>
              <a:spcAft>
                <a:spcPts val="110"/>
              </a:spcAft>
              <a:buFont typeface="Symbol" panose="05050102010706020507" pitchFamily="18" charset="2"/>
              <a:buChar char="-"/>
              <a:defRPr sz="16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2pPr>
            <a:lvl3pPr marL="720725" indent="-217488" algn="l" defTabSz="914400" rtl="0" eaLnBrk="1" latinLnBrk="0" hangingPunct="1">
              <a:lnSpc>
                <a:spcPct val="100000"/>
              </a:lnSpc>
              <a:spcBef>
                <a:spcPts val="0"/>
              </a:spcBef>
              <a:spcAft>
                <a:spcPts val="110"/>
              </a:spcAft>
              <a:buFont typeface="Arial" panose="020B0604020202020204" pitchFamily="34" charset="0"/>
              <a:buChar char="•"/>
              <a:defRPr sz="16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3pPr>
            <a:lvl4pPr marL="900113" indent="-193675" algn="l" defTabSz="914400" rtl="0" eaLnBrk="1" latinLnBrk="0" hangingPunct="1">
              <a:lnSpc>
                <a:spcPct val="100000"/>
              </a:lnSpc>
              <a:spcBef>
                <a:spcPts val="0"/>
              </a:spcBef>
              <a:spcAft>
                <a:spcPts val="110"/>
              </a:spcAft>
              <a:buFont typeface="Arial" panose="020B0604020202020204" pitchFamily="34" charset="0"/>
              <a:buChar char="•"/>
              <a:defRPr sz="16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4pPr>
            <a:lvl5pPr marL="1136650" indent="-185738" algn="l" defTabSz="914400" rtl="0" eaLnBrk="1" latinLnBrk="0" hangingPunct="1">
              <a:lnSpc>
                <a:spcPct val="100000"/>
              </a:lnSpc>
              <a:spcBef>
                <a:spcPts val="0"/>
              </a:spcBef>
              <a:spcAft>
                <a:spcPts val="110"/>
              </a:spcAft>
              <a:buFont typeface="Arial" panose="020B0604020202020204" pitchFamily="34" charset="0"/>
              <a:buChar char="•"/>
              <a:defRPr sz="16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5pPr>
            <a:lvl6pPr marL="25146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6pPr>
            <a:lvl7pPr marL="29718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7pPr>
            <a:lvl8pPr marL="34290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8pPr>
            <a:lvl9pPr marL="38862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9pPr>
          </a:lstStyle>
          <a:p>
            <a:r>
              <a:rPr lang="da-DK" sz="1600" dirty="0">
                <a:solidFill>
                  <a:schemeClr val="tx1"/>
                </a:solidFill>
              </a:rPr>
              <a:t>Insert chart title here</a:t>
            </a:r>
            <a:endParaRPr lang="en-US" sz="1600" dirty="0">
              <a:solidFill>
                <a:schemeClr val="tx1"/>
              </a:solidFill>
            </a:endParaRPr>
          </a:p>
        </p:txBody>
      </p:sp>
      <p:cxnSp>
        <p:nvCxnSpPr>
          <p:cNvPr id="18" name="tc_columnheadline">
            <a:extLst>
              <a:ext uri="{FF2B5EF4-FFF2-40B4-BE49-F238E27FC236}">
                <a16:creationId xmlns:a16="http://schemas.microsoft.com/office/drawing/2014/main" id="{B2E73577-CF05-A585-4515-5A7C32CCA7EE}"/>
              </a:ext>
            </a:extLst>
          </p:cNvPr>
          <p:cNvCxnSpPr>
            <a:cxnSpLocks/>
            <a:stCxn id="17" idx="4"/>
            <a:endCxn id="17" idx="6"/>
          </p:cNvCxnSpPr>
          <p:nvPr/>
        </p:nvCxnSpPr>
        <p:spPr>
          <a:xfrm>
            <a:off x="409052" y="1839911"/>
            <a:ext cx="7745413" cy="0"/>
          </a:xfrm>
          <a:prstGeom prst="line">
            <a:avLst/>
          </a:prstGeom>
          <a:ln w="19050">
            <a:solidFill>
              <a:schemeClr val="accent1"/>
            </a:solidFill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sp>
        <p:nvSpPr>
          <p:cNvPr id="19" name="tc_columnhead">
            <a:extLst>
              <a:ext uri="{FF2B5EF4-FFF2-40B4-BE49-F238E27FC236}">
                <a16:creationId xmlns:a16="http://schemas.microsoft.com/office/drawing/2014/main" id="{18D26D26-A1C6-98D9-C94C-10DB39BFC980}"/>
              </a:ext>
            </a:extLst>
          </p:cNvPr>
          <p:cNvSpPr txBox="1">
            <a:spLocks/>
          </p:cNvSpPr>
          <p:nvPr/>
        </p:nvSpPr>
        <p:spPr>
          <a:xfrm>
            <a:off x="8455234" y="1557338"/>
            <a:ext cx="3365818" cy="282573"/>
          </a:xfrm>
          <a:prstGeom prst="leftRightArrow">
            <a:avLst>
              <a:gd name="adj1" fmla="val 100000"/>
              <a:gd name="adj2" fmla="val 0"/>
            </a:avLst>
          </a:prstGeom>
        </p:spPr>
        <p:txBody>
          <a:bodyPr vert="horz" wrap="square" lIns="0" tIns="0" rIns="0" bIns="36000" rtlCol="0" anchor="b">
            <a:spAutoFit/>
          </a:bodyPr>
          <a:lstStyle>
            <a:lvl1pPr marL="0" indent="0" algn="l" defTabSz="914400" rtl="0" eaLnBrk="1" latinLnBrk="0" hangingPunct="1">
              <a:lnSpc>
                <a:spcPct val="100000"/>
              </a:lnSpc>
              <a:spcBef>
                <a:spcPts val="0"/>
              </a:spcBef>
              <a:spcAft>
                <a:spcPts val="110"/>
              </a:spcAft>
              <a:buFont typeface="Arial" panose="020B0604020202020204" pitchFamily="34" charset="0"/>
              <a:buNone/>
              <a:defRPr sz="1800" b="1" kern="1200">
                <a:solidFill>
                  <a:schemeClr val="accent1"/>
                </a:solidFill>
                <a:latin typeface="+mn-lt"/>
                <a:ea typeface="+mn-ea"/>
                <a:cs typeface="+mn-cs"/>
              </a:defRPr>
            </a:lvl1pPr>
            <a:lvl2pPr marL="466725" indent="-222250" algn="l" defTabSz="914400" rtl="0" eaLnBrk="1" latinLnBrk="0" hangingPunct="1">
              <a:lnSpc>
                <a:spcPct val="100000"/>
              </a:lnSpc>
              <a:spcBef>
                <a:spcPts val="0"/>
              </a:spcBef>
              <a:spcAft>
                <a:spcPts val="110"/>
              </a:spcAft>
              <a:buFont typeface="Symbol" panose="05050102010706020507" pitchFamily="18" charset="2"/>
              <a:buChar char="-"/>
              <a:defRPr sz="16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2pPr>
            <a:lvl3pPr marL="720725" indent="-217488" algn="l" defTabSz="914400" rtl="0" eaLnBrk="1" latinLnBrk="0" hangingPunct="1">
              <a:lnSpc>
                <a:spcPct val="100000"/>
              </a:lnSpc>
              <a:spcBef>
                <a:spcPts val="0"/>
              </a:spcBef>
              <a:spcAft>
                <a:spcPts val="110"/>
              </a:spcAft>
              <a:buFont typeface="Arial" panose="020B0604020202020204" pitchFamily="34" charset="0"/>
              <a:buChar char="•"/>
              <a:defRPr sz="16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3pPr>
            <a:lvl4pPr marL="900113" indent="-193675" algn="l" defTabSz="914400" rtl="0" eaLnBrk="1" latinLnBrk="0" hangingPunct="1">
              <a:lnSpc>
                <a:spcPct val="100000"/>
              </a:lnSpc>
              <a:spcBef>
                <a:spcPts val="0"/>
              </a:spcBef>
              <a:spcAft>
                <a:spcPts val="110"/>
              </a:spcAft>
              <a:buFont typeface="Arial" panose="020B0604020202020204" pitchFamily="34" charset="0"/>
              <a:buChar char="•"/>
              <a:defRPr sz="16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4pPr>
            <a:lvl5pPr marL="1136650" indent="-185738" algn="l" defTabSz="914400" rtl="0" eaLnBrk="1" latinLnBrk="0" hangingPunct="1">
              <a:lnSpc>
                <a:spcPct val="100000"/>
              </a:lnSpc>
              <a:spcBef>
                <a:spcPts val="0"/>
              </a:spcBef>
              <a:spcAft>
                <a:spcPts val="110"/>
              </a:spcAft>
              <a:buFont typeface="Arial" panose="020B0604020202020204" pitchFamily="34" charset="0"/>
              <a:buChar char="•"/>
              <a:defRPr sz="16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5pPr>
            <a:lvl6pPr marL="25146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6pPr>
            <a:lvl7pPr marL="29718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7pPr>
            <a:lvl8pPr marL="34290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8pPr>
            <a:lvl9pPr marL="38862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9pPr>
          </a:lstStyle>
          <a:p>
            <a:r>
              <a:rPr lang="en-US" sz="1600">
                <a:solidFill>
                  <a:schemeClr val="tx1"/>
                </a:solidFill>
              </a:rPr>
              <a:t>Comments</a:t>
            </a:r>
          </a:p>
        </p:txBody>
      </p:sp>
      <p:cxnSp>
        <p:nvCxnSpPr>
          <p:cNvPr id="22" name="tc_columnheadline">
            <a:extLst>
              <a:ext uri="{FF2B5EF4-FFF2-40B4-BE49-F238E27FC236}">
                <a16:creationId xmlns:a16="http://schemas.microsoft.com/office/drawing/2014/main" id="{ED3A3CD2-07C5-6EE4-A690-96CBD6B9C1A8}"/>
              </a:ext>
            </a:extLst>
          </p:cNvPr>
          <p:cNvCxnSpPr>
            <a:cxnSpLocks/>
            <a:stCxn id="19" idx="4"/>
            <a:endCxn id="19" idx="6"/>
          </p:cNvCxnSpPr>
          <p:nvPr/>
        </p:nvCxnSpPr>
        <p:spPr>
          <a:xfrm>
            <a:off x="8455234" y="1839911"/>
            <a:ext cx="3365818" cy="0"/>
          </a:xfrm>
          <a:prstGeom prst="line">
            <a:avLst/>
          </a:prstGeom>
          <a:ln w="19050">
            <a:solidFill>
              <a:schemeClr val="accent1"/>
            </a:solidFill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sp>
        <p:nvSpPr>
          <p:cNvPr id="2" name="Rechteck 137">
            <a:extLst>
              <a:ext uri="{FF2B5EF4-FFF2-40B4-BE49-F238E27FC236}">
                <a16:creationId xmlns:a16="http://schemas.microsoft.com/office/drawing/2014/main" id="{78141B07-B909-CEBA-F139-678426B02DAD}"/>
              </a:ext>
            </a:extLst>
          </p:cNvPr>
          <p:cNvSpPr>
            <a:spLocks/>
          </p:cNvSpPr>
          <p:nvPr/>
        </p:nvSpPr>
        <p:spPr>
          <a:xfrm>
            <a:off x="8455234" y="1916113"/>
            <a:ext cx="3366000" cy="4141786"/>
          </a:xfrm>
          <a:prstGeom prst="rect">
            <a:avLst/>
          </a:prstGeom>
          <a:noFill/>
          <a:ln w="6350"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lIns="0" tIns="0" rIns="0" bIns="0" rtlCol="0" anchor="t"/>
          <a:lstStyle/>
          <a:p>
            <a:pPr>
              <a:spcAft>
                <a:spcPts val="600"/>
              </a:spcAft>
              <a:buClr>
                <a:srgbClr val="000000"/>
              </a:buClr>
            </a:pPr>
            <a:r>
              <a:rPr lang="en-US" sz="1400" b="1" dirty="0">
                <a:solidFill>
                  <a:schemeClr val="accent1"/>
                </a:solidFill>
                <a:sym typeface="Futura"/>
              </a:rPr>
              <a:t>Insert your desired text</a:t>
            </a:r>
          </a:p>
          <a:p>
            <a:pPr marL="139700" lvl="1" indent="-139700">
              <a:spcAft>
                <a:spcPts val="600"/>
              </a:spcAft>
              <a:buFont typeface="Arial" panose="020B0604020202020204" pitchFamily="34" charset="0"/>
              <a:buChar char="•"/>
              <a:defRPr/>
            </a:pPr>
            <a:r>
              <a:rPr lang="en-US" sz="1400" dirty="0">
                <a:solidFill>
                  <a:schemeClr val="tx1"/>
                </a:solidFill>
                <a:sym typeface="Futura"/>
              </a:rPr>
              <a:t>Lorem ipsum dolor sit </a:t>
            </a:r>
            <a:r>
              <a:rPr lang="en-US" sz="1400" dirty="0" err="1">
                <a:solidFill>
                  <a:schemeClr val="tx1"/>
                </a:solidFill>
                <a:sym typeface="Futura"/>
              </a:rPr>
              <a:t>amet</a:t>
            </a:r>
            <a:endParaRPr lang="en-US" sz="1400" dirty="0">
              <a:solidFill>
                <a:schemeClr val="tx1"/>
              </a:solidFill>
              <a:sym typeface="Futura"/>
            </a:endParaRPr>
          </a:p>
          <a:p>
            <a:pPr marL="139700" lvl="1" indent="-139700">
              <a:spcAft>
                <a:spcPts val="600"/>
              </a:spcAft>
              <a:buFont typeface="Arial" panose="020B0604020202020204" pitchFamily="34" charset="0"/>
              <a:buChar char="•"/>
              <a:defRPr/>
            </a:pPr>
            <a:r>
              <a:rPr lang="en-US" sz="1400" dirty="0">
                <a:solidFill>
                  <a:schemeClr val="tx1"/>
                </a:solidFill>
                <a:sym typeface="Futura"/>
              </a:rPr>
              <a:t>Ut </a:t>
            </a:r>
            <a:r>
              <a:rPr lang="en-US" sz="1400" dirty="0" err="1">
                <a:solidFill>
                  <a:schemeClr val="tx1"/>
                </a:solidFill>
                <a:sym typeface="Futura"/>
              </a:rPr>
              <a:t>enim</a:t>
            </a:r>
            <a:r>
              <a:rPr lang="en-US" sz="1400" dirty="0">
                <a:solidFill>
                  <a:schemeClr val="tx1"/>
                </a:solidFill>
                <a:sym typeface="Futura"/>
              </a:rPr>
              <a:t> ad minim </a:t>
            </a:r>
            <a:r>
              <a:rPr lang="en-US" sz="1400" dirty="0" err="1">
                <a:solidFill>
                  <a:schemeClr val="tx1"/>
                </a:solidFill>
                <a:sym typeface="Futura"/>
              </a:rPr>
              <a:t>veniam</a:t>
            </a:r>
            <a:r>
              <a:rPr lang="en-US" sz="1400" dirty="0">
                <a:solidFill>
                  <a:schemeClr val="tx1"/>
                </a:solidFill>
                <a:sym typeface="Futura"/>
              </a:rPr>
              <a:t> </a:t>
            </a:r>
          </a:p>
          <a:p>
            <a:pPr marL="139700" lvl="1" indent="-139700">
              <a:spcAft>
                <a:spcPts val="600"/>
              </a:spcAft>
              <a:buFont typeface="Arial" panose="020B0604020202020204" pitchFamily="34" charset="0"/>
              <a:buChar char="•"/>
              <a:defRPr/>
            </a:pPr>
            <a:r>
              <a:rPr lang="en-US" sz="1400" dirty="0">
                <a:solidFill>
                  <a:schemeClr val="tx1"/>
                </a:solidFill>
                <a:sym typeface="Futura"/>
              </a:rPr>
              <a:t>Quis </a:t>
            </a:r>
            <a:r>
              <a:rPr lang="en-US" sz="1400" dirty="0" err="1">
                <a:solidFill>
                  <a:schemeClr val="tx1"/>
                </a:solidFill>
                <a:sym typeface="Futura"/>
              </a:rPr>
              <a:t>nostrud</a:t>
            </a:r>
            <a:r>
              <a:rPr lang="en-US" sz="1400" dirty="0">
                <a:solidFill>
                  <a:schemeClr val="tx1"/>
                </a:solidFill>
                <a:sym typeface="Futura"/>
              </a:rPr>
              <a:t> exercitation </a:t>
            </a:r>
            <a:r>
              <a:rPr lang="en-US" sz="1400" dirty="0" err="1">
                <a:solidFill>
                  <a:schemeClr val="tx1"/>
                </a:solidFill>
                <a:sym typeface="Futura"/>
              </a:rPr>
              <a:t>ullamco</a:t>
            </a:r>
            <a:endParaRPr lang="en-US" sz="1400" dirty="0">
              <a:solidFill>
                <a:schemeClr val="tx1"/>
              </a:solidFill>
              <a:sym typeface="Futura"/>
            </a:endParaRPr>
          </a:p>
        </p:txBody>
      </p:sp>
    </p:spTree>
    <p:extLst>
      <p:ext uri="{BB962C8B-B14F-4D97-AF65-F5344CB8AC3E}">
        <p14:creationId xmlns:p14="http://schemas.microsoft.com/office/powerpoint/2010/main" val="1019179244"/>
      </p:ext>
    </p:extLst>
  </p:cSld>
  <p:clrMapOvr>
    <a:masterClrMapping/>
  </p:clrMapOvr>
</p:sld>
</file>

<file path=ppt/slides/slide3.xml><?xml version="1.0" encoding="utf-8"?>
<p:sld xmlns:a="http://schemas.openxmlformats.org/drawingml/2006/main" xmlns:r="http://schemas.openxmlformats.org/officeDocument/2006/relationships" xmlns:p="http://schemas.openxmlformats.org/presentationml/2006/main" showMasterPhAnim="0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graphicFrame>
        <p:nvGraphicFramePr>
          <p:cNvPr id="10" name="think-cell data - do not delete" hidden="1">
            <a:extLst>
              <a:ext uri="{FF2B5EF4-FFF2-40B4-BE49-F238E27FC236}">
                <a16:creationId xmlns:a16="http://schemas.microsoft.com/office/drawing/2014/main" id="{816494A8-BFF6-04E5-A4A2-020B8041E3D9}"/>
              </a:ext>
            </a:extLst>
          </p:cNvPr>
          <p:cNvGraphicFramePr>
            <a:graphicFrameLocks/>
          </p:cNvGraphicFramePr>
          <p:nvPr>
            <p:custDataLst>
              <p:tags r:id="rId1"/>
            </p:custDataLst>
            <p:extLst>
              <p:ext uri="{D42A27DB-BD31-4B8C-83A1-F6EECF244321}">
                <p14:modId xmlns:p14="http://schemas.microsoft.com/office/powerpoint/2010/main" val="3860583039"/>
              </p:ext>
            </p:extLst>
          </p:nvPr>
        </p:nvGraphicFramePr>
        <p:xfrm>
          <a:off x="1588" y="1588"/>
          <a:ext cx="1588" cy="1588"/>
        </p:xfrm>
        <a:graphic>
          <a:graphicData uri="http://schemas.openxmlformats.org/presentationml/2006/ole">
            <mc:AlternateContent xmlns:mc="http://schemas.openxmlformats.org/markup-compatibility/2006">
              <mc:Choice xmlns:v="urn:schemas-microsoft-com:vml" Requires="v">
                <p:oleObj name="think-cell Slide" r:id="rId10" imgW="349" imgH="350" progId="TCLayout.ActiveDocument.1">
                  <p:embed/>
                </p:oleObj>
              </mc:Choice>
              <mc:Fallback>
                <p:oleObj name="think-cell Slide" r:id="rId10" imgW="349" imgH="350" progId="TCLayout.ActiveDocument.1">
                  <p:embed/>
                  <p:pic>
                    <p:nvPicPr>
                      <p:cNvPr id="10" name="think-cell data - do not delete" hidden="1">
                        <a:extLst>
                          <a:ext uri="{FF2B5EF4-FFF2-40B4-BE49-F238E27FC236}">
                            <a16:creationId xmlns:a16="http://schemas.microsoft.com/office/drawing/2014/main" id="{816494A8-BFF6-04E5-A4A2-020B8041E3D9}"/>
                          </a:ext>
                        </a:extLst>
                      </p:cNvPr>
                      <p:cNvPicPr/>
                      <p:nvPr/>
                    </p:nvPicPr>
                    <p:blipFill>
                      <a:blip r:embed="rId11"/>
                      <a:stretch>
                        <a:fillRect/>
                      </a:stretch>
                    </p:blipFill>
                    <p:spPr>
                      <a:xfrm>
                        <a:off x="1588" y="1588"/>
                        <a:ext cx="1588" cy="1588"/>
                      </a:xfrm>
                      <a:prstGeom prst="rect">
                        <a:avLst/>
                      </a:prstGeom>
                    </p:spPr>
                  </p:pic>
                </p:oleObj>
              </mc:Fallback>
            </mc:AlternateContent>
          </a:graphicData>
        </a:graphic>
      </p:graphicFrame>
      <p:sp>
        <p:nvSpPr>
          <p:cNvPr id="5" name="Title 4">
            <a:extLst>
              <a:ext uri="{FF2B5EF4-FFF2-40B4-BE49-F238E27FC236}">
                <a16:creationId xmlns:a16="http://schemas.microsoft.com/office/drawing/2014/main" id="{83442F60-F4AE-C57A-6E7C-EE6D6E2726E8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 vert="horz" rIns="91440"/>
          <a:lstStyle/>
          <a:p>
            <a:r>
              <a:rPr lang="en-US" dirty="0"/>
              <a:t>Structure, composition: Doughnut</a:t>
            </a:r>
          </a:p>
        </p:txBody>
      </p:sp>
      <p:graphicFrame>
        <p:nvGraphicFramePr>
          <p:cNvPr id="20" name="Chart 19">
            <a:extLst>
              <a:ext uri="{FF2B5EF4-FFF2-40B4-BE49-F238E27FC236}">
                <a16:creationId xmlns:a16="http://schemas.microsoft.com/office/drawing/2014/main" id="{7E2A57C9-8084-F073-6E31-75C9D921C7DD}"/>
              </a:ext>
            </a:extLst>
          </p:cNvPr>
          <p:cNvGraphicFramePr/>
          <p:nvPr>
            <p:custDataLst>
              <p:tags r:id="rId2"/>
            </p:custDataLst>
            <p:extLst>
              <p:ext uri="{D42A27DB-BD31-4B8C-83A1-F6EECF244321}">
                <p14:modId xmlns:p14="http://schemas.microsoft.com/office/powerpoint/2010/main" val="2126007456"/>
              </p:ext>
            </p:extLst>
          </p:nvPr>
        </p:nvGraphicFramePr>
        <p:xfrm>
          <a:off x="325438" y="1587500"/>
          <a:ext cx="4037012" cy="4298950"/>
        </p:xfrm>
        <a:graphic>
          <a:graphicData uri="http://schemas.openxmlformats.org/drawingml/2006/chart">
            <c:chart xmlns:c="http://schemas.openxmlformats.org/drawingml/2006/chart" xmlns:r="http://schemas.openxmlformats.org/officeDocument/2006/relationships" r:id="rId12"/>
          </a:graphicData>
        </a:graphic>
      </p:graphicFrame>
      <p:sp>
        <p:nvSpPr>
          <p:cNvPr id="1036" name="Text Placeholder 2">
            <a:extLst>
              <a:ext uri="{FF2B5EF4-FFF2-40B4-BE49-F238E27FC236}">
                <a16:creationId xmlns:a16="http://schemas.microsoft.com/office/drawing/2014/main" id="{253F5977-368F-6F9E-00E9-5181D38A00E2}"/>
              </a:ext>
            </a:extLst>
          </p:cNvPr>
          <p:cNvSpPr>
            <a:spLocks/>
          </p:cNvSpPr>
          <p:nvPr>
            <p:custDataLst>
              <p:tags r:id="rId3"/>
            </p:custDataLst>
          </p:nvPr>
        </p:nvSpPr>
        <p:spPr bwMode="auto">
          <a:xfrm>
            <a:off x="1658938" y="3260725"/>
            <a:ext cx="1370013" cy="952500"/>
          </a:xfrm>
          <a:prstGeom prst="rect">
            <a:avLst/>
          </a:prstGeom>
          <a:noFill/>
          <a:ln>
            <a:noFill/>
          </a:ln>
          <a:effectLst/>
          <a:extLst>
            <a:ext uri="{909E8E84-426E-40DD-AFC4-6F175D3DCCD1}">
              <a14:hiddenFill xmlns:a14="http://schemas.microsoft.com/office/drawing/2010/main">
                <a:solidFill>
                  <a:schemeClr val="accent1"/>
                </a:solidFill>
              </a14:hiddenFill>
            </a:ext>
          </a:extLst>
        </p:spPr>
        <p:txBody>
          <a:bodyPr vert="horz" wrap="none" lIns="0" tIns="263525" rIns="0" bIns="263525" rtlCol="0" anchor="ctr">
            <a:noAutofit/>
          </a:bodyPr>
          <a:lstStyle>
            <a:lvl1pPr marL="139700" indent="-139700" algn="l" defTabSz="914400" rtl="0" eaLnBrk="1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Font typeface="Arial" panose="020B0604020202020204" pitchFamily="34" charset="0"/>
              <a:buChar char="•"/>
              <a:defRPr sz="16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1pPr>
            <a:lvl2pPr marL="327025" indent="-149225" algn="l" defTabSz="914400" rtl="0" eaLnBrk="1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Font typeface="Arial" panose="020B0604020202020204" pitchFamily="34" charset="0"/>
              <a:buChar char="•"/>
              <a:defRPr sz="16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2pPr>
            <a:lvl3pPr marL="496888" indent="-166688" algn="l" defTabSz="914400" rtl="0" eaLnBrk="1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Font typeface="Arial" panose="020B0604020202020204" pitchFamily="34" charset="0"/>
              <a:buChar char="•"/>
              <a:defRPr sz="16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3pPr>
            <a:lvl4pPr marL="687388" indent="-190500" algn="l" defTabSz="914400" rtl="0" eaLnBrk="1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Font typeface="Arial" panose="020B0604020202020204" pitchFamily="34" charset="0"/>
              <a:buChar char="•"/>
              <a:defRPr sz="16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4pPr>
            <a:lvl5pPr marL="871538" indent="-169863" algn="l" defTabSz="914400" rtl="0" eaLnBrk="1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Font typeface="Arial" panose="020B0604020202020204" pitchFamily="34" charset="0"/>
              <a:buChar char="•"/>
              <a:defRPr sz="16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5pPr>
            <a:lvl6pPr marL="25146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6pPr>
            <a:lvl7pPr marL="29718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7pPr>
            <a:lvl8pPr marL="34290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8pPr>
            <a:lvl9pPr marL="38862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9pPr>
          </a:lstStyle>
          <a:p>
            <a:pPr marL="0" lvl="0" indent="0" algn="ctr">
              <a:spcBef>
                <a:spcPct val="0"/>
              </a:spcBef>
              <a:spcAft>
                <a:spcPct val="0"/>
              </a:spcAft>
              <a:buNone/>
            </a:pPr>
            <a:r>
              <a:rPr lang="en-US" sz="1400" b="1" dirty="0"/>
              <a:t>72% </a:t>
            </a:r>
            <a:br>
              <a:rPr lang="en-US" sz="1400" b="1" dirty="0"/>
            </a:br>
            <a:r>
              <a:rPr lang="en-US" sz="1400" b="1" dirty="0"/>
              <a:t>Blind Spot</a:t>
            </a:r>
          </a:p>
        </p:txBody>
      </p:sp>
      <p:sp>
        <p:nvSpPr>
          <p:cNvPr id="1167" name="Rectangle 1166">
            <a:extLst>
              <a:ext uri="{FF2B5EF4-FFF2-40B4-BE49-F238E27FC236}">
                <a16:creationId xmlns:a16="http://schemas.microsoft.com/office/drawing/2014/main" id="{F1F68E92-F279-2B33-002C-FC29B69F69F7}"/>
              </a:ext>
            </a:extLst>
          </p:cNvPr>
          <p:cNvSpPr/>
          <p:nvPr>
            <p:custDataLst>
              <p:tags r:id="rId4"/>
            </p:custDataLst>
          </p:nvPr>
        </p:nvSpPr>
        <p:spPr bwMode="auto">
          <a:xfrm>
            <a:off x="407988" y="5837238"/>
            <a:ext cx="250825" cy="187325"/>
          </a:xfrm>
          <a:prstGeom prst="rect">
            <a:avLst/>
          </a:prstGeom>
          <a:solidFill>
            <a:srgbClr val="0D9488"/>
          </a:solidFill>
          <a:ln w="9525" cap="flat" cmpd="sng" algn="ctr">
            <a:noFill/>
            <a:prstDash val="solid"/>
            <a:miter lim="800000"/>
            <a:headEnd type="none" w="med" len="med"/>
            <a:tailEnd type="none" w="med" len="med"/>
          </a:ln>
          <a:effectLst/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lIns="36000" tIns="36000" rIns="36000" bIns="36000" rtlCol="0" anchor="ctr"/>
          <a:lstStyle/>
          <a:p>
            <a:pPr algn="ctr"/>
            <a:endParaRPr lang="en-US" sz="1400" err="1">
              <a:solidFill>
                <a:schemeClr val="tx1"/>
              </a:solidFill>
            </a:endParaRPr>
          </a:p>
        </p:txBody>
      </p:sp>
      <p:sp>
        <p:nvSpPr>
          <p:cNvPr id="1128" name="Rectangle 1127">
            <a:extLst>
              <a:ext uri="{FF2B5EF4-FFF2-40B4-BE49-F238E27FC236}">
                <a16:creationId xmlns:a16="http://schemas.microsoft.com/office/drawing/2014/main" id="{0341EAB5-A39A-29B0-A518-5CBD29C9A0F7}"/>
              </a:ext>
            </a:extLst>
          </p:cNvPr>
          <p:cNvSpPr/>
          <p:nvPr>
            <p:custDataLst>
              <p:tags r:id="rId5"/>
            </p:custDataLst>
          </p:nvPr>
        </p:nvSpPr>
        <p:spPr bwMode="auto">
          <a:xfrm>
            <a:off x="407988" y="5573713"/>
            <a:ext cx="250825" cy="187325"/>
          </a:xfrm>
          <a:prstGeom prst="rect">
            <a:avLst/>
          </a:prstGeom>
          <a:solidFill>
            <a:srgbClr val="6B7280"/>
          </a:solidFill>
          <a:ln w="9525" cap="flat" cmpd="sng" algn="ctr">
            <a:noFill/>
            <a:prstDash val="solid"/>
            <a:miter lim="800000"/>
            <a:headEnd type="none" w="med" len="med"/>
            <a:tailEnd type="none" w="med" len="med"/>
          </a:ln>
          <a:effectLst/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lIns="36000" tIns="36000" rIns="36000" bIns="36000" rtlCol="0" anchor="ctr"/>
          <a:lstStyle/>
          <a:p>
            <a:pPr algn="ctr"/>
            <a:endParaRPr lang="en-US" sz="1400" err="1">
              <a:solidFill>
                <a:schemeClr val="tx1"/>
              </a:solidFill>
            </a:endParaRPr>
          </a:p>
        </p:txBody>
      </p:sp>
      <p:sp>
        <p:nvSpPr>
          <p:cNvPr id="1164" name="Text Placeholder 2">
            <a:extLst>
              <a:ext uri="{FF2B5EF4-FFF2-40B4-BE49-F238E27FC236}">
                <a16:creationId xmlns:a16="http://schemas.microsoft.com/office/drawing/2014/main" id="{B8175FA2-A919-645B-C456-491E50F1FE5A}"/>
              </a:ext>
            </a:extLst>
          </p:cNvPr>
          <p:cNvSpPr>
            <a:spLocks/>
          </p:cNvSpPr>
          <p:nvPr>
            <p:custDataLst>
              <p:tags r:id="rId6"/>
            </p:custDataLst>
          </p:nvPr>
        </p:nvSpPr>
        <p:spPr bwMode="auto">
          <a:xfrm>
            <a:off x="709613" y="5832475"/>
            <a:ext cx="2012950" cy="212725"/>
          </a:xfrm>
          <a:prstGeom prst="rect">
            <a:avLst/>
          </a:prstGeom>
          <a:noFill/>
          <a:ln>
            <a:noFill/>
          </a:ln>
          <a:effectLst/>
          <a:extLst>
            <a:ext uri="{909E8E84-426E-40DD-AFC4-6F175D3DCCD1}">
              <a14:hiddenFill xmlns:a14="http://schemas.microsoft.com/office/drawing/2010/main">
                <a:solidFill>
                  <a:schemeClr val="accent1"/>
                </a:solidFill>
              </a14:hiddenFill>
            </a:ext>
          </a:extLst>
        </p:spPr>
        <p:txBody>
          <a:bodyPr vert="horz" wrap="none" lIns="0" tIns="0" rIns="0" bIns="0" rtlCol="0" anchor="ctr">
            <a:noAutofit/>
          </a:bodyPr>
          <a:lstStyle>
            <a:lvl1pPr marL="139700" indent="-139700" algn="l" defTabSz="914400" rtl="0" eaLnBrk="1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Font typeface="Arial" panose="020B0604020202020204" pitchFamily="34" charset="0"/>
              <a:buChar char="•"/>
              <a:defRPr sz="16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1pPr>
            <a:lvl2pPr marL="327025" indent="-149225" algn="l" defTabSz="914400" rtl="0" eaLnBrk="1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Font typeface="Arial" panose="020B0604020202020204" pitchFamily="34" charset="0"/>
              <a:buChar char="•"/>
              <a:defRPr sz="16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2pPr>
            <a:lvl3pPr marL="496888" indent="-166688" algn="l" defTabSz="914400" rtl="0" eaLnBrk="1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Font typeface="Arial" panose="020B0604020202020204" pitchFamily="34" charset="0"/>
              <a:buChar char="•"/>
              <a:defRPr sz="16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3pPr>
            <a:lvl4pPr marL="687388" indent="-190500" algn="l" defTabSz="914400" rtl="0" eaLnBrk="1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Font typeface="Arial" panose="020B0604020202020204" pitchFamily="34" charset="0"/>
              <a:buChar char="•"/>
              <a:defRPr sz="16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4pPr>
            <a:lvl5pPr marL="871538" indent="-169863" algn="l" defTabSz="914400" rtl="0" eaLnBrk="1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Font typeface="Arial" panose="020B0604020202020204" pitchFamily="34" charset="0"/>
              <a:buChar char="•"/>
              <a:defRPr sz="16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5pPr>
            <a:lvl6pPr marL="25146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6pPr>
            <a:lvl7pPr marL="29718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7pPr>
            <a:lvl8pPr marL="34290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8pPr>
            <a:lvl9pPr marL="38862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9pPr>
          </a:lstStyle>
          <a:p>
            <a:pPr marL="0" lvl="0" indent="0">
              <a:spcBef>
                <a:spcPct val="0"/>
              </a:spcBef>
              <a:spcAft>
                <a:spcPct val="0"/>
              </a:spcAft>
              <a:buNone/>
            </a:pPr>
            <a:fld id="{5CDFC25E-8676-4207-84B0-FE0D7F75AC47}" type="datetime'H''''''as'''' UEI - ''C''''an'' ''b''e'' ''''mat''''''c''hed'">
              <a:rPr lang="en-US" altLang="en-US" sz="1400" smtClean="0"/>
              <a:pPr/>
              <a:t>Has UEI - Can be matched</a:t>
            </a:fld>
            <a:endParaRPr lang="en-US" sz="1400" dirty="0">
              <a:sym typeface="Arial" panose="020B0604020202020204" pitchFamily="34" charset="0"/>
            </a:endParaRPr>
          </a:p>
        </p:txBody>
      </p:sp>
      <p:sp>
        <p:nvSpPr>
          <p:cNvPr id="1057" name="Text Placeholder 2">
            <a:extLst>
              <a:ext uri="{FF2B5EF4-FFF2-40B4-BE49-F238E27FC236}">
                <a16:creationId xmlns:a16="http://schemas.microsoft.com/office/drawing/2014/main" id="{A36AD9A7-A470-4248-33C2-9AE6FF8B56DA}"/>
              </a:ext>
            </a:extLst>
          </p:cNvPr>
          <p:cNvSpPr>
            <a:spLocks/>
          </p:cNvSpPr>
          <p:nvPr>
            <p:custDataLst>
              <p:tags r:id="rId7"/>
            </p:custDataLst>
          </p:nvPr>
        </p:nvSpPr>
        <p:spPr bwMode="auto">
          <a:xfrm>
            <a:off x="709613" y="5568950"/>
            <a:ext cx="3074988" cy="212725"/>
          </a:xfrm>
          <a:prstGeom prst="rect">
            <a:avLst/>
          </a:prstGeom>
          <a:noFill/>
          <a:ln>
            <a:noFill/>
          </a:ln>
          <a:effectLst/>
          <a:extLst>
            <a:ext uri="{909E8E84-426E-40DD-AFC4-6F175D3DCCD1}">
              <a14:hiddenFill xmlns:a14="http://schemas.microsoft.com/office/drawing/2010/main">
                <a:solidFill>
                  <a:schemeClr val="accent1"/>
                </a:solidFill>
              </a14:hiddenFill>
            </a:ext>
          </a:extLst>
        </p:spPr>
        <p:txBody>
          <a:bodyPr vert="horz" wrap="none" lIns="0" tIns="0" rIns="0" bIns="0" rtlCol="0" anchor="ctr">
            <a:noAutofit/>
          </a:bodyPr>
          <a:lstStyle>
            <a:lvl1pPr marL="139700" indent="-139700" algn="l" defTabSz="914400" rtl="0" eaLnBrk="1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Font typeface="Arial" panose="020B0604020202020204" pitchFamily="34" charset="0"/>
              <a:buChar char="•"/>
              <a:defRPr sz="16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1pPr>
            <a:lvl2pPr marL="327025" indent="-149225" algn="l" defTabSz="914400" rtl="0" eaLnBrk="1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Font typeface="Arial" panose="020B0604020202020204" pitchFamily="34" charset="0"/>
              <a:buChar char="•"/>
              <a:defRPr sz="16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2pPr>
            <a:lvl3pPr marL="496888" indent="-166688" algn="l" defTabSz="914400" rtl="0" eaLnBrk="1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Font typeface="Arial" panose="020B0604020202020204" pitchFamily="34" charset="0"/>
              <a:buChar char="•"/>
              <a:defRPr sz="16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3pPr>
            <a:lvl4pPr marL="687388" indent="-190500" algn="l" defTabSz="914400" rtl="0" eaLnBrk="1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Font typeface="Arial" panose="020B0604020202020204" pitchFamily="34" charset="0"/>
              <a:buChar char="•"/>
              <a:defRPr sz="16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4pPr>
            <a:lvl5pPr marL="871538" indent="-169863" algn="l" defTabSz="914400" rtl="0" eaLnBrk="1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Font typeface="Arial" panose="020B0604020202020204" pitchFamily="34" charset="0"/>
              <a:buChar char="•"/>
              <a:defRPr sz="16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5pPr>
            <a:lvl6pPr marL="25146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6pPr>
            <a:lvl7pPr marL="29718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7pPr>
            <a:lvl8pPr marL="34290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8pPr>
            <a:lvl9pPr marL="38862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9pPr>
          </a:lstStyle>
          <a:p>
            <a:pPr marL="0" lvl="0" indent="0">
              <a:spcBef>
                <a:spcPct val="0"/>
              </a:spcBef>
              <a:spcAft>
                <a:spcPct val="0"/>
              </a:spcAft>
              <a:buNone/>
            </a:pPr>
            <a:fld id="{E2EE45C9-95F1-4086-BE86-A31DBA867AA0}" type="datetime'''No'''''''' UEI - Cann''ot m''atch to spend''i''ng ''da''ta'">
              <a:rPr lang="en-US" altLang="en-US" sz="1400" smtClean="0"/>
              <a:pPr/>
              <a:t>No UEI - Cannot match to spending data</a:t>
            </a:fld>
            <a:endParaRPr lang="en-US" sz="1400" dirty="0">
              <a:sym typeface="Arial" panose="020B0604020202020204" pitchFamily="34" charset="0"/>
            </a:endParaRPr>
          </a:p>
        </p:txBody>
      </p:sp>
      <p:sp>
        <p:nvSpPr>
          <p:cNvPr id="13" name="Rectangle 18">
            <a:extLst>
              <a:ext uri="{FF2B5EF4-FFF2-40B4-BE49-F238E27FC236}">
                <a16:creationId xmlns:a16="http://schemas.microsoft.com/office/drawing/2014/main" id="{FE259E8D-0773-A8F7-701E-128456079922}"/>
              </a:ext>
            </a:extLst>
          </p:cNvPr>
          <p:cNvSpPr>
            <a:spLocks/>
          </p:cNvSpPr>
          <p:nvPr/>
        </p:nvSpPr>
        <p:spPr>
          <a:xfrm>
            <a:off x="8811106" y="-805994"/>
            <a:ext cx="4575600" cy="1365365"/>
          </a:xfrm>
          <a:prstGeom prst="rect">
            <a:avLst/>
          </a:prstGeom>
          <a:solidFill>
            <a:schemeClr val="bg1">
              <a:lumMod val="95000"/>
            </a:schemeClr>
          </a:solidFill>
          <a:ln w="9525">
            <a:solidFill>
              <a:schemeClr val="tx1"/>
            </a:solidFill>
          </a:ln>
          <a:effectLst>
            <a:outerShdw blurRad="152400" sx="102000" sy="102000" algn="ctr" rotWithShape="0">
              <a:prstClr val="black">
                <a:alpha val="10000"/>
              </a:prstClr>
            </a:outerShdw>
          </a:effectLst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wrap="square" lIns="72000" tIns="36000" rIns="72000" bIns="36000" rtlCol="0" anchor="b">
            <a:spAutoFit/>
          </a:bodyPr>
          <a:lstStyle/>
          <a:p>
            <a:r>
              <a:rPr lang="en-US" sz="1200" u="sng" dirty="0">
                <a:solidFill>
                  <a:schemeClr val="tx1"/>
                </a:solidFill>
              </a:rPr>
              <a:t>This slide contains </a:t>
            </a:r>
            <a:r>
              <a:rPr lang="en-US" sz="1200" b="1" u="sng" dirty="0">
                <a:solidFill>
                  <a:schemeClr val="tx1"/>
                </a:solidFill>
              </a:rPr>
              <a:t>two think-cell doughnut charts</a:t>
            </a:r>
            <a:r>
              <a:rPr lang="en-US" sz="1200" u="sng" dirty="0">
                <a:solidFill>
                  <a:schemeClr val="tx1"/>
                </a:solidFill>
              </a:rPr>
              <a:t>.</a:t>
            </a:r>
          </a:p>
          <a:p>
            <a:pPr marL="140400" indent="-140400">
              <a:buFont typeface="Arial" panose="020B0604020202020204" pitchFamily="34" charset="0"/>
              <a:buChar char="•"/>
            </a:pPr>
            <a:r>
              <a:rPr lang="en-US" sz="1200" dirty="0">
                <a:solidFill>
                  <a:schemeClr val="tx1"/>
                </a:solidFill>
              </a:rPr>
              <a:t>To</a:t>
            </a:r>
            <a:r>
              <a:rPr lang="en-US" sz="1200" b="1" dirty="0">
                <a:solidFill>
                  <a:schemeClr val="tx1"/>
                </a:solidFill>
              </a:rPr>
              <a:t> open a chart's internal datasheet</a:t>
            </a:r>
            <a:r>
              <a:rPr lang="en-US" sz="1200" dirty="0">
                <a:solidFill>
                  <a:schemeClr val="tx1"/>
                </a:solidFill>
              </a:rPr>
              <a:t>, double-click</a:t>
            </a:r>
            <a:r>
              <a:rPr lang="en-US" sz="1200" b="1" dirty="0">
                <a:solidFill>
                  <a:schemeClr val="tx1"/>
                </a:solidFill>
              </a:rPr>
              <a:t> </a:t>
            </a:r>
            <a:r>
              <a:rPr lang="en-US" sz="1200" dirty="0">
                <a:solidFill>
                  <a:schemeClr val="tx1"/>
                </a:solidFill>
              </a:rPr>
              <a:t>any empty space in the chart.</a:t>
            </a:r>
            <a:endParaRPr lang="en-US" sz="1200" dirty="0">
              <a:solidFill>
                <a:schemeClr val="tx1"/>
              </a:solidFill>
              <a:cs typeface="Arial"/>
            </a:endParaRPr>
          </a:p>
          <a:p>
            <a:pPr marL="140400" indent="-140400">
              <a:buFont typeface="Arial" panose="020B0604020202020204" pitchFamily="34" charset="0"/>
              <a:buChar char="•"/>
            </a:pPr>
            <a:r>
              <a:rPr lang="en-US" sz="1200" dirty="0">
                <a:solidFill>
                  <a:schemeClr val="tx1"/>
                </a:solidFill>
              </a:rPr>
              <a:t>To </a:t>
            </a:r>
            <a:r>
              <a:rPr lang="en-US" sz="1200" b="1" dirty="0">
                <a:solidFill>
                  <a:schemeClr val="tx1"/>
                </a:solidFill>
              </a:rPr>
              <a:t>add annotations </a:t>
            </a:r>
            <a:r>
              <a:rPr lang="en-US" sz="1200" dirty="0">
                <a:solidFill>
                  <a:schemeClr val="tx1"/>
                </a:solidFill>
              </a:rPr>
              <a:t>(e.g., labels),</a:t>
            </a:r>
            <a:r>
              <a:rPr lang="en-US" sz="1200" b="1" dirty="0">
                <a:solidFill>
                  <a:schemeClr val="tx1"/>
                </a:solidFill>
              </a:rPr>
              <a:t> </a:t>
            </a:r>
            <a:r>
              <a:rPr lang="en-US" sz="1200" dirty="0">
                <a:solidFill>
                  <a:schemeClr val="tx1"/>
                </a:solidFill>
              </a:rPr>
              <a:t>right-click the chart or a chart feature to open the context menu.</a:t>
            </a:r>
            <a:endParaRPr lang="en-US" sz="1200" dirty="0">
              <a:solidFill>
                <a:schemeClr val="tx1"/>
              </a:solidFill>
              <a:cs typeface="Arial"/>
            </a:endParaRPr>
          </a:p>
          <a:p>
            <a:pPr marL="140400" indent="-140400">
              <a:buFont typeface="Arial" panose="020B0604020202020204" pitchFamily="34" charset="0"/>
              <a:buChar char="•"/>
            </a:pPr>
            <a:r>
              <a:rPr lang="en-US" sz="1200" dirty="0">
                <a:solidFill>
                  <a:schemeClr val="tx1"/>
                </a:solidFill>
              </a:rPr>
              <a:t>To </a:t>
            </a:r>
            <a:r>
              <a:rPr lang="en-US" sz="1200" b="1" dirty="0">
                <a:solidFill>
                  <a:schemeClr val="tx1"/>
                </a:solidFill>
              </a:rPr>
              <a:t>change the style and formatting</a:t>
            </a:r>
            <a:r>
              <a:rPr lang="en-US" sz="1200" dirty="0">
                <a:solidFill>
                  <a:schemeClr val="tx1"/>
                </a:solidFill>
              </a:rPr>
              <a:t> of a chart or a feature,</a:t>
            </a:r>
            <a:r>
              <a:rPr lang="en-US" sz="1200" b="1" dirty="0">
                <a:solidFill>
                  <a:schemeClr val="tx1"/>
                </a:solidFill>
              </a:rPr>
              <a:t> </a:t>
            </a:r>
            <a:r>
              <a:rPr lang="en-US" sz="1200" dirty="0">
                <a:solidFill>
                  <a:schemeClr val="tx1"/>
                </a:solidFill>
              </a:rPr>
              <a:t>click the chart or feature to open the mini toolbar.</a:t>
            </a:r>
            <a:endParaRPr lang="en-US" sz="1200" dirty="0">
              <a:solidFill>
                <a:schemeClr val="tx1"/>
              </a:solidFill>
              <a:cs typeface="Arial"/>
            </a:endParaRPr>
          </a:p>
        </p:txBody>
      </p:sp>
      <p:sp>
        <p:nvSpPr>
          <p:cNvPr id="19" name="tc_columnhead">
            <a:extLst>
              <a:ext uri="{FF2B5EF4-FFF2-40B4-BE49-F238E27FC236}">
                <a16:creationId xmlns:a16="http://schemas.microsoft.com/office/drawing/2014/main" id="{18D26D26-A1C6-98D9-C94C-10DB39BFC980}"/>
              </a:ext>
            </a:extLst>
          </p:cNvPr>
          <p:cNvSpPr txBox="1">
            <a:spLocks/>
          </p:cNvSpPr>
          <p:nvPr/>
        </p:nvSpPr>
        <p:spPr>
          <a:xfrm>
            <a:off x="8455234" y="1557338"/>
            <a:ext cx="3365818" cy="282573"/>
          </a:xfrm>
          <a:prstGeom prst="leftRightArrow">
            <a:avLst>
              <a:gd name="adj1" fmla="val 100000"/>
              <a:gd name="adj2" fmla="val 0"/>
            </a:avLst>
          </a:prstGeom>
        </p:spPr>
        <p:txBody>
          <a:bodyPr vert="horz" wrap="square" lIns="0" tIns="0" rIns="0" bIns="36000" rtlCol="0" anchor="b">
            <a:spAutoFit/>
          </a:bodyPr>
          <a:lstStyle>
            <a:lvl1pPr marL="0" indent="0" algn="l" defTabSz="914400" rtl="0" eaLnBrk="1" latinLnBrk="0" hangingPunct="1">
              <a:lnSpc>
                <a:spcPct val="100000"/>
              </a:lnSpc>
              <a:spcBef>
                <a:spcPts val="0"/>
              </a:spcBef>
              <a:spcAft>
                <a:spcPts val="110"/>
              </a:spcAft>
              <a:buFont typeface="Arial" panose="020B0604020202020204" pitchFamily="34" charset="0"/>
              <a:buNone/>
              <a:defRPr sz="1800" b="1" kern="1200">
                <a:solidFill>
                  <a:schemeClr val="accent1"/>
                </a:solidFill>
                <a:latin typeface="+mn-lt"/>
                <a:ea typeface="+mn-ea"/>
                <a:cs typeface="+mn-cs"/>
              </a:defRPr>
            </a:lvl1pPr>
            <a:lvl2pPr marL="466725" indent="-222250" algn="l" defTabSz="914400" rtl="0" eaLnBrk="1" latinLnBrk="0" hangingPunct="1">
              <a:lnSpc>
                <a:spcPct val="100000"/>
              </a:lnSpc>
              <a:spcBef>
                <a:spcPts val="0"/>
              </a:spcBef>
              <a:spcAft>
                <a:spcPts val="110"/>
              </a:spcAft>
              <a:buFont typeface="Symbol" panose="05050102010706020507" pitchFamily="18" charset="2"/>
              <a:buChar char="-"/>
              <a:defRPr sz="16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2pPr>
            <a:lvl3pPr marL="720725" indent="-217488" algn="l" defTabSz="914400" rtl="0" eaLnBrk="1" latinLnBrk="0" hangingPunct="1">
              <a:lnSpc>
                <a:spcPct val="100000"/>
              </a:lnSpc>
              <a:spcBef>
                <a:spcPts val="0"/>
              </a:spcBef>
              <a:spcAft>
                <a:spcPts val="110"/>
              </a:spcAft>
              <a:buFont typeface="Arial" panose="020B0604020202020204" pitchFamily="34" charset="0"/>
              <a:buChar char="•"/>
              <a:defRPr sz="16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3pPr>
            <a:lvl4pPr marL="900113" indent="-193675" algn="l" defTabSz="914400" rtl="0" eaLnBrk="1" latinLnBrk="0" hangingPunct="1">
              <a:lnSpc>
                <a:spcPct val="100000"/>
              </a:lnSpc>
              <a:spcBef>
                <a:spcPts val="0"/>
              </a:spcBef>
              <a:spcAft>
                <a:spcPts val="110"/>
              </a:spcAft>
              <a:buFont typeface="Arial" panose="020B0604020202020204" pitchFamily="34" charset="0"/>
              <a:buChar char="•"/>
              <a:defRPr sz="16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4pPr>
            <a:lvl5pPr marL="1136650" indent="-185738" algn="l" defTabSz="914400" rtl="0" eaLnBrk="1" latinLnBrk="0" hangingPunct="1">
              <a:lnSpc>
                <a:spcPct val="100000"/>
              </a:lnSpc>
              <a:spcBef>
                <a:spcPts val="0"/>
              </a:spcBef>
              <a:spcAft>
                <a:spcPts val="110"/>
              </a:spcAft>
              <a:buFont typeface="Arial" panose="020B0604020202020204" pitchFamily="34" charset="0"/>
              <a:buChar char="•"/>
              <a:defRPr sz="16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5pPr>
            <a:lvl6pPr marL="25146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6pPr>
            <a:lvl7pPr marL="29718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7pPr>
            <a:lvl8pPr marL="34290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8pPr>
            <a:lvl9pPr marL="38862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9pPr>
          </a:lstStyle>
          <a:p>
            <a:r>
              <a:rPr lang="en-US" sz="1600">
                <a:solidFill>
                  <a:schemeClr val="tx1"/>
                </a:solidFill>
              </a:rPr>
              <a:t>Comments</a:t>
            </a:r>
          </a:p>
        </p:txBody>
      </p:sp>
      <p:cxnSp>
        <p:nvCxnSpPr>
          <p:cNvPr id="22" name="tc_columnheadline">
            <a:extLst>
              <a:ext uri="{FF2B5EF4-FFF2-40B4-BE49-F238E27FC236}">
                <a16:creationId xmlns:a16="http://schemas.microsoft.com/office/drawing/2014/main" id="{ED3A3CD2-07C5-6EE4-A690-96CBD6B9C1A8}"/>
              </a:ext>
            </a:extLst>
          </p:cNvPr>
          <p:cNvCxnSpPr>
            <a:cxnSpLocks/>
            <a:stCxn id="19" idx="4"/>
            <a:endCxn id="19" idx="6"/>
          </p:cNvCxnSpPr>
          <p:nvPr/>
        </p:nvCxnSpPr>
        <p:spPr>
          <a:xfrm>
            <a:off x="8455234" y="1839911"/>
            <a:ext cx="3365818" cy="0"/>
          </a:xfrm>
          <a:prstGeom prst="line">
            <a:avLst/>
          </a:prstGeom>
          <a:ln w="19050">
            <a:solidFill>
              <a:schemeClr val="accent1"/>
            </a:solidFill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sp>
        <p:nvSpPr>
          <p:cNvPr id="2" name="Rechteck 137">
            <a:extLst>
              <a:ext uri="{FF2B5EF4-FFF2-40B4-BE49-F238E27FC236}">
                <a16:creationId xmlns:a16="http://schemas.microsoft.com/office/drawing/2014/main" id="{78141B07-B909-CEBA-F139-678426B02DAD}"/>
              </a:ext>
            </a:extLst>
          </p:cNvPr>
          <p:cNvSpPr>
            <a:spLocks/>
          </p:cNvSpPr>
          <p:nvPr/>
        </p:nvSpPr>
        <p:spPr>
          <a:xfrm>
            <a:off x="8455234" y="1916113"/>
            <a:ext cx="3366000" cy="4141786"/>
          </a:xfrm>
          <a:prstGeom prst="rect">
            <a:avLst/>
          </a:prstGeom>
          <a:noFill/>
          <a:ln w="6350"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lIns="0" tIns="0" rIns="0" bIns="0" rtlCol="0" anchor="t"/>
          <a:lstStyle/>
          <a:p>
            <a:pPr>
              <a:spcAft>
                <a:spcPts val="600"/>
              </a:spcAft>
              <a:buClr>
                <a:srgbClr val="000000"/>
              </a:buClr>
            </a:pPr>
            <a:r>
              <a:rPr lang="en-US" sz="1400" b="1" dirty="0">
                <a:solidFill>
                  <a:schemeClr val="accent1"/>
                </a:solidFill>
                <a:sym typeface="Futura"/>
              </a:rPr>
              <a:t>Insert your desired text</a:t>
            </a:r>
          </a:p>
          <a:p>
            <a:pPr marL="139700" lvl="1" indent="-139700">
              <a:spcAft>
                <a:spcPts val="600"/>
              </a:spcAft>
              <a:buFont typeface="Arial" panose="020B0604020202020204" pitchFamily="34" charset="0"/>
              <a:buChar char="•"/>
              <a:defRPr/>
            </a:pPr>
            <a:r>
              <a:rPr lang="en-US" sz="1400" dirty="0">
                <a:solidFill>
                  <a:schemeClr val="tx1"/>
                </a:solidFill>
                <a:sym typeface="Futura"/>
              </a:rPr>
              <a:t>Lorem ipsum dolor sit </a:t>
            </a:r>
            <a:r>
              <a:rPr lang="en-US" sz="1400" dirty="0" err="1">
                <a:solidFill>
                  <a:schemeClr val="tx1"/>
                </a:solidFill>
                <a:sym typeface="Futura"/>
              </a:rPr>
              <a:t>amet</a:t>
            </a:r>
            <a:endParaRPr lang="en-US" sz="1400" dirty="0">
              <a:solidFill>
                <a:schemeClr val="tx1"/>
              </a:solidFill>
              <a:sym typeface="Futura"/>
            </a:endParaRPr>
          </a:p>
          <a:p>
            <a:pPr marL="139700" lvl="1" indent="-139700">
              <a:spcAft>
                <a:spcPts val="600"/>
              </a:spcAft>
              <a:buFont typeface="Arial" panose="020B0604020202020204" pitchFamily="34" charset="0"/>
              <a:buChar char="•"/>
              <a:defRPr/>
            </a:pPr>
            <a:r>
              <a:rPr lang="en-US" sz="1400" dirty="0">
                <a:solidFill>
                  <a:schemeClr val="tx1"/>
                </a:solidFill>
                <a:sym typeface="Futura"/>
              </a:rPr>
              <a:t>Ut </a:t>
            </a:r>
            <a:r>
              <a:rPr lang="en-US" sz="1400" dirty="0" err="1">
                <a:solidFill>
                  <a:schemeClr val="tx1"/>
                </a:solidFill>
                <a:sym typeface="Futura"/>
              </a:rPr>
              <a:t>enim</a:t>
            </a:r>
            <a:r>
              <a:rPr lang="en-US" sz="1400" dirty="0">
                <a:solidFill>
                  <a:schemeClr val="tx1"/>
                </a:solidFill>
                <a:sym typeface="Futura"/>
              </a:rPr>
              <a:t> ad minim </a:t>
            </a:r>
            <a:r>
              <a:rPr lang="en-US" sz="1400" dirty="0" err="1">
                <a:solidFill>
                  <a:schemeClr val="tx1"/>
                </a:solidFill>
                <a:sym typeface="Futura"/>
              </a:rPr>
              <a:t>veniam</a:t>
            </a:r>
            <a:r>
              <a:rPr lang="en-US" sz="1400" dirty="0">
                <a:solidFill>
                  <a:schemeClr val="tx1"/>
                </a:solidFill>
                <a:sym typeface="Futura"/>
              </a:rPr>
              <a:t> </a:t>
            </a:r>
          </a:p>
          <a:p>
            <a:pPr marL="139700" lvl="1" indent="-139700">
              <a:spcAft>
                <a:spcPts val="600"/>
              </a:spcAft>
              <a:buFont typeface="Arial" panose="020B0604020202020204" pitchFamily="34" charset="0"/>
              <a:buChar char="•"/>
              <a:defRPr/>
            </a:pPr>
            <a:r>
              <a:rPr lang="en-US" sz="1400" dirty="0">
                <a:solidFill>
                  <a:schemeClr val="tx1"/>
                </a:solidFill>
                <a:sym typeface="Futura"/>
              </a:rPr>
              <a:t>Quis </a:t>
            </a:r>
            <a:r>
              <a:rPr lang="en-US" sz="1400" dirty="0" err="1">
                <a:solidFill>
                  <a:schemeClr val="tx1"/>
                </a:solidFill>
                <a:sym typeface="Futura"/>
              </a:rPr>
              <a:t>nostrud</a:t>
            </a:r>
            <a:r>
              <a:rPr lang="en-US" sz="1400" dirty="0">
                <a:solidFill>
                  <a:schemeClr val="tx1"/>
                </a:solidFill>
                <a:sym typeface="Futura"/>
              </a:rPr>
              <a:t> exercitation </a:t>
            </a:r>
            <a:r>
              <a:rPr lang="en-US" sz="1400" dirty="0" err="1">
                <a:solidFill>
                  <a:schemeClr val="tx1"/>
                </a:solidFill>
                <a:sym typeface="Futura"/>
              </a:rPr>
              <a:t>ullamco</a:t>
            </a:r>
            <a:endParaRPr lang="en-US" sz="1400" dirty="0">
              <a:solidFill>
                <a:schemeClr val="tx1"/>
              </a:solidFill>
              <a:sym typeface="Futura"/>
            </a:endParaRPr>
          </a:p>
        </p:txBody>
      </p:sp>
    </p:spTree>
    <p:extLst>
      <p:ext uri="{BB962C8B-B14F-4D97-AF65-F5344CB8AC3E}">
        <p14:creationId xmlns:p14="http://schemas.microsoft.com/office/powerpoint/2010/main" val="145553561"/>
      </p:ext>
    </p:extLst>
  </p:cSld>
  <p:clrMapOvr>
    <a:masterClrMapping/>
  </p:clrMapOvr>
</p:sld>
</file>

<file path=ppt/slides/slide4.xml><?xml version="1.0" encoding="utf-8"?>
<p:sld xmlns:a="http://schemas.openxmlformats.org/drawingml/2006/main" xmlns:r="http://schemas.openxmlformats.org/officeDocument/2006/relationships" xmlns:p="http://schemas.openxmlformats.org/presentationml/2006/main" showMasterPhAnim="0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graphicFrame>
        <p:nvGraphicFramePr>
          <p:cNvPr id="10" name="think-cell data - do not delete" hidden="1">
            <a:extLst>
              <a:ext uri="{FF2B5EF4-FFF2-40B4-BE49-F238E27FC236}">
                <a16:creationId xmlns:a16="http://schemas.microsoft.com/office/drawing/2014/main" id="{816494A8-BFF6-04E5-A4A2-020B8041E3D9}"/>
              </a:ext>
            </a:extLst>
          </p:cNvPr>
          <p:cNvGraphicFramePr>
            <a:graphicFrameLocks/>
          </p:cNvGraphicFramePr>
          <p:nvPr>
            <p:custDataLst>
              <p:tags r:id="rId1"/>
            </p:custDataLst>
            <p:extLst>
              <p:ext uri="{D42A27DB-BD31-4B8C-83A1-F6EECF244321}">
                <p14:modId xmlns:p14="http://schemas.microsoft.com/office/powerpoint/2010/main" val="4279099569"/>
              </p:ext>
            </p:extLst>
          </p:nvPr>
        </p:nvGraphicFramePr>
        <p:xfrm>
          <a:off x="1588" y="1588"/>
          <a:ext cx="1588" cy="1588"/>
        </p:xfrm>
        <a:graphic>
          <a:graphicData uri="http://schemas.openxmlformats.org/presentationml/2006/ole">
            <mc:AlternateContent xmlns:mc="http://schemas.openxmlformats.org/markup-compatibility/2006">
              <mc:Choice xmlns:v="urn:schemas-microsoft-com:vml" Requires="v">
                <p:oleObj name="think-cell Slide" r:id="rId16" imgW="349" imgH="350" progId="TCLayout.ActiveDocument.1">
                  <p:embed/>
                </p:oleObj>
              </mc:Choice>
              <mc:Fallback>
                <p:oleObj name="think-cell Slide" r:id="rId16" imgW="349" imgH="350" progId="TCLayout.ActiveDocument.1">
                  <p:embed/>
                  <p:pic>
                    <p:nvPicPr>
                      <p:cNvPr id="10" name="think-cell data - do not delete" hidden="1">
                        <a:extLst>
                          <a:ext uri="{FF2B5EF4-FFF2-40B4-BE49-F238E27FC236}">
                            <a16:creationId xmlns:a16="http://schemas.microsoft.com/office/drawing/2014/main" id="{816494A8-BFF6-04E5-A4A2-020B8041E3D9}"/>
                          </a:ext>
                        </a:extLst>
                      </p:cNvPr>
                      <p:cNvPicPr/>
                      <p:nvPr/>
                    </p:nvPicPr>
                    <p:blipFill>
                      <a:blip r:embed="rId17"/>
                      <a:stretch>
                        <a:fillRect/>
                      </a:stretch>
                    </p:blipFill>
                    <p:spPr>
                      <a:xfrm>
                        <a:off x="1588" y="1588"/>
                        <a:ext cx="1588" cy="1588"/>
                      </a:xfrm>
                      <a:prstGeom prst="rect">
                        <a:avLst/>
                      </a:prstGeom>
                    </p:spPr>
                  </p:pic>
                </p:oleObj>
              </mc:Fallback>
            </mc:AlternateContent>
          </a:graphicData>
        </a:graphic>
      </p:graphicFrame>
      <p:sp>
        <p:nvSpPr>
          <p:cNvPr id="5" name="Title 4">
            <a:extLst>
              <a:ext uri="{FF2B5EF4-FFF2-40B4-BE49-F238E27FC236}">
                <a16:creationId xmlns:a16="http://schemas.microsoft.com/office/drawing/2014/main" id="{83442F60-F4AE-C57A-6E7C-EE6D6E2726E8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 vert="horz" rIns="91440"/>
          <a:lstStyle/>
          <a:p>
            <a:r>
              <a:rPr lang="en-US"/>
              <a:t>Structure, composition: Bar of pie</a:t>
            </a:r>
          </a:p>
        </p:txBody>
      </p:sp>
      <p:sp>
        <p:nvSpPr>
          <p:cNvPr id="8" name="Text Placeholder 15">
            <a:extLst>
              <a:ext uri="{FF2B5EF4-FFF2-40B4-BE49-F238E27FC236}">
                <a16:creationId xmlns:a16="http://schemas.microsoft.com/office/drawing/2014/main" id="{3214EC1C-3C08-9B52-49D0-EA9EF57C3F58}"/>
              </a:ext>
            </a:extLst>
          </p:cNvPr>
          <p:cNvSpPr txBox="1">
            <a:spLocks/>
          </p:cNvSpPr>
          <p:nvPr/>
        </p:nvSpPr>
        <p:spPr>
          <a:xfrm>
            <a:off x="407988" y="6215906"/>
            <a:ext cx="8704306" cy="153888"/>
          </a:xfrm>
          <a:prstGeom prst="rect">
            <a:avLst/>
          </a:prstGeom>
        </p:spPr>
        <p:txBody>
          <a:bodyPr vert="horz" wrap="none" lIns="0" tIns="0" rIns="0" bIns="0" rtlCol="0">
            <a:spAutoFit/>
          </a:bodyPr>
          <a:lstStyle>
            <a:lvl1pPr marL="0" indent="0" algn="l" defTabSz="914400" rtl="0" eaLnBrk="1" latinLnBrk="0" hangingPunct="1">
              <a:lnSpc>
                <a:spcPct val="100000"/>
              </a:lnSpc>
              <a:spcBef>
                <a:spcPts val="0"/>
              </a:spcBef>
              <a:spcAft>
                <a:spcPts val="110"/>
              </a:spcAft>
              <a:buFont typeface="Arial" panose="020B0604020202020204" pitchFamily="34" charset="0"/>
              <a:buNone/>
              <a:defRPr sz="1000" kern="1200">
                <a:solidFill>
                  <a:schemeClr val="accent6"/>
                </a:solidFill>
                <a:latin typeface="+mn-lt"/>
                <a:ea typeface="+mn-ea"/>
                <a:cs typeface="+mn-cs"/>
              </a:defRPr>
            </a:lvl1pPr>
            <a:lvl2pPr marL="466725" indent="-222250" algn="l" defTabSz="914400" rtl="0" eaLnBrk="1" latinLnBrk="0" hangingPunct="1">
              <a:lnSpc>
                <a:spcPct val="100000"/>
              </a:lnSpc>
              <a:spcBef>
                <a:spcPts val="0"/>
              </a:spcBef>
              <a:spcAft>
                <a:spcPts val="110"/>
              </a:spcAft>
              <a:buFont typeface="Symbol" panose="05050102010706020507" pitchFamily="18" charset="2"/>
              <a:buChar char="-"/>
              <a:defRPr sz="1000" kern="1200">
                <a:solidFill>
                  <a:schemeClr val="accent6"/>
                </a:solidFill>
                <a:latin typeface="+mn-lt"/>
                <a:ea typeface="+mn-ea"/>
                <a:cs typeface="+mn-cs"/>
              </a:defRPr>
            </a:lvl2pPr>
            <a:lvl3pPr marL="720725" indent="-217488" algn="l" defTabSz="914400" rtl="0" eaLnBrk="1" latinLnBrk="0" hangingPunct="1">
              <a:lnSpc>
                <a:spcPct val="100000"/>
              </a:lnSpc>
              <a:spcBef>
                <a:spcPts val="0"/>
              </a:spcBef>
              <a:spcAft>
                <a:spcPts val="110"/>
              </a:spcAft>
              <a:buFont typeface="Arial" panose="020B0604020202020204" pitchFamily="34" charset="0"/>
              <a:buChar char="•"/>
              <a:defRPr sz="1000" kern="1200">
                <a:solidFill>
                  <a:schemeClr val="accent6"/>
                </a:solidFill>
                <a:latin typeface="+mn-lt"/>
                <a:ea typeface="+mn-ea"/>
                <a:cs typeface="+mn-cs"/>
              </a:defRPr>
            </a:lvl3pPr>
            <a:lvl4pPr marL="900113" indent="-193675" algn="l" defTabSz="914400" rtl="0" eaLnBrk="1" latinLnBrk="0" hangingPunct="1">
              <a:lnSpc>
                <a:spcPct val="100000"/>
              </a:lnSpc>
              <a:spcBef>
                <a:spcPts val="0"/>
              </a:spcBef>
              <a:spcAft>
                <a:spcPts val="110"/>
              </a:spcAft>
              <a:buFont typeface="Arial" panose="020B0604020202020204" pitchFamily="34" charset="0"/>
              <a:buChar char="•"/>
              <a:defRPr sz="1000" kern="1200">
                <a:solidFill>
                  <a:schemeClr val="accent6"/>
                </a:solidFill>
                <a:latin typeface="+mn-lt"/>
                <a:ea typeface="+mn-ea"/>
                <a:cs typeface="+mn-cs"/>
              </a:defRPr>
            </a:lvl4pPr>
            <a:lvl5pPr marL="1136650" indent="-185738" algn="l" defTabSz="914400" rtl="0" eaLnBrk="1" latinLnBrk="0" hangingPunct="1">
              <a:lnSpc>
                <a:spcPct val="100000"/>
              </a:lnSpc>
              <a:spcBef>
                <a:spcPts val="0"/>
              </a:spcBef>
              <a:spcAft>
                <a:spcPts val="110"/>
              </a:spcAft>
              <a:buFont typeface="Arial" panose="020B0604020202020204" pitchFamily="34" charset="0"/>
              <a:buChar char="•"/>
              <a:defRPr sz="1000" kern="1200">
                <a:solidFill>
                  <a:schemeClr val="accent6"/>
                </a:solidFill>
                <a:latin typeface="+mn-lt"/>
                <a:ea typeface="+mn-ea"/>
                <a:cs typeface="+mn-cs"/>
              </a:defRPr>
            </a:lvl5pPr>
            <a:lvl6pPr marL="25146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6pPr>
            <a:lvl7pPr marL="29718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7pPr>
            <a:lvl8pPr marL="34290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8pPr>
            <a:lvl9pPr marL="38862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9pPr>
          </a:lstStyle>
          <a:p>
            <a:pPr>
              <a:defRPr/>
            </a:pPr>
            <a:r>
              <a:rPr lang="en-US">
                <a:solidFill>
                  <a:schemeClr val="tx2"/>
                </a:solidFill>
              </a:rPr>
              <a:t>Keywords: </a:t>
            </a:r>
            <a:r>
              <a:rPr lang="fr-FR">
                <a:solidFill>
                  <a:schemeClr val="tx2"/>
                </a:solidFill>
              </a:rPr>
              <a:t>think-cell, chart, charts, graph, graphs, percent, percentage, doughnut, doughnuts, donut, donuts, pies, percent, percentage, bar of pie, comment</a:t>
            </a:r>
          </a:p>
        </p:txBody>
      </p:sp>
      <p:graphicFrame>
        <p:nvGraphicFramePr>
          <p:cNvPr id="12" name="Chart 11">
            <a:extLst>
              <a:ext uri="{FF2B5EF4-FFF2-40B4-BE49-F238E27FC236}">
                <a16:creationId xmlns:a16="http://schemas.microsoft.com/office/drawing/2014/main" id="{003FEC98-A692-ADF5-581C-826EE1A7FEC0}"/>
              </a:ext>
            </a:extLst>
          </p:cNvPr>
          <p:cNvGraphicFramePr/>
          <p:nvPr>
            <p:custDataLst>
              <p:tags r:id="rId2"/>
            </p:custDataLst>
            <p:extLst>
              <p:ext uri="{D42A27DB-BD31-4B8C-83A1-F6EECF244321}">
                <p14:modId xmlns:p14="http://schemas.microsoft.com/office/powerpoint/2010/main" val="1721634408"/>
              </p:ext>
            </p:extLst>
          </p:nvPr>
        </p:nvGraphicFramePr>
        <p:xfrm>
          <a:off x="4664075" y="2894013"/>
          <a:ext cx="3159125" cy="2012950"/>
        </p:xfrm>
        <a:graphic>
          <a:graphicData uri="http://schemas.openxmlformats.org/drawingml/2006/chart">
            <c:chart xmlns:c="http://schemas.openxmlformats.org/drawingml/2006/chart" xmlns:r="http://schemas.openxmlformats.org/officeDocument/2006/relationships" r:id="rId18"/>
          </a:graphicData>
        </a:graphic>
      </p:graphicFrame>
      <p:sp>
        <p:nvSpPr>
          <p:cNvPr id="3" name="Text Placeholder 2">
            <a:extLst>
              <a:ext uri="{FF2B5EF4-FFF2-40B4-BE49-F238E27FC236}">
                <a16:creationId xmlns:a16="http://schemas.microsoft.com/office/drawing/2014/main" id="{A36AD9A7-A470-4248-33C2-9AE6FF8B56DA}"/>
              </a:ext>
            </a:extLst>
          </p:cNvPr>
          <p:cNvSpPr>
            <a:spLocks/>
          </p:cNvSpPr>
          <p:nvPr>
            <p:custDataLst>
              <p:tags r:id="rId3"/>
            </p:custDataLst>
          </p:nvPr>
        </p:nvSpPr>
        <p:spPr bwMode="gray">
          <a:xfrm>
            <a:off x="5595938" y="3443288"/>
            <a:ext cx="534988" cy="212725"/>
          </a:xfrm>
          <a:prstGeom prst="rect">
            <a:avLst/>
          </a:prstGeom>
          <a:solidFill>
            <a:schemeClr val="accent4"/>
          </a:solidFill>
          <a:ln>
            <a:noFill/>
          </a:ln>
          <a:effectLst/>
        </p:spPr>
        <p:txBody>
          <a:bodyPr vert="horz" wrap="none" lIns="25400" tIns="0" rIns="25400" bIns="0" rtlCol="0" anchor="ctr">
            <a:noAutofit/>
          </a:bodyPr>
          <a:lstStyle>
            <a:lvl1pPr marL="139700" indent="-139700" algn="l" defTabSz="914400" rtl="0" eaLnBrk="1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Font typeface="Arial" panose="020B0604020202020204" pitchFamily="34" charset="0"/>
              <a:buChar char="•"/>
              <a:defRPr sz="16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1pPr>
            <a:lvl2pPr marL="327025" indent="-149225" algn="l" defTabSz="914400" rtl="0" eaLnBrk="1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Font typeface="Arial" panose="020B0604020202020204" pitchFamily="34" charset="0"/>
              <a:buChar char="•"/>
              <a:defRPr sz="16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2pPr>
            <a:lvl3pPr marL="496888" indent="-166688" algn="l" defTabSz="914400" rtl="0" eaLnBrk="1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Font typeface="Arial" panose="020B0604020202020204" pitchFamily="34" charset="0"/>
              <a:buChar char="•"/>
              <a:defRPr sz="16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3pPr>
            <a:lvl4pPr marL="687388" indent="-190500" algn="l" defTabSz="914400" rtl="0" eaLnBrk="1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Font typeface="Arial" panose="020B0604020202020204" pitchFamily="34" charset="0"/>
              <a:buChar char="•"/>
              <a:defRPr sz="16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4pPr>
            <a:lvl5pPr marL="871538" indent="-169863" algn="l" defTabSz="914400" rtl="0" eaLnBrk="1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Font typeface="Arial" panose="020B0604020202020204" pitchFamily="34" charset="0"/>
              <a:buChar char="•"/>
              <a:defRPr sz="16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5pPr>
            <a:lvl6pPr marL="25146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6pPr>
            <a:lvl7pPr marL="29718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7pPr>
            <a:lvl8pPr marL="34290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8pPr>
            <a:lvl9pPr marL="38862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9pPr>
          </a:lstStyle>
          <a:p>
            <a:pPr marL="0" lvl="0" indent="0" algn="ctr">
              <a:spcBef>
                <a:spcPct val="0"/>
              </a:spcBef>
              <a:spcAft>
                <a:spcPct val="0"/>
              </a:spcAft>
              <a:buNone/>
            </a:pPr>
            <a:fld id="{AD14B2EB-6362-4966-8B92-18450C2C2DD1}" type="datetime'''''''''''2''7''.''''''''''2''''''''''''''''''''''''''''''%'">
              <a:rPr lang="en-US" altLang="en-US" sz="1400" smtClean="0">
                <a:solidFill>
                  <a:schemeClr val="bg1"/>
                </a:solidFill>
                <a:effectLst/>
              </a:rPr>
              <a:pPr marL="0" lvl="0" indent="0" algn="ctr">
                <a:spcBef>
                  <a:spcPct val="0"/>
                </a:spcBef>
                <a:spcAft>
                  <a:spcPct val="0"/>
                </a:spcAft>
                <a:buNone/>
              </a:pPr>
              <a:t>27.2%</a:t>
            </a:fld>
            <a:endParaRPr lang="en-US" sz="1400">
              <a:solidFill>
                <a:schemeClr val="bg1"/>
              </a:solidFill>
            </a:endParaRPr>
          </a:p>
        </p:txBody>
      </p:sp>
      <p:sp>
        <p:nvSpPr>
          <p:cNvPr id="6" name="Text Placeholder 2">
            <a:extLst>
              <a:ext uri="{FF2B5EF4-FFF2-40B4-BE49-F238E27FC236}">
                <a16:creationId xmlns:a16="http://schemas.microsoft.com/office/drawing/2014/main" id="{C3A2058B-715C-94F0-2D6F-5DC2ABD8F6A2}"/>
              </a:ext>
            </a:extLst>
          </p:cNvPr>
          <p:cNvSpPr>
            <a:spLocks/>
          </p:cNvSpPr>
          <p:nvPr>
            <p:custDataLst>
              <p:tags r:id="rId4"/>
            </p:custDataLst>
          </p:nvPr>
        </p:nvSpPr>
        <p:spPr bwMode="auto">
          <a:xfrm>
            <a:off x="6969125" y="3454400"/>
            <a:ext cx="642938" cy="192088"/>
          </a:xfrm>
          <a:prstGeom prst="rect">
            <a:avLst/>
          </a:prstGeom>
          <a:noFill/>
          <a:ln>
            <a:noFill/>
          </a:ln>
          <a:effectLst/>
          <a:extLst>
            <a:ext uri="{909E8E84-426E-40DD-AFC4-6F175D3DCCD1}">
              <a14:hiddenFill xmlns:a14="http://schemas.microsoft.com/office/drawing/2010/main">
                <a:solidFill>
                  <a:schemeClr val="accent1"/>
                </a:solidFill>
              </a14:hiddenFill>
            </a:ext>
          </a:extLst>
        </p:spPr>
        <p:txBody>
          <a:bodyPr vert="horz" wrap="none" lIns="0" tIns="0" rIns="0" bIns="0" numCol="1" spcCol="0" rtlCol="0" anchor="ctr" anchorCtr="0">
            <a:noAutofit/>
          </a:bodyPr>
          <a:lstStyle>
            <a:lvl1pPr marL="228600" indent="-228600" algn="l" defTabSz="914400" rtl="0" eaLnBrk="1" latinLnBrk="0" hangingPunct="1">
              <a:lnSpc>
                <a:spcPct val="90000"/>
              </a:lnSpc>
              <a:spcBef>
                <a:spcPts val="1000"/>
              </a:spcBef>
              <a:buFont typeface="Arial" panose="020B0604020202020204" pitchFamily="34" charset="0"/>
              <a:buChar char="•"/>
              <a:defRPr sz="2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1pPr>
            <a:lvl2pPr marL="6858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24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2pPr>
            <a:lvl3pPr marL="11430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20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3pPr>
            <a:lvl4pPr marL="16002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4pPr>
            <a:lvl5pPr marL="20574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5pPr>
            <a:lvl6pPr marL="25146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6pPr>
            <a:lvl7pPr marL="29718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7pPr>
            <a:lvl8pPr marL="34290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8pPr>
            <a:lvl9pPr marL="38862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9pPr>
          </a:lstStyle>
          <a:p>
            <a:pPr marL="0" indent="0">
              <a:spcBef>
                <a:spcPct val="0"/>
              </a:spcBef>
              <a:spcAft>
                <a:spcPct val="0"/>
              </a:spcAft>
              <a:buNone/>
            </a:pPr>
            <a:fld id="{68654FF2-66BE-4920-B023-139DFF977218}" type="datetime'De''''''s''''''''k''to''''''''''p'''''''''''''''''''''''''''">
              <a:rPr lang="hu-HU" altLang="en-US" sz="1400" smtClean="0"/>
              <a:pPr marL="0" indent="0">
                <a:spcBef>
                  <a:spcPct val="0"/>
                </a:spcBef>
                <a:spcAft>
                  <a:spcPct val="0"/>
                </a:spcAft>
                <a:buNone/>
              </a:pPr>
              <a:t>Desktop</a:t>
            </a:fld>
            <a:endParaRPr lang="hu-HU" sz="1400" dirty="0"/>
          </a:p>
        </p:txBody>
      </p:sp>
      <p:sp>
        <p:nvSpPr>
          <p:cNvPr id="16" name="Text Placeholder 2">
            <a:extLst>
              <a:ext uri="{FF2B5EF4-FFF2-40B4-BE49-F238E27FC236}">
                <a16:creationId xmlns:a16="http://schemas.microsoft.com/office/drawing/2014/main" id="{95292A13-4F89-75DD-E422-2C0CD7B6DA74}"/>
              </a:ext>
            </a:extLst>
          </p:cNvPr>
          <p:cNvSpPr>
            <a:spLocks/>
          </p:cNvSpPr>
          <p:nvPr>
            <p:custDataLst>
              <p:tags r:id="rId5"/>
            </p:custDataLst>
          </p:nvPr>
        </p:nvSpPr>
        <p:spPr bwMode="auto">
          <a:xfrm>
            <a:off x="6969125" y="4154488"/>
            <a:ext cx="541338" cy="192088"/>
          </a:xfrm>
          <a:prstGeom prst="rect">
            <a:avLst/>
          </a:prstGeom>
          <a:noFill/>
          <a:ln>
            <a:noFill/>
          </a:ln>
          <a:effectLst/>
          <a:extLst>
            <a:ext uri="{909E8E84-426E-40DD-AFC4-6F175D3DCCD1}">
              <a14:hiddenFill xmlns:a14="http://schemas.microsoft.com/office/drawing/2010/main">
                <a:solidFill>
                  <a:schemeClr val="accent1"/>
                </a:solidFill>
              </a14:hiddenFill>
            </a:ext>
          </a:extLst>
        </p:spPr>
        <p:txBody>
          <a:bodyPr vert="horz" wrap="none" lIns="0" tIns="0" rIns="0" bIns="0" numCol="1" spcCol="0" rtlCol="0" anchor="ctr" anchorCtr="0">
            <a:noAutofit/>
          </a:bodyPr>
          <a:lstStyle>
            <a:lvl1pPr marL="228600" indent="-228600" algn="l" defTabSz="914400" rtl="0" eaLnBrk="1" latinLnBrk="0" hangingPunct="1">
              <a:lnSpc>
                <a:spcPct val="90000"/>
              </a:lnSpc>
              <a:spcBef>
                <a:spcPts val="1000"/>
              </a:spcBef>
              <a:buFont typeface="Arial" panose="020B0604020202020204" pitchFamily="34" charset="0"/>
              <a:buChar char="•"/>
              <a:defRPr sz="2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1pPr>
            <a:lvl2pPr marL="6858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24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2pPr>
            <a:lvl3pPr marL="11430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20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3pPr>
            <a:lvl4pPr marL="16002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4pPr>
            <a:lvl5pPr marL="20574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5pPr>
            <a:lvl6pPr marL="25146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6pPr>
            <a:lvl7pPr marL="29718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7pPr>
            <a:lvl8pPr marL="34290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8pPr>
            <a:lvl9pPr marL="38862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9pPr>
          </a:lstStyle>
          <a:p>
            <a:pPr marL="0" indent="0">
              <a:spcBef>
                <a:spcPct val="0"/>
              </a:spcBef>
              <a:spcAft>
                <a:spcPct val="0"/>
              </a:spcAft>
              <a:buNone/>
            </a:pPr>
            <a:fld id="{C2FE2E83-41AA-4D2E-8336-84B447C8B579}" type="datetime'L''''''''a''p''''''''''''''''''''''''t''o''''p'''''''''''''''">
              <a:rPr lang="hu-HU" altLang="en-US" sz="1400" smtClean="0"/>
              <a:pPr marL="0" indent="0">
                <a:spcBef>
                  <a:spcPct val="0"/>
                </a:spcBef>
                <a:spcAft>
                  <a:spcPct val="0"/>
                </a:spcAft>
                <a:buNone/>
              </a:pPr>
              <a:t>Laptop</a:t>
            </a:fld>
            <a:endParaRPr lang="hu-HU" sz="1400"/>
          </a:p>
        </p:txBody>
      </p:sp>
      <p:graphicFrame>
        <p:nvGraphicFramePr>
          <p:cNvPr id="28" name="Chart 27">
            <a:extLst>
              <a:ext uri="{FF2B5EF4-FFF2-40B4-BE49-F238E27FC236}">
                <a16:creationId xmlns:a16="http://schemas.microsoft.com/office/drawing/2014/main" id="{94D63933-2619-6569-B95B-F378CC2A1A27}"/>
              </a:ext>
            </a:extLst>
          </p:cNvPr>
          <p:cNvGraphicFramePr/>
          <p:nvPr>
            <p:custDataLst>
              <p:tags r:id="rId6"/>
            </p:custDataLst>
            <p:extLst>
              <p:ext uri="{D42A27DB-BD31-4B8C-83A1-F6EECF244321}">
                <p14:modId xmlns:p14="http://schemas.microsoft.com/office/powerpoint/2010/main" val="1780710766"/>
              </p:ext>
            </p:extLst>
          </p:nvPr>
        </p:nvGraphicFramePr>
        <p:xfrm>
          <a:off x="333375" y="1562100"/>
          <a:ext cx="4976813" cy="4676775"/>
        </p:xfrm>
        <a:graphic>
          <a:graphicData uri="http://schemas.openxmlformats.org/drawingml/2006/chart">
            <c:chart xmlns:c="http://schemas.openxmlformats.org/drawingml/2006/chart" xmlns:r="http://schemas.openxmlformats.org/officeDocument/2006/relationships" r:id="rId19"/>
          </a:graphicData>
        </a:graphic>
      </p:graphicFrame>
      <p:sp>
        <p:nvSpPr>
          <p:cNvPr id="31" name="Text Placeholder 2">
            <a:extLst>
              <a:ext uri="{FF2B5EF4-FFF2-40B4-BE49-F238E27FC236}">
                <a16:creationId xmlns:a16="http://schemas.microsoft.com/office/drawing/2014/main" id="{835F41DC-3EFF-6FBA-8FE8-0A80369C507A}"/>
              </a:ext>
            </a:extLst>
          </p:cNvPr>
          <p:cNvSpPr>
            <a:spLocks/>
          </p:cNvSpPr>
          <p:nvPr>
            <p:custDataLst>
              <p:tags r:id="rId7"/>
            </p:custDataLst>
          </p:nvPr>
        </p:nvSpPr>
        <p:spPr bwMode="auto">
          <a:xfrm>
            <a:off x="4933949" y="3795713"/>
            <a:ext cx="2012950" cy="212725"/>
          </a:xfrm>
          <a:prstGeom prst="rect">
            <a:avLst/>
          </a:prstGeom>
          <a:noFill/>
          <a:ln>
            <a:noFill/>
          </a:ln>
          <a:effectLst/>
          <a:extLst>
            <a:ext uri="{909E8E84-426E-40DD-AFC4-6F175D3DCCD1}">
              <a14:hiddenFill xmlns:a14="http://schemas.microsoft.com/office/drawing/2010/main">
                <a:solidFill>
                  <a:schemeClr val="accent1"/>
                </a:solidFill>
              </a14:hiddenFill>
            </a:ext>
          </a:extLst>
        </p:spPr>
        <p:txBody>
          <a:bodyPr vert="horz" wrap="none" lIns="0" tIns="0" rIns="0" bIns="0" rtlCol="0" anchor="ctr">
            <a:noAutofit/>
          </a:bodyPr>
          <a:lstStyle>
            <a:lvl1pPr marL="139700" indent="-139700" algn="l" defTabSz="914400" rtl="0" eaLnBrk="1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Font typeface="Arial" panose="020B0604020202020204" pitchFamily="34" charset="0"/>
              <a:buChar char="•"/>
              <a:defRPr sz="16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1pPr>
            <a:lvl2pPr marL="327025" indent="-149225" algn="l" defTabSz="914400" rtl="0" eaLnBrk="1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Font typeface="Symbol" panose="05050102010706020507" pitchFamily="18" charset="2"/>
              <a:buChar char="-"/>
              <a:defRPr sz="16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2pPr>
            <a:lvl3pPr marL="496888" indent="-166688" algn="l" defTabSz="914400" rtl="0" eaLnBrk="1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Font typeface="Arial" panose="020B0604020202020204" pitchFamily="34" charset="0"/>
              <a:buChar char="•"/>
              <a:defRPr sz="16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3pPr>
            <a:lvl4pPr marL="687388" indent="-190500" algn="l" defTabSz="914400" rtl="0" eaLnBrk="1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Font typeface="Arial" panose="020B0604020202020204" pitchFamily="34" charset="0"/>
              <a:buChar char="•"/>
              <a:defRPr sz="16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4pPr>
            <a:lvl5pPr marL="871538" indent="-169863" algn="l" defTabSz="914400" rtl="0" eaLnBrk="1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Font typeface="Arial" panose="020B0604020202020204" pitchFamily="34" charset="0"/>
              <a:buChar char="•"/>
              <a:defRPr sz="16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5pPr>
            <a:lvl6pPr marL="25146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6pPr>
            <a:lvl7pPr marL="29718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7pPr>
            <a:lvl8pPr marL="34290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8pPr>
            <a:lvl9pPr marL="38862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9pPr>
          </a:lstStyle>
          <a:p>
            <a:pPr marL="0" lvl="2" indent="0">
              <a:spcBef>
                <a:spcPct val="0"/>
              </a:spcBef>
              <a:spcAft>
                <a:spcPct val="0"/>
              </a:spcAft>
              <a:buNone/>
            </a:pPr>
            <a:fld id="{F843F76C-96A9-4F6F-99AD-9ECF00AAA0F7}" type="datetime'''Ha''''''''s U''EI ''-'' ''C''an'' be ''m''''at''''''che''d'">
              <a:rPr lang="en-GB" altLang="en-US" sz="1400" smtClean="0"/>
              <a:pPr/>
              <a:t>Has UEI - Can be matched</a:t>
            </a:fld>
            <a:endParaRPr lang="en-GB" sz="1400" dirty="0"/>
          </a:p>
        </p:txBody>
      </p:sp>
      <p:sp>
        <p:nvSpPr>
          <p:cNvPr id="32" name="Text Placeholder 2">
            <a:extLst>
              <a:ext uri="{FF2B5EF4-FFF2-40B4-BE49-F238E27FC236}">
                <a16:creationId xmlns:a16="http://schemas.microsoft.com/office/drawing/2014/main" id="{546CC0DE-2F2D-5006-BDC3-54AC9DF8ACEE}"/>
              </a:ext>
            </a:extLst>
          </p:cNvPr>
          <p:cNvSpPr>
            <a:spLocks/>
          </p:cNvSpPr>
          <p:nvPr>
            <p:custDataLst>
              <p:tags r:id="rId8"/>
            </p:custDataLst>
          </p:nvPr>
        </p:nvSpPr>
        <p:spPr bwMode="auto">
          <a:xfrm>
            <a:off x="-2184400" y="3794125"/>
            <a:ext cx="3074988" cy="212725"/>
          </a:xfrm>
          <a:prstGeom prst="rect">
            <a:avLst/>
          </a:prstGeom>
          <a:noFill/>
          <a:ln>
            <a:noFill/>
          </a:ln>
          <a:effectLst/>
          <a:extLst>
            <a:ext uri="{909E8E84-426E-40DD-AFC4-6F175D3DCCD1}">
              <a14:hiddenFill xmlns:a14="http://schemas.microsoft.com/office/drawing/2010/main">
                <a:solidFill>
                  <a:schemeClr val="accent1"/>
                </a:solidFill>
              </a14:hiddenFill>
            </a:ext>
          </a:extLst>
        </p:spPr>
        <p:txBody>
          <a:bodyPr vert="horz" wrap="none" lIns="0" tIns="0" rIns="0" bIns="0" rtlCol="0" anchor="ctr">
            <a:noAutofit/>
          </a:bodyPr>
          <a:lstStyle>
            <a:lvl1pPr marL="139700" indent="-139700" algn="l" defTabSz="914400" rtl="0" eaLnBrk="1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Font typeface="Arial" panose="020B0604020202020204" pitchFamily="34" charset="0"/>
              <a:buChar char="•"/>
              <a:defRPr sz="16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1pPr>
            <a:lvl2pPr marL="327025" indent="-149225" algn="l" defTabSz="914400" rtl="0" eaLnBrk="1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Font typeface="Symbol" panose="05050102010706020507" pitchFamily="18" charset="2"/>
              <a:buChar char="-"/>
              <a:defRPr sz="16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2pPr>
            <a:lvl3pPr marL="496888" indent="-166688" algn="l" defTabSz="914400" rtl="0" eaLnBrk="1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Font typeface="Arial" panose="020B0604020202020204" pitchFamily="34" charset="0"/>
              <a:buChar char="•"/>
              <a:defRPr sz="16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3pPr>
            <a:lvl4pPr marL="687388" indent="-190500" algn="l" defTabSz="914400" rtl="0" eaLnBrk="1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Font typeface="Arial" panose="020B0604020202020204" pitchFamily="34" charset="0"/>
              <a:buChar char="•"/>
              <a:defRPr sz="16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4pPr>
            <a:lvl5pPr marL="871538" indent="-169863" algn="l" defTabSz="914400" rtl="0" eaLnBrk="1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Font typeface="Arial" panose="020B0604020202020204" pitchFamily="34" charset="0"/>
              <a:buChar char="•"/>
              <a:defRPr sz="16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5pPr>
            <a:lvl6pPr marL="25146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6pPr>
            <a:lvl7pPr marL="29718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7pPr>
            <a:lvl8pPr marL="34290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8pPr>
            <a:lvl9pPr marL="38862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9pPr>
          </a:lstStyle>
          <a:p>
            <a:pPr marL="0" lvl="2" indent="0" algn="r">
              <a:spcBef>
                <a:spcPct val="0"/>
              </a:spcBef>
              <a:spcAft>
                <a:spcPct val="0"/>
              </a:spcAft>
              <a:buNone/>
            </a:pPr>
            <a:fld id="{291E8E0E-C367-4FC6-8D26-C70BADAE65AE}" type="datetime'N''o'' UEI - C''a''nn''ot ma''t''c''''h to spending data'''">
              <a:rPr lang="en-GB" altLang="en-US" sz="1400" smtClean="0"/>
              <a:pPr marL="0" lvl="2" indent="0" algn="r">
                <a:spcBef>
                  <a:spcPct val="0"/>
                </a:spcBef>
                <a:spcAft>
                  <a:spcPct val="0"/>
                </a:spcAft>
                <a:buNone/>
              </a:pPr>
              <a:t>No UEI - Cannot match to spending data</a:t>
            </a:fld>
            <a:endParaRPr lang="en-GB" sz="1400" dirty="0"/>
          </a:p>
        </p:txBody>
      </p:sp>
      <p:cxnSp>
        <p:nvCxnSpPr>
          <p:cNvPr id="34" name="Straight Connector 33">
            <a:extLst>
              <a:ext uri="{FF2B5EF4-FFF2-40B4-BE49-F238E27FC236}">
                <a16:creationId xmlns:a16="http://schemas.microsoft.com/office/drawing/2014/main" id="{5EAA49B5-E0B4-D0F2-7B6A-417AF33DAE4E}"/>
              </a:ext>
            </a:extLst>
          </p:cNvPr>
          <p:cNvCxnSpPr>
            <a:cxnSpLocks/>
          </p:cNvCxnSpPr>
          <p:nvPr>
            <p:custDataLst>
              <p:tags r:id="rId9"/>
            </p:custDataLst>
          </p:nvPr>
        </p:nvCxnSpPr>
        <p:spPr bwMode="auto">
          <a:xfrm>
            <a:off x="4216400" y="2462213"/>
            <a:ext cx="1419225" cy="0"/>
          </a:xfrm>
          <a:prstGeom prst="line">
            <a:avLst/>
          </a:prstGeom>
          <a:ln w="6350" cap="flat" cmpd="sng" algn="ctr">
            <a:solidFill>
              <a:schemeClr val="tx1"/>
            </a:solidFill>
            <a:prstDash val="lgDash"/>
            <a:miter lim="800000"/>
            <a:headEnd type="none" w="med" len="med"/>
            <a:tailEnd type="none" w="med" len="med"/>
          </a:ln>
          <a:effectLst/>
        </p:spPr>
        <p:style>
          <a:lnRef idx="1">
            <a:schemeClr val="dk1"/>
          </a:lnRef>
          <a:fillRef idx="0">
            <a:schemeClr val="dk1"/>
          </a:fillRef>
          <a:effectRef idx="0">
            <a:schemeClr val="dk1"/>
          </a:effectRef>
          <a:fontRef idx="minor">
            <a:schemeClr val="tx1"/>
          </a:fontRef>
        </p:style>
      </p:cxnSp>
      <p:cxnSp>
        <p:nvCxnSpPr>
          <p:cNvPr id="35" name="Straight Connector 34">
            <a:extLst>
              <a:ext uri="{FF2B5EF4-FFF2-40B4-BE49-F238E27FC236}">
                <a16:creationId xmlns:a16="http://schemas.microsoft.com/office/drawing/2014/main" id="{1400F3DE-7010-235C-3055-95620D890489}"/>
              </a:ext>
            </a:extLst>
          </p:cNvPr>
          <p:cNvCxnSpPr/>
          <p:nvPr>
            <p:custDataLst>
              <p:tags r:id="rId10"/>
            </p:custDataLst>
          </p:nvPr>
        </p:nvCxnSpPr>
        <p:spPr bwMode="auto">
          <a:xfrm>
            <a:off x="5635625" y="2462213"/>
            <a:ext cx="0" cy="735013"/>
          </a:xfrm>
          <a:prstGeom prst="line">
            <a:avLst/>
          </a:prstGeom>
          <a:ln w="6350" cap="flat" cmpd="sng" algn="ctr">
            <a:solidFill>
              <a:schemeClr val="tx1"/>
            </a:solidFill>
            <a:prstDash val="lgDash"/>
            <a:miter lim="800000"/>
            <a:headEnd type="none" w="med" len="med"/>
            <a:tailEnd type="none" w="med" len="med"/>
          </a:ln>
          <a:effectLst/>
        </p:spPr>
        <p:style>
          <a:lnRef idx="1">
            <a:schemeClr val="dk1"/>
          </a:lnRef>
          <a:fillRef idx="0">
            <a:schemeClr val="dk1"/>
          </a:fillRef>
          <a:effectRef idx="0">
            <a:schemeClr val="dk1"/>
          </a:effectRef>
          <a:fontRef idx="minor">
            <a:schemeClr val="tx1"/>
          </a:fontRef>
        </p:style>
      </p:cxnSp>
      <p:cxnSp>
        <p:nvCxnSpPr>
          <p:cNvPr id="36" name="Straight Connector 35">
            <a:extLst>
              <a:ext uri="{FF2B5EF4-FFF2-40B4-BE49-F238E27FC236}">
                <a16:creationId xmlns:a16="http://schemas.microsoft.com/office/drawing/2014/main" id="{D679CA09-A606-C76B-6C00-8F07721567FA}"/>
              </a:ext>
            </a:extLst>
          </p:cNvPr>
          <p:cNvCxnSpPr>
            <a:cxnSpLocks/>
          </p:cNvCxnSpPr>
          <p:nvPr>
            <p:custDataLst>
              <p:tags r:id="rId11"/>
            </p:custDataLst>
          </p:nvPr>
        </p:nvCxnSpPr>
        <p:spPr bwMode="auto">
          <a:xfrm>
            <a:off x="4195763" y="5359400"/>
            <a:ext cx="1439863" cy="0"/>
          </a:xfrm>
          <a:prstGeom prst="line">
            <a:avLst/>
          </a:prstGeom>
          <a:ln w="6350" cap="flat" cmpd="sng" algn="ctr">
            <a:solidFill>
              <a:schemeClr val="tx1"/>
            </a:solidFill>
            <a:prstDash val="lgDash"/>
            <a:miter lim="800000"/>
            <a:headEnd type="none" w="med" len="med"/>
            <a:tailEnd type="none" w="med" len="med"/>
          </a:ln>
          <a:effectLst/>
        </p:spPr>
        <p:style>
          <a:lnRef idx="1">
            <a:schemeClr val="dk1"/>
          </a:lnRef>
          <a:fillRef idx="0">
            <a:schemeClr val="dk1"/>
          </a:fillRef>
          <a:effectRef idx="0">
            <a:schemeClr val="dk1"/>
          </a:effectRef>
          <a:fontRef idx="minor">
            <a:schemeClr val="tx1"/>
          </a:fontRef>
        </p:style>
      </p:cxnSp>
      <p:cxnSp>
        <p:nvCxnSpPr>
          <p:cNvPr id="37" name="Straight Connector 36">
            <a:extLst>
              <a:ext uri="{FF2B5EF4-FFF2-40B4-BE49-F238E27FC236}">
                <a16:creationId xmlns:a16="http://schemas.microsoft.com/office/drawing/2014/main" id="{2F3200DF-E1CC-7231-00E7-9EE2F55418F6}"/>
              </a:ext>
            </a:extLst>
          </p:cNvPr>
          <p:cNvCxnSpPr/>
          <p:nvPr>
            <p:custDataLst>
              <p:tags r:id="rId12"/>
            </p:custDataLst>
          </p:nvPr>
        </p:nvCxnSpPr>
        <p:spPr bwMode="auto">
          <a:xfrm flipV="1">
            <a:off x="5635625" y="4603751"/>
            <a:ext cx="0" cy="755650"/>
          </a:xfrm>
          <a:prstGeom prst="line">
            <a:avLst/>
          </a:prstGeom>
          <a:ln w="6350" cap="flat" cmpd="sng" algn="ctr">
            <a:solidFill>
              <a:schemeClr val="tx1"/>
            </a:solidFill>
            <a:prstDash val="lgDash"/>
            <a:miter lim="800000"/>
            <a:headEnd type="none" w="med" len="med"/>
            <a:tailEnd type="none" w="med" len="med"/>
          </a:ln>
          <a:effectLst/>
        </p:spPr>
        <p:style>
          <a:lnRef idx="1">
            <a:schemeClr val="dk1"/>
          </a:lnRef>
          <a:fillRef idx="0">
            <a:schemeClr val="dk1"/>
          </a:fillRef>
          <a:effectRef idx="0">
            <a:schemeClr val="dk1"/>
          </a:effectRef>
          <a:fontRef idx="minor">
            <a:schemeClr val="tx1"/>
          </a:fontRef>
        </p:style>
      </p:cxnSp>
      <p:sp>
        <p:nvSpPr>
          <p:cNvPr id="38" name="Text Placeholder 2">
            <a:extLst>
              <a:ext uri="{FF2B5EF4-FFF2-40B4-BE49-F238E27FC236}">
                <a16:creationId xmlns:a16="http://schemas.microsoft.com/office/drawing/2014/main" id="{20D3E4D7-0C14-581F-A927-FE715C271904}"/>
              </a:ext>
            </a:extLst>
          </p:cNvPr>
          <p:cNvSpPr>
            <a:spLocks/>
          </p:cNvSpPr>
          <p:nvPr>
            <p:custDataLst>
              <p:tags r:id="rId13"/>
            </p:custDataLst>
          </p:nvPr>
        </p:nvSpPr>
        <p:spPr bwMode="auto">
          <a:xfrm>
            <a:off x="2165350" y="3465513"/>
            <a:ext cx="1312863" cy="869950"/>
          </a:xfrm>
          <a:prstGeom prst="rect">
            <a:avLst/>
          </a:prstGeom>
          <a:noFill/>
          <a:ln>
            <a:noFill/>
          </a:ln>
          <a:effectLst/>
          <a:extLst>
            <a:ext uri="{909E8E84-426E-40DD-AFC4-6F175D3DCCD1}">
              <a14:hiddenFill xmlns:a14="http://schemas.microsoft.com/office/drawing/2010/main">
                <a:solidFill>
                  <a:schemeClr val="accent1"/>
                </a:solidFill>
              </a14:hiddenFill>
            </a:ext>
          </a:extLst>
        </p:spPr>
        <p:txBody>
          <a:bodyPr vert="horz" wrap="none" lIns="1588" tIns="222250" rIns="0" bIns="222250" rtlCol="0" anchor="ctr">
            <a:noAutofit/>
          </a:bodyPr>
          <a:lstStyle>
            <a:lvl1pPr marL="139700" indent="-139700" algn="l" defTabSz="914400" rtl="0" eaLnBrk="1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Font typeface="Arial" panose="020B0604020202020204" pitchFamily="34" charset="0"/>
              <a:buChar char="•"/>
              <a:defRPr sz="16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1pPr>
            <a:lvl2pPr marL="327025" indent="-149225" algn="l" defTabSz="914400" rtl="0" eaLnBrk="1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Font typeface="Symbol" panose="05050102010706020507" pitchFamily="18" charset="2"/>
              <a:buChar char="-"/>
              <a:defRPr sz="16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2pPr>
            <a:lvl3pPr marL="496888" indent="-166688" algn="l" defTabSz="914400" rtl="0" eaLnBrk="1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Font typeface="Arial" panose="020B0604020202020204" pitchFamily="34" charset="0"/>
              <a:buChar char="•"/>
              <a:defRPr sz="16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3pPr>
            <a:lvl4pPr marL="687388" indent="-190500" algn="l" defTabSz="914400" rtl="0" eaLnBrk="1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Font typeface="Arial" panose="020B0604020202020204" pitchFamily="34" charset="0"/>
              <a:buChar char="•"/>
              <a:defRPr sz="16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4pPr>
            <a:lvl5pPr marL="871538" indent="-169863" algn="l" defTabSz="914400" rtl="0" eaLnBrk="1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Font typeface="Arial" panose="020B0604020202020204" pitchFamily="34" charset="0"/>
              <a:buChar char="•"/>
              <a:defRPr sz="16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5pPr>
            <a:lvl6pPr marL="25146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6pPr>
            <a:lvl7pPr marL="29718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7pPr>
            <a:lvl8pPr marL="34290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8pPr>
            <a:lvl9pPr marL="38862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9pPr>
          </a:lstStyle>
          <a:p>
            <a:pPr marL="0" lvl="2" indent="0" algn="ctr">
              <a:spcBef>
                <a:spcPct val="0"/>
              </a:spcBef>
              <a:spcAft>
                <a:spcPct val="0"/>
              </a:spcAft>
              <a:buNone/>
            </a:pPr>
            <a:fld id="{B4E680CD-BED2-4099-88B3-2391FCFE0A72}" type="datetime'''$''''1''''''00''''''''''''''''''''''''''''''.''''''''0'''''">
              <a:rPr lang="en-GB" altLang="en-US" sz="1400" smtClean="0"/>
              <a:pPr marL="0" lvl="2" indent="0" algn="ctr">
                <a:spcBef>
                  <a:spcPct val="0"/>
                </a:spcBef>
                <a:spcAft>
                  <a:spcPct val="0"/>
                </a:spcAft>
                <a:buNone/>
              </a:pPr>
              <a:t>$100.0</a:t>
            </a:fld>
            <a:endParaRPr lang="en-GB" altLang="en-US" sz="1400" dirty="0"/>
          </a:p>
          <a:p>
            <a:pPr marL="0" lvl="2" indent="0" algn="ctr">
              <a:spcBef>
                <a:spcPct val="0"/>
              </a:spcBef>
              <a:spcAft>
                <a:spcPct val="0"/>
              </a:spcAft>
              <a:buNone/>
            </a:pPr>
            <a:r>
              <a:rPr lang="en-GB" sz="1400" dirty="0"/>
              <a:t>billion USD</a:t>
            </a:r>
          </a:p>
        </p:txBody>
      </p:sp>
      <p:sp>
        <p:nvSpPr>
          <p:cNvPr id="9" name="Rectangle 18">
            <a:extLst>
              <a:ext uri="{FF2B5EF4-FFF2-40B4-BE49-F238E27FC236}">
                <a16:creationId xmlns:a16="http://schemas.microsoft.com/office/drawing/2014/main" id="{BBD54E7E-F9E4-59C7-9917-EF2F7B3A42F4}"/>
              </a:ext>
            </a:extLst>
          </p:cNvPr>
          <p:cNvSpPr>
            <a:spLocks/>
          </p:cNvSpPr>
          <p:nvPr/>
        </p:nvSpPr>
        <p:spPr>
          <a:xfrm>
            <a:off x="8811106" y="-1729323"/>
            <a:ext cx="4575600" cy="2288694"/>
          </a:xfrm>
          <a:prstGeom prst="rect">
            <a:avLst/>
          </a:prstGeom>
          <a:solidFill>
            <a:schemeClr val="bg1">
              <a:lumMod val="95000"/>
            </a:schemeClr>
          </a:solidFill>
          <a:ln w="9525">
            <a:solidFill>
              <a:schemeClr val="tx1"/>
            </a:solidFill>
          </a:ln>
          <a:effectLst>
            <a:outerShdw blurRad="152400" sx="102000" sy="102000" algn="ctr" rotWithShape="0">
              <a:prstClr val="black">
                <a:alpha val="10000"/>
              </a:prstClr>
            </a:outerShdw>
          </a:effectLst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wrap="square" lIns="72000" tIns="36000" rIns="72000" bIns="36000" rtlCol="0" anchor="b">
            <a:spAutoFit/>
          </a:bodyPr>
          <a:lstStyle/>
          <a:p>
            <a:r>
              <a:rPr lang="en-US" sz="1200" u="sng" dirty="0">
                <a:solidFill>
                  <a:schemeClr val="tx1"/>
                </a:solidFill>
              </a:rPr>
              <a:t>This slide contains a </a:t>
            </a:r>
            <a:r>
              <a:rPr lang="en-US" sz="1200" b="1" u="sng" dirty="0">
                <a:solidFill>
                  <a:schemeClr val="tx1"/>
                </a:solidFill>
              </a:rPr>
              <a:t>think-cell doughnut chart and a bar chart</a:t>
            </a:r>
            <a:r>
              <a:rPr lang="en-US" sz="1200" u="sng" dirty="0">
                <a:solidFill>
                  <a:schemeClr val="tx1"/>
                </a:solidFill>
              </a:rPr>
              <a:t>.</a:t>
            </a:r>
          </a:p>
          <a:p>
            <a:r>
              <a:rPr lang="en-US" sz="1200" dirty="0">
                <a:solidFill>
                  <a:schemeClr val="tx1"/>
                </a:solidFill>
                <a:cs typeface="Arial"/>
              </a:rPr>
              <a:t>To </a:t>
            </a:r>
            <a:r>
              <a:rPr lang="en-US" sz="1200" b="1" dirty="0">
                <a:solidFill>
                  <a:schemeClr val="tx1"/>
                </a:solidFill>
                <a:cs typeface="Arial"/>
              </a:rPr>
              <a:t>create a bar of pie chart</a:t>
            </a:r>
            <a:r>
              <a:rPr lang="en-US" sz="1200" dirty="0">
                <a:solidFill>
                  <a:schemeClr val="tx1"/>
                </a:solidFill>
                <a:cs typeface="Arial"/>
              </a:rPr>
              <a:t>, follow these steps:</a:t>
            </a:r>
          </a:p>
          <a:p>
            <a:pPr marL="140400" indent="-140400">
              <a:buFont typeface="Arial"/>
              <a:buChar char="•"/>
            </a:pPr>
            <a:r>
              <a:rPr lang="en-US" sz="1200" dirty="0">
                <a:solidFill>
                  <a:schemeClr val="tx1"/>
                </a:solidFill>
                <a:cs typeface="Arial"/>
              </a:rPr>
              <a:t>Insert a doughnut chart. Pull out the slice you want to connect to the bar chart.</a:t>
            </a:r>
          </a:p>
          <a:p>
            <a:pPr marL="140400" indent="-140400">
              <a:buFont typeface="Arial"/>
              <a:buChar char="•"/>
            </a:pPr>
            <a:r>
              <a:rPr lang="en-US" sz="1200" dirty="0">
                <a:solidFill>
                  <a:schemeClr val="tx1"/>
                </a:solidFill>
                <a:cs typeface="Arial"/>
              </a:rPr>
              <a:t>Insert a stacked bar chart.</a:t>
            </a:r>
          </a:p>
          <a:p>
            <a:pPr marL="140400" indent="-140400">
              <a:buFont typeface="Arial"/>
              <a:buChar char="•"/>
            </a:pPr>
            <a:r>
              <a:rPr lang="en-US" sz="1200" dirty="0">
                <a:solidFill>
                  <a:schemeClr val="tx1"/>
                </a:solidFill>
                <a:cs typeface="Arial"/>
              </a:rPr>
              <a:t>Add universal connectors between the following:</a:t>
            </a:r>
          </a:p>
          <a:p>
            <a:pPr marL="338138" lvl="1" indent="-160338">
              <a:buFont typeface="Symbol" panose="05050102010706020507" pitchFamily="18" charset="2"/>
              <a:buChar char="-"/>
            </a:pPr>
            <a:r>
              <a:rPr lang="en-US" sz="1200" dirty="0">
                <a:solidFill>
                  <a:schemeClr val="tx1"/>
                </a:solidFill>
              </a:rPr>
              <a:t>Top of the slice and top of the bar chart's axis</a:t>
            </a:r>
          </a:p>
          <a:p>
            <a:pPr marL="338138" lvl="1" indent="-160338">
              <a:buFont typeface="Symbol" panose="05050102010706020507" pitchFamily="18" charset="2"/>
              <a:buChar char="-"/>
            </a:pPr>
            <a:r>
              <a:rPr lang="en-US" sz="1200" dirty="0">
                <a:solidFill>
                  <a:schemeClr val="tx1"/>
                </a:solidFill>
              </a:rPr>
              <a:t>Bottom of the slice and bottom of the bar chart's axis</a:t>
            </a:r>
          </a:p>
          <a:p>
            <a:pPr marL="140400" indent="-140400">
              <a:buFont typeface="Arial"/>
              <a:buChar char="•"/>
            </a:pPr>
            <a:r>
              <a:rPr lang="en-US" sz="1200" dirty="0">
                <a:solidFill>
                  <a:schemeClr val="tx1"/>
                </a:solidFill>
                <a:cs typeface="Arial"/>
              </a:rPr>
              <a:t>To create 90-degree lines between the doughnut and bar charts, drag the connectors' white handles.</a:t>
            </a:r>
          </a:p>
          <a:p>
            <a:pPr marL="140400" indent="-140400">
              <a:buFont typeface="Arial"/>
              <a:buChar char="•"/>
            </a:pPr>
            <a:r>
              <a:rPr lang="en-US" sz="1200" dirty="0">
                <a:solidFill>
                  <a:schemeClr val="tx1"/>
                </a:solidFill>
                <a:cs typeface="Arial"/>
              </a:rPr>
              <a:t>Adjust the bar chart's labels as desired. For example, drag the category labels to the ends of the bars.</a:t>
            </a:r>
          </a:p>
        </p:txBody>
      </p:sp>
      <p:sp>
        <p:nvSpPr>
          <p:cNvPr id="4" name="tc_columnhead">
            <a:extLst>
              <a:ext uri="{FF2B5EF4-FFF2-40B4-BE49-F238E27FC236}">
                <a16:creationId xmlns:a16="http://schemas.microsoft.com/office/drawing/2014/main" id="{7E39F408-B38B-7F4A-FDDF-345DE4D95D4E}"/>
              </a:ext>
            </a:extLst>
          </p:cNvPr>
          <p:cNvSpPr txBox="1">
            <a:spLocks/>
          </p:cNvSpPr>
          <p:nvPr/>
        </p:nvSpPr>
        <p:spPr>
          <a:xfrm>
            <a:off x="409052" y="1557338"/>
            <a:ext cx="7745413" cy="282573"/>
          </a:xfrm>
          <a:prstGeom prst="leftRightArrow">
            <a:avLst>
              <a:gd name="adj1" fmla="val 100000"/>
              <a:gd name="adj2" fmla="val 0"/>
            </a:avLst>
          </a:prstGeom>
        </p:spPr>
        <p:txBody>
          <a:bodyPr vert="horz" wrap="square" lIns="0" tIns="0" rIns="0" bIns="36000" rtlCol="0" anchor="b">
            <a:spAutoFit/>
          </a:bodyPr>
          <a:lstStyle>
            <a:lvl1pPr marL="0" indent="0" algn="l" defTabSz="914400" rtl="0" eaLnBrk="1" latinLnBrk="0" hangingPunct="1">
              <a:lnSpc>
                <a:spcPct val="100000"/>
              </a:lnSpc>
              <a:spcBef>
                <a:spcPts val="0"/>
              </a:spcBef>
              <a:spcAft>
                <a:spcPts val="110"/>
              </a:spcAft>
              <a:buFont typeface="Arial" panose="020B0604020202020204" pitchFamily="34" charset="0"/>
              <a:buNone/>
              <a:defRPr sz="1800" b="1" kern="1200">
                <a:solidFill>
                  <a:schemeClr val="accent1"/>
                </a:solidFill>
                <a:latin typeface="+mn-lt"/>
                <a:ea typeface="+mn-ea"/>
                <a:cs typeface="+mn-cs"/>
              </a:defRPr>
            </a:lvl1pPr>
            <a:lvl2pPr marL="466725" indent="-222250" algn="l" defTabSz="914400" rtl="0" eaLnBrk="1" latinLnBrk="0" hangingPunct="1">
              <a:lnSpc>
                <a:spcPct val="100000"/>
              </a:lnSpc>
              <a:spcBef>
                <a:spcPts val="0"/>
              </a:spcBef>
              <a:spcAft>
                <a:spcPts val="110"/>
              </a:spcAft>
              <a:buFont typeface="Symbol" panose="05050102010706020507" pitchFamily="18" charset="2"/>
              <a:buChar char="-"/>
              <a:defRPr sz="16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2pPr>
            <a:lvl3pPr marL="720725" indent="-217488" algn="l" defTabSz="914400" rtl="0" eaLnBrk="1" latinLnBrk="0" hangingPunct="1">
              <a:lnSpc>
                <a:spcPct val="100000"/>
              </a:lnSpc>
              <a:spcBef>
                <a:spcPts val="0"/>
              </a:spcBef>
              <a:spcAft>
                <a:spcPts val="110"/>
              </a:spcAft>
              <a:buFont typeface="Arial" panose="020B0604020202020204" pitchFamily="34" charset="0"/>
              <a:buChar char="•"/>
              <a:defRPr sz="16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3pPr>
            <a:lvl4pPr marL="900113" indent="-193675" algn="l" defTabSz="914400" rtl="0" eaLnBrk="1" latinLnBrk="0" hangingPunct="1">
              <a:lnSpc>
                <a:spcPct val="100000"/>
              </a:lnSpc>
              <a:spcBef>
                <a:spcPts val="0"/>
              </a:spcBef>
              <a:spcAft>
                <a:spcPts val="110"/>
              </a:spcAft>
              <a:buFont typeface="Arial" panose="020B0604020202020204" pitchFamily="34" charset="0"/>
              <a:buChar char="•"/>
              <a:defRPr sz="16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4pPr>
            <a:lvl5pPr marL="1136650" indent="-185738" algn="l" defTabSz="914400" rtl="0" eaLnBrk="1" latinLnBrk="0" hangingPunct="1">
              <a:lnSpc>
                <a:spcPct val="100000"/>
              </a:lnSpc>
              <a:spcBef>
                <a:spcPts val="0"/>
              </a:spcBef>
              <a:spcAft>
                <a:spcPts val="110"/>
              </a:spcAft>
              <a:buFont typeface="Arial" panose="020B0604020202020204" pitchFamily="34" charset="0"/>
              <a:buChar char="•"/>
              <a:defRPr sz="16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5pPr>
            <a:lvl6pPr marL="25146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6pPr>
            <a:lvl7pPr marL="29718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7pPr>
            <a:lvl8pPr marL="34290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8pPr>
            <a:lvl9pPr marL="38862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9pPr>
          </a:lstStyle>
          <a:p>
            <a:r>
              <a:rPr lang="da-DK" sz="1600" dirty="0">
                <a:solidFill>
                  <a:schemeClr val="tx1"/>
                </a:solidFill>
              </a:rPr>
              <a:t>Insert chart title here</a:t>
            </a:r>
            <a:endParaRPr lang="en-US" sz="1600" dirty="0">
              <a:solidFill>
                <a:schemeClr val="tx1"/>
              </a:solidFill>
            </a:endParaRPr>
          </a:p>
        </p:txBody>
      </p:sp>
      <p:cxnSp>
        <p:nvCxnSpPr>
          <p:cNvPr id="7" name="tc_columnheadline">
            <a:extLst>
              <a:ext uri="{FF2B5EF4-FFF2-40B4-BE49-F238E27FC236}">
                <a16:creationId xmlns:a16="http://schemas.microsoft.com/office/drawing/2014/main" id="{00A7C7C7-323D-1B3B-BFD9-A40CB4215006}"/>
              </a:ext>
            </a:extLst>
          </p:cNvPr>
          <p:cNvCxnSpPr>
            <a:cxnSpLocks/>
            <a:stCxn id="4" idx="4"/>
            <a:endCxn id="4" idx="6"/>
          </p:cNvCxnSpPr>
          <p:nvPr/>
        </p:nvCxnSpPr>
        <p:spPr>
          <a:xfrm>
            <a:off x="409052" y="1839911"/>
            <a:ext cx="7745413" cy="0"/>
          </a:xfrm>
          <a:prstGeom prst="line">
            <a:avLst/>
          </a:prstGeom>
          <a:ln w="19050">
            <a:solidFill>
              <a:schemeClr val="accent1"/>
            </a:solidFill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sp>
        <p:nvSpPr>
          <p:cNvPr id="19" name="tc_columnhead">
            <a:extLst>
              <a:ext uri="{FF2B5EF4-FFF2-40B4-BE49-F238E27FC236}">
                <a16:creationId xmlns:a16="http://schemas.microsoft.com/office/drawing/2014/main" id="{F34F5736-ADA7-6AD8-1EB3-F66B26D3F2CF}"/>
              </a:ext>
            </a:extLst>
          </p:cNvPr>
          <p:cNvSpPr txBox="1">
            <a:spLocks/>
          </p:cNvSpPr>
          <p:nvPr/>
        </p:nvSpPr>
        <p:spPr>
          <a:xfrm>
            <a:off x="8455234" y="1557338"/>
            <a:ext cx="3365818" cy="282573"/>
          </a:xfrm>
          <a:prstGeom prst="leftRightArrow">
            <a:avLst>
              <a:gd name="adj1" fmla="val 100000"/>
              <a:gd name="adj2" fmla="val 0"/>
            </a:avLst>
          </a:prstGeom>
        </p:spPr>
        <p:txBody>
          <a:bodyPr vert="horz" wrap="square" lIns="0" tIns="0" rIns="0" bIns="36000" rtlCol="0" anchor="b">
            <a:spAutoFit/>
          </a:bodyPr>
          <a:lstStyle>
            <a:lvl1pPr marL="0" indent="0" algn="l" defTabSz="914400" rtl="0" eaLnBrk="1" latinLnBrk="0" hangingPunct="1">
              <a:lnSpc>
                <a:spcPct val="100000"/>
              </a:lnSpc>
              <a:spcBef>
                <a:spcPts val="0"/>
              </a:spcBef>
              <a:spcAft>
                <a:spcPts val="110"/>
              </a:spcAft>
              <a:buFont typeface="Arial" panose="020B0604020202020204" pitchFamily="34" charset="0"/>
              <a:buNone/>
              <a:defRPr sz="1800" b="1" kern="1200">
                <a:solidFill>
                  <a:schemeClr val="accent1"/>
                </a:solidFill>
                <a:latin typeface="+mn-lt"/>
                <a:ea typeface="+mn-ea"/>
                <a:cs typeface="+mn-cs"/>
              </a:defRPr>
            </a:lvl1pPr>
            <a:lvl2pPr marL="466725" indent="-222250" algn="l" defTabSz="914400" rtl="0" eaLnBrk="1" latinLnBrk="0" hangingPunct="1">
              <a:lnSpc>
                <a:spcPct val="100000"/>
              </a:lnSpc>
              <a:spcBef>
                <a:spcPts val="0"/>
              </a:spcBef>
              <a:spcAft>
                <a:spcPts val="110"/>
              </a:spcAft>
              <a:buFont typeface="Symbol" panose="05050102010706020507" pitchFamily="18" charset="2"/>
              <a:buChar char="-"/>
              <a:defRPr sz="16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2pPr>
            <a:lvl3pPr marL="720725" indent="-217488" algn="l" defTabSz="914400" rtl="0" eaLnBrk="1" latinLnBrk="0" hangingPunct="1">
              <a:lnSpc>
                <a:spcPct val="100000"/>
              </a:lnSpc>
              <a:spcBef>
                <a:spcPts val="0"/>
              </a:spcBef>
              <a:spcAft>
                <a:spcPts val="110"/>
              </a:spcAft>
              <a:buFont typeface="Arial" panose="020B0604020202020204" pitchFamily="34" charset="0"/>
              <a:buChar char="•"/>
              <a:defRPr sz="16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3pPr>
            <a:lvl4pPr marL="900113" indent="-193675" algn="l" defTabSz="914400" rtl="0" eaLnBrk="1" latinLnBrk="0" hangingPunct="1">
              <a:lnSpc>
                <a:spcPct val="100000"/>
              </a:lnSpc>
              <a:spcBef>
                <a:spcPts val="0"/>
              </a:spcBef>
              <a:spcAft>
                <a:spcPts val="110"/>
              </a:spcAft>
              <a:buFont typeface="Arial" panose="020B0604020202020204" pitchFamily="34" charset="0"/>
              <a:buChar char="•"/>
              <a:defRPr sz="16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4pPr>
            <a:lvl5pPr marL="1136650" indent="-185738" algn="l" defTabSz="914400" rtl="0" eaLnBrk="1" latinLnBrk="0" hangingPunct="1">
              <a:lnSpc>
                <a:spcPct val="100000"/>
              </a:lnSpc>
              <a:spcBef>
                <a:spcPts val="0"/>
              </a:spcBef>
              <a:spcAft>
                <a:spcPts val="110"/>
              </a:spcAft>
              <a:buFont typeface="Arial" panose="020B0604020202020204" pitchFamily="34" charset="0"/>
              <a:buChar char="•"/>
              <a:defRPr sz="16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5pPr>
            <a:lvl6pPr marL="25146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6pPr>
            <a:lvl7pPr marL="29718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7pPr>
            <a:lvl8pPr marL="34290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8pPr>
            <a:lvl9pPr marL="38862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9pPr>
          </a:lstStyle>
          <a:p>
            <a:r>
              <a:rPr lang="en-US" sz="1600">
                <a:solidFill>
                  <a:schemeClr val="tx1"/>
                </a:solidFill>
              </a:rPr>
              <a:t>Comments</a:t>
            </a:r>
          </a:p>
        </p:txBody>
      </p:sp>
      <p:cxnSp>
        <p:nvCxnSpPr>
          <p:cNvPr id="20" name="tc_columnheadline">
            <a:extLst>
              <a:ext uri="{FF2B5EF4-FFF2-40B4-BE49-F238E27FC236}">
                <a16:creationId xmlns:a16="http://schemas.microsoft.com/office/drawing/2014/main" id="{43D6E22F-0965-A7A8-54A6-B2EE3E83F2C1}"/>
              </a:ext>
            </a:extLst>
          </p:cNvPr>
          <p:cNvCxnSpPr>
            <a:cxnSpLocks/>
            <a:stCxn id="19" idx="4"/>
            <a:endCxn id="19" idx="6"/>
          </p:cNvCxnSpPr>
          <p:nvPr/>
        </p:nvCxnSpPr>
        <p:spPr>
          <a:xfrm>
            <a:off x="8455234" y="1839911"/>
            <a:ext cx="3365818" cy="0"/>
          </a:xfrm>
          <a:prstGeom prst="line">
            <a:avLst/>
          </a:prstGeom>
          <a:ln w="19050">
            <a:solidFill>
              <a:schemeClr val="accent1"/>
            </a:solidFill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sp>
        <p:nvSpPr>
          <p:cNvPr id="2" name="Rechteck 137">
            <a:extLst>
              <a:ext uri="{FF2B5EF4-FFF2-40B4-BE49-F238E27FC236}">
                <a16:creationId xmlns:a16="http://schemas.microsoft.com/office/drawing/2014/main" id="{9EFA9157-73BD-4754-A1F7-CB2ABF9E78DC}"/>
              </a:ext>
            </a:extLst>
          </p:cNvPr>
          <p:cNvSpPr>
            <a:spLocks/>
          </p:cNvSpPr>
          <p:nvPr/>
        </p:nvSpPr>
        <p:spPr>
          <a:xfrm>
            <a:off x="8455234" y="1916113"/>
            <a:ext cx="3366000" cy="4141786"/>
          </a:xfrm>
          <a:prstGeom prst="rect">
            <a:avLst/>
          </a:prstGeom>
          <a:noFill/>
          <a:ln w="6350"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lIns="0" tIns="0" rIns="0" bIns="0" rtlCol="0" anchor="t"/>
          <a:lstStyle/>
          <a:p>
            <a:pPr>
              <a:spcAft>
                <a:spcPts val="600"/>
              </a:spcAft>
              <a:buClr>
                <a:srgbClr val="000000"/>
              </a:buClr>
            </a:pPr>
            <a:r>
              <a:rPr lang="en-US" sz="1400" b="1" dirty="0">
                <a:solidFill>
                  <a:schemeClr val="accent1"/>
                </a:solidFill>
                <a:sym typeface="Futura"/>
              </a:rPr>
              <a:t>Insert your desired text</a:t>
            </a:r>
          </a:p>
          <a:p>
            <a:pPr marL="139700" lvl="1" indent="-139700">
              <a:spcAft>
                <a:spcPts val="600"/>
              </a:spcAft>
              <a:buFont typeface="Arial" panose="020B0604020202020204" pitchFamily="34" charset="0"/>
              <a:buChar char="•"/>
              <a:defRPr/>
            </a:pPr>
            <a:r>
              <a:rPr lang="en-US" sz="1400" dirty="0">
                <a:solidFill>
                  <a:schemeClr val="tx1"/>
                </a:solidFill>
                <a:sym typeface="Futura"/>
              </a:rPr>
              <a:t>Lorem ipsum dolor sit </a:t>
            </a:r>
            <a:r>
              <a:rPr lang="en-US" sz="1400" dirty="0" err="1">
                <a:solidFill>
                  <a:schemeClr val="tx1"/>
                </a:solidFill>
                <a:sym typeface="Futura"/>
              </a:rPr>
              <a:t>amet</a:t>
            </a:r>
            <a:endParaRPr lang="en-US" sz="1400" dirty="0">
              <a:solidFill>
                <a:schemeClr val="tx1"/>
              </a:solidFill>
              <a:sym typeface="Futura"/>
            </a:endParaRPr>
          </a:p>
          <a:p>
            <a:pPr marL="139700" lvl="1" indent="-139700">
              <a:spcAft>
                <a:spcPts val="600"/>
              </a:spcAft>
              <a:buFont typeface="Arial" panose="020B0604020202020204" pitchFamily="34" charset="0"/>
              <a:buChar char="•"/>
              <a:defRPr/>
            </a:pPr>
            <a:r>
              <a:rPr lang="en-US" sz="1400" dirty="0">
                <a:solidFill>
                  <a:schemeClr val="tx1"/>
                </a:solidFill>
                <a:sym typeface="Futura"/>
              </a:rPr>
              <a:t>Ut </a:t>
            </a:r>
            <a:r>
              <a:rPr lang="en-US" sz="1400" dirty="0" err="1">
                <a:solidFill>
                  <a:schemeClr val="tx1"/>
                </a:solidFill>
                <a:sym typeface="Futura"/>
              </a:rPr>
              <a:t>enim</a:t>
            </a:r>
            <a:r>
              <a:rPr lang="en-US" sz="1400" dirty="0">
                <a:solidFill>
                  <a:schemeClr val="tx1"/>
                </a:solidFill>
                <a:sym typeface="Futura"/>
              </a:rPr>
              <a:t> ad minim </a:t>
            </a:r>
            <a:r>
              <a:rPr lang="en-US" sz="1400" dirty="0" err="1">
                <a:solidFill>
                  <a:schemeClr val="tx1"/>
                </a:solidFill>
                <a:sym typeface="Futura"/>
              </a:rPr>
              <a:t>veniam</a:t>
            </a:r>
            <a:r>
              <a:rPr lang="en-US" sz="1400" dirty="0">
                <a:solidFill>
                  <a:schemeClr val="tx1"/>
                </a:solidFill>
                <a:sym typeface="Futura"/>
              </a:rPr>
              <a:t> </a:t>
            </a:r>
          </a:p>
          <a:p>
            <a:pPr marL="139700" lvl="1" indent="-139700">
              <a:spcAft>
                <a:spcPts val="600"/>
              </a:spcAft>
              <a:buFont typeface="Arial" panose="020B0604020202020204" pitchFamily="34" charset="0"/>
              <a:buChar char="•"/>
              <a:defRPr/>
            </a:pPr>
            <a:r>
              <a:rPr lang="en-US" sz="1400" dirty="0">
                <a:solidFill>
                  <a:schemeClr val="tx1"/>
                </a:solidFill>
                <a:sym typeface="Futura"/>
              </a:rPr>
              <a:t>Quis </a:t>
            </a:r>
            <a:r>
              <a:rPr lang="en-US" sz="1400" dirty="0" err="1">
                <a:solidFill>
                  <a:schemeClr val="tx1"/>
                </a:solidFill>
                <a:sym typeface="Futura"/>
              </a:rPr>
              <a:t>nostrud</a:t>
            </a:r>
            <a:r>
              <a:rPr lang="en-US" sz="1400" dirty="0">
                <a:solidFill>
                  <a:schemeClr val="tx1"/>
                </a:solidFill>
                <a:sym typeface="Futura"/>
              </a:rPr>
              <a:t> exercitation </a:t>
            </a:r>
            <a:r>
              <a:rPr lang="en-US" sz="1400" dirty="0" err="1">
                <a:solidFill>
                  <a:schemeClr val="tx1"/>
                </a:solidFill>
                <a:sym typeface="Futura"/>
              </a:rPr>
              <a:t>ullamco</a:t>
            </a:r>
            <a:endParaRPr lang="en-US" sz="1400" dirty="0">
              <a:solidFill>
                <a:schemeClr val="tx1"/>
              </a:solidFill>
              <a:sym typeface="Futura"/>
            </a:endParaRPr>
          </a:p>
        </p:txBody>
      </p:sp>
    </p:spTree>
    <p:extLst>
      <p:ext uri="{BB962C8B-B14F-4D97-AF65-F5344CB8AC3E}">
        <p14:creationId xmlns:p14="http://schemas.microsoft.com/office/powerpoint/2010/main" val="734323224"/>
      </p:ext>
    </p:extLst>
  </p:cSld>
  <p:clrMapOvr>
    <a:masterClrMapping/>
  </p:clrMapOvr>
</p:sld>
</file>

<file path=ppt/slides/slide5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2B398CC8-C2E5-1974-8446-9CC89E3A0F6F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5149831"/>
      </p:ext>
    </p:extLst>
  </p:cSld>
  <p:clrMapOvr>
    <a:masterClrMapping/>
  </p:clrMapOvr>
</p:sld>
</file>

<file path=ppt/slides/slide6.xml><?xml version="1.0" encoding="utf-8"?>
<p:sld xmlns:a="http://schemas.openxmlformats.org/drawingml/2006/main" xmlns:r="http://schemas.openxmlformats.org/officeDocument/2006/relationships" xmlns:p="http://schemas.openxmlformats.org/presentationml/2006/main" showMasterPhAnim="0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graphicFrame>
        <p:nvGraphicFramePr>
          <p:cNvPr id="10" name="think-cell data - do not delete" hidden="1">
            <a:extLst>
              <a:ext uri="{FF2B5EF4-FFF2-40B4-BE49-F238E27FC236}">
                <a16:creationId xmlns:a16="http://schemas.microsoft.com/office/drawing/2014/main" id="{816494A8-BFF6-04E5-A4A2-020B8041E3D9}"/>
              </a:ext>
            </a:extLst>
          </p:cNvPr>
          <p:cNvGraphicFramePr>
            <a:graphicFrameLocks/>
          </p:cNvGraphicFramePr>
          <p:nvPr>
            <p:custDataLst>
              <p:tags r:id="rId1"/>
            </p:custDataLst>
            <p:extLst>
              <p:ext uri="{D42A27DB-BD31-4B8C-83A1-F6EECF244321}">
                <p14:modId xmlns:p14="http://schemas.microsoft.com/office/powerpoint/2010/main" val="2974488573"/>
              </p:ext>
            </p:extLst>
          </p:nvPr>
        </p:nvGraphicFramePr>
        <p:xfrm>
          <a:off x="1588" y="1588"/>
          <a:ext cx="1588" cy="1588"/>
        </p:xfrm>
        <a:graphic>
          <a:graphicData uri="http://schemas.openxmlformats.org/presentationml/2006/ole">
            <mc:AlternateContent xmlns:mc="http://schemas.openxmlformats.org/markup-compatibility/2006">
              <mc:Choice xmlns:v="urn:schemas-microsoft-com:vml" Requires="v">
                <p:oleObj name="think-cell Slide" r:id="rId21" imgW="349" imgH="350" progId="TCLayout.ActiveDocument.1">
                  <p:embed/>
                </p:oleObj>
              </mc:Choice>
              <mc:Fallback>
                <p:oleObj name="think-cell Slide" r:id="rId21" imgW="349" imgH="350" progId="TCLayout.ActiveDocument.1">
                  <p:embed/>
                  <p:pic>
                    <p:nvPicPr>
                      <p:cNvPr id="10" name="think-cell data - do not delete" hidden="1">
                        <a:extLst>
                          <a:ext uri="{FF2B5EF4-FFF2-40B4-BE49-F238E27FC236}">
                            <a16:creationId xmlns:a16="http://schemas.microsoft.com/office/drawing/2014/main" id="{816494A8-BFF6-04E5-A4A2-020B8041E3D9}"/>
                          </a:ext>
                        </a:extLst>
                      </p:cNvPr>
                      <p:cNvPicPr/>
                      <p:nvPr/>
                    </p:nvPicPr>
                    <p:blipFill>
                      <a:blip r:embed="rId22"/>
                      <a:stretch>
                        <a:fillRect/>
                      </a:stretch>
                    </p:blipFill>
                    <p:spPr>
                      <a:xfrm>
                        <a:off x="1588" y="1588"/>
                        <a:ext cx="1588" cy="1588"/>
                      </a:xfrm>
                      <a:prstGeom prst="rect">
                        <a:avLst/>
                      </a:prstGeom>
                    </p:spPr>
                  </p:pic>
                </p:oleObj>
              </mc:Fallback>
            </mc:AlternateContent>
          </a:graphicData>
        </a:graphic>
      </p:graphicFrame>
      <p:sp>
        <p:nvSpPr>
          <p:cNvPr id="5" name="Title 4">
            <a:extLst>
              <a:ext uri="{FF2B5EF4-FFF2-40B4-BE49-F238E27FC236}">
                <a16:creationId xmlns:a16="http://schemas.microsoft.com/office/drawing/2014/main" id="{83442F60-F4AE-C57A-6E7C-EE6D6E2726E8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 vert="horz" rIns="91440"/>
          <a:lstStyle/>
          <a:p>
            <a:r>
              <a:rPr lang="en-US"/>
              <a:t>Item comparison: Bar II</a:t>
            </a:r>
          </a:p>
        </p:txBody>
      </p:sp>
      <p:graphicFrame>
        <p:nvGraphicFramePr>
          <p:cNvPr id="44" name="Chart 43">
            <a:extLst>
              <a:ext uri="{FF2B5EF4-FFF2-40B4-BE49-F238E27FC236}">
                <a16:creationId xmlns:a16="http://schemas.microsoft.com/office/drawing/2014/main" id="{94300C6C-CB73-56BC-F672-77B616F7E39E}"/>
              </a:ext>
            </a:extLst>
          </p:cNvPr>
          <p:cNvGraphicFramePr/>
          <p:nvPr>
            <p:custDataLst>
              <p:tags r:id="rId2"/>
            </p:custDataLst>
            <p:extLst>
              <p:ext uri="{D42A27DB-BD31-4B8C-83A1-F6EECF244321}">
                <p14:modId xmlns:p14="http://schemas.microsoft.com/office/powerpoint/2010/main" val="3163660361"/>
              </p:ext>
            </p:extLst>
          </p:nvPr>
        </p:nvGraphicFramePr>
        <p:xfrm>
          <a:off x="2122488" y="1978025"/>
          <a:ext cx="3176587" cy="3954463"/>
        </p:xfrm>
        <a:graphic>
          <a:graphicData uri="http://schemas.openxmlformats.org/drawingml/2006/chart">
            <c:chart xmlns:c="http://schemas.openxmlformats.org/drawingml/2006/chart" xmlns:r="http://schemas.openxmlformats.org/officeDocument/2006/relationships" r:id="rId23"/>
          </a:graphicData>
        </a:graphic>
      </p:graphicFrame>
      <p:sp>
        <p:nvSpPr>
          <p:cNvPr id="67" name="Text Placeholder 2">
            <a:extLst>
              <a:ext uri="{FF2B5EF4-FFF2-40B4-BE49-F238E27FC236}">
                <a16:creationId xmlns:a16="http://schemas.microsoft.com/office/drawing/2014/main" id="{6FCA9008-5CB4-0E84-D7B6-20FDEFDF6745}"/>
              </a:ext>
            </a:extLst>
          </p:cNvPr>
          <p:cNvSpPr>
            <a:spLocks/>
          </p:cNvSpPr>
          <p:nvPr>
            <p:custDataLst>
              <p:tags r:id="rId3"/>
            </p:custDataLst>
          </p:nvPr>
        </p:nvSpPr>
        <p:spPr bwMode="auto">
          <a:xfrm>
            <a:off x="2370138" y="1924050"/>
            <a:ext cx="1225550" cy="212725"/>
          </a:xfrm>
          <a:prstGeom prst="rect">
            <a:avLst/>
          </a:prstGeom>
          <a:noFill/>
          <a:ln>
            <a:noFill/>
          </a:ln>
          <a:effectLst/>
          <a:extLst>
            <a:ext uri="{909E8E84-426E-40DD-AFC4-6F175D3DCCD1}">
              <a14:hiddenFill xmlns:a14="http://schemas.microsoft.com/office/drawing/2010/main">
                <a:solidFill>
                  <a:schemeClr val="accent1"/>
                </a:solidFill>
              </a14:hiddenFill>
            </a:ext>
          </a:extLst>
        </p:spPr>
        <p:txBody>
          <a:bodyPr vert="horz" wrap="none" lIns="0" tIns="0" rIns="0" bIns="0" rtlCol="0" anchor="b">
            <a:noAutofit/>
          </a:bodyPr>
          <a:lstStyle>
            <a:lvl1pPr marL="139700" indent="-139700" algn="l" defTabSz="914400" rtl="0" eaLnBrk="1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Font typeface="Arial" panose="020B0604020202020204" pitchFamily="34" charset="0"/>
              <a:buChar char="•"/>
              <a:defRPr sz="16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1pPr>
            <a:lvl2pPr marL="327025" indent="-149225" algn="l" defTabSz="914400" rtl="0" eaLnBrk="1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Font typeface="Arial" panose="020B0604020202020204" pitchFamily="34" charset="0"/>
              <a:buChar char="•"/>
              <a:defRPr sz="16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2pPr>
            <a:lvl3pPr marL="496888" indent="-166688" algn="l" defTabSz="914400" rtl="0" eaLnBrk="1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Font typeface="Arial" panose="020B0604020202020204" pitchFamily="34" charset="0"/>
              <a:buChar char="•"/>
              <a:defRPr sz="16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3pPr>
            <a:lvl4pPr marL="687388" indent="-190500" algn="l" defTabSz="914400" rtl="0" eaLnBrk="1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Font typeface="Arial" panose="020B0604020202020204" pitchFamily="34" charset="0"/>
              <a:buChar char="•"/>
              <a:defRPr sz="16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4pPr>
            <a:lvl5pPr marL="871538" indent="-169863" algn="l" defTabSz="914400" rtl="0" eaLnBrk="1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Font typeface="Arial" panose="020B0604020202020204" pitchFamily="34" charset="0"/>
              <a:buChar char="•"/>
              <a:defRPr sz="16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5pPr>
            <a:lvl6pPr marL="25146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6pPr>
            <a:lvl7pPr marL="29718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7pPr>
            <a:lvl8pPr marL="34290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8pPr>
            <a:lvl9pPr marL="38862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9pPr>
          </a:lstStyle>
          <a:p>
            <a:pPr marL="0" lvl="0" indent="0">
              <a:spcBef>
                <a:spcPct val="0"/>
              </a:spcBef>
              <a:spcAft>
                <a:spcPct val="0"/>
              </a:spcAft>
              <a:buNone/>
            </a:pPr>
            <a:r>
              <a:rPr lang="en-US" altLang="en-US" sz="1400" dirty="0">
                <a:effectLst/>
              </a:rPr>
              <a:t>Severity (Points)</a:t>
            </a:r>
            <a:endParaRPr lang="en-US" sz="1400" dirty="0"/>
          </a:p>
        </p:txBody>
      </p:sp>
      <p:sp>
        <p:nvSpPr>
          <p:cNvPr id="68" name="Text Placeholder 2">
            <a:extLst>
              <a:ext uri="{FF2B5EF4-FFF2-40B4-BE49-F238E27FC236}">
                <a16:creationId xmlns:a16="http://schemas.microsoft.com/office/drawing/2014/main" id="{09B55B9E-075F-5B0C-BCEC-5F14FD915F99}"/>
              </a:ext>
            </a:extLst>
          </p:cNvPr>
          <p:cNvSpPr>
            <a:spLocks/>
          </p:cNvSpPr>
          <p:nvPr>
            <p:custDataLst>
              <p:tags r:id="rId4"/>
            </p:custDataLst>
          </p:nvPr>
        </p:nvSpPr>
        <p:spPr bwMode="auto">
          <a:xfrm>
            <a:off x="854075" y="2511425"/>
            <a:ext cx="1152525" cy="212725"/>
          </a:xfrm>
          <a:prstGeom prst="rect">
            <a:avLst/>
          </a:prstGeom>
          <a:noFill/>
          <a:ln>
            <a:noFill/>
          </a:ln>
          <a:effectLst/>
          <a:extLst>
            <a:ext uri="{909E8E84-426E-40DD-AFC4-6F175D3DCCD1}">
              <a14:hiddenFill xmlns:a14="http://schemas.microsoft.com/office/drawing/2010/main">
                <a:solidFill>
                  <a:schemeClr val="accent1"/>
                </a:solidFill>
              </a14:hiddenFill>
            </a:ext>
          </a:extLst>
        </p:spPr>
        <p:txBody>
          <a:bodyPr vert="horz" wrap="none" lIns="0" tIns="0" rIns="0" bIns="0" rtlCol="0" anchor="ctr">
            <a:noAutofit/>
          </a:bodyPr>
          <a:lstStyle>
            <a:lvl1pPr marL="139700" indent="-139700" algn="l" defTabSz="914400" rtl="0" eaLnBrk="1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Font typeface="Arial" panose="020B0604020202020204" pitchFamily="34" charset="0"/>
              <a:buChar char="•"/>
              <a:defRPr sz="16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1pPr>
            <a:lvl2pPr marL="327025" indent="-149225" algn="l" defTabSz="914400" rtl="0" eaLnBrk="1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Font typeface="Arial" panose="020B0604020202020204" pitchFamily="34" charset="0"/>
              <a:buChar char="•"/>
              <a:defRPr sz="16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2pPr>
            <a:lvl3pPr marL="496888" indent="-166688" algn="l" defTabSz="914400" rtl="0" eaLnBrk="1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Font typeface="Arial" panose="020B0604020202020204" pitchFamily="34" charset="0"/>
              <a:buChar char="•"/>
              <a:defRPr sz="16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3pPr>
            <a:lvl4pPr marL="687388" indent="-190500" algn="l" defTabSz="914400" rtl="0" eaLnBrk="1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Font typeface="Arial" panose="020B0604020202020204" pitchFamily="34" charset="0"/>
              <a:buChar char="•"/>
              <a:defRPr sz="16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4pPr>
            <a:lvl5pPr marL="871538" indent="-169863" algn="l" defTabSz="914400" rtl="0" eaLnBrk="1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Font typeface="Arial" panose="020B0604020202020204" pitchFamily="34" charset="0"/>
              <a:buChar char="•"/>
              <a:defRPr sz="16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5pPr>
            <a:lvl6pPr marL="25146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6pPr>
            <a:lvl7pPr marL="29718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7pPr>
            <a:lvl8pPr marL="34290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8pPr>
            <a:lvl9pPr marL="38862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9pPr>
          </a:lstStyle>
          <a:p>
            <a:pPr marL="0" lvl="0" indent="0" algn="r">
              <a:spcBef>
                <a:spcPct val="0"/>
              </a:spcBef>
              <a:spcAft>
                <a:spcPct val="0"/>
              </a:spcAft>
              <a:buNone/>
            </a:pPr>
            <a:fld id="{3FF11815-0F62-4E8F-B346-2F2E8827FE2F}" type="datetime'''G''''o''''in''''''''''g C''o''n''c''e''rn'''''''">
              <a:rPr lang="en-US" altLang="en-US" sz="1400" smtClean="0"/>
              <a:pPr marL="0" lvl="0" indent="0" algn="r">
                <a:spcBef>
                  <a:spcPct val="0"/>
                </a:spcBef>
                <a:spcAft>
                  <a:spcPct val="0"/>
                </a:spcAft>
                <a:buNone/>
              </a:pPr>
              <a:t>Going Concern</a:t>
            </a:fld>
            <a:endParaRPr lang="en-US" sz="1400"/>
          </a:p>
        </p:txBody>
      </p:sp>
      <p:sp>
        <p:nvSpPr>
          <p:cNvPr id="69" name="Text Placeholder 2">
            <a:extLst>
              <a:ext uri="{FF2B5EF4-FFF2-40B4-BE49-F238E27FC236}">
                <a16:creationId xmlns:a16="http://schemas.microsoft.com/office/drawing/2014/main" id="{104231C2-CF60-C433-BBBE-7B226D2F9BBF}"/>
              </a:ext>
            </a:extLst>
          </p:cNvPr>
          <p:cNvSpPr>
            <a:spLocks/>
          </p:cNvSpPr>
          <p:nvPr>
            <p:custDataLst>
              <p:tags r:id="rId5"/>
            </p:custDataLst>
          </p:nvPr>
        </p:nvSpPr>
        <p:spPr bwMode="auto">
          <a:xfrm>
            <a:off x="549275" y="3179763"/>
            <a:ext cx="1457325" cy="212725"/>
          </a:xfrm>
          <a:prstGeom prst="rect">
            <a:avLst/>
          </a:prstGeom>
          <a:noFill/>
          <a:ln>
            <a:noFill/>
          </a:ln>
          <a:effectLst/>
          <a:extLst>
            <a:ext uri="{909E8E84-426E-40DD-AFC4-6F175D3DCCD1}">
              <a14:hiddenFill xmlns:a14="http://schemas.microsoft.com/office/drawing/2010/main">
                <a:solidFill>
                  <a:schemeClr val="accent1"/>
                </a:solidFill>
              </a14:hiddenFill>
            </a:ext>
          </a:extLst>
        </p:spPr>
        <p:txBody>
          <a:bodyPr vert="horz" wrap="none" lIns="0" tIns="0" rIns="0" bIns="0" rtlCol="0" anchor="ctr">
            <a:noAutofit/>
          </a:bodyPr>
          <a:lstStyle>
            <a:lvl1pPr marL="139700" indent="-139700" algn="l" defTabSz="914400" rtl="0" eaLnBrk="1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Font typeface="Arial" panose="020B0604020202020204" pitchFamily="34" charset="0"/>
              <a:buChar char="•"/>
              <a:defRPr sz="16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1pPr>
            <a:lvl2pPr marL="327025" indent="-149225" algn="l" defTabSz="914400" rtl="0" eaLnBrk="1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Font typeface="Arial" panose="020B0604020202020204" pitchFamily="34" charset="0"/>
              <a:buChar char="•"/>
              <a:defRPr sz="16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2pPr>
            <a:lvl3pPr marL="496888" indent="-166688" algn="l" defTabSz="914400" rtl="0" eaLnBrk="1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Font typeface="Arial" panose="020B0604020202020204" pitchFamily="34" charset="0"/>
              <a:buChar char="•"/>
              <a:defRPr sz="16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3pPr>
            <a:lvl4pPr marL="687388" indent="-190500" algn="l" defTabSz="914400" rtl="0" eaLnBrk="1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Font typeface="Arial" panose="020B0604020202020204" pitchFamily="34" charset="0"/>
              <a:buChar char="•"/>
              <a:defRPr sz="16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4pPr>
            <a:lvl5pPr marL="871538" indent="-169863" algn="l" defTabSz="914400" rtl="0" eaLnBrk="1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Font typeface="Arial" panose="020B0604020202020204" pitchFamily="34" charset="0"/>
              <a:buChar char="•"/>
              <a:defRPr sz="16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5pPr>
            <a:lvl6pPr marL="25146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6pPr>
            <a:lvl7pPr marL="29718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7pPr>
            <a:lvl8pPr marL="34290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8pPr>
            <a:lvl9pPr marL="38862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9pPr>
          </a:lstStyle>
          <a:p>
            <a:pPr marL="0" lvl="0" indent="0" algn="r">
              <a:spcBef>
                <a:spcPct val="0"/>
              </a:spcBef>
              <a:spcAft>
                <a:spcPct val="0"/>
              </a:spcAft>
              <a:buNone/>
            </a:pPr>
            <a:fld id="{616C427C-82CD-45E5-9464-BAEC30E4C2F9}" type="datetime'''''''M''''''''''a''''t''''e''r''''ial'''''' W''eak''''ne''ss'">
              <a:rPr lang="en-US" altLang="en-US" sz="1400" smtClean="0"/>
              <a:pPr marL="0" lvl="0" indent="0" algn="r">
                <a:spcBef>
                  <a:spcPct val="0"/>
                </a:spcBef>
                <a:spcAft>
                  <a:spcPct val="0"/>
                </a:spcAft>
                <a:buNone/>
              </a:pPr>
              <a:t>Material Weakness</a:t>
            </a:fld>
            <a:endParaRPr lang="en-US" sz="1400"/>
          </a:p>
        </p:txBody>
      </p:sp>
      <p:sp>
        <p:nvSpPr>
          <p:cNvPr id="70" name="Text Placeholder 2">
            <a:extLst>
              <a:ext uri="{FF2B5EF4-FFF2-40B4-BE49-F238E27FC236}">
                <a16:creationId xmlns:a16="http://schemas.microsoft.com/office/drawing/2014/main" id="{08395F6C-4F1C-9605-C01F-73EACC339379}"/>
              </a:ext>
            </a:extLst>
          </p:cNvPr>
          <p:cNvSpPr>
            <a:spLocks/>
          </p:cNvSpPr>
          <p:nvPr>
            <p:custDataLst>
              <p:tags r:id="rId6"/>
            </p:custDataLst>
          </p:nvPr>
        </p:nvSpPr>
        <p:spPr bwMode="auto">
          <a:xfrm>
            <a:off x="865188" y="3848100"/>
            <a:ext cx="1141413" cy="212725"/>
          </a:xfrm>
          <a:prstGeom prst="rect">
            <a:avLst/>
          </a:prstGeom>
          <a:noFill/>
          <a:ln>
            <a:noFill/>
          </a:ln>
          <a:effectLst/>
          <a:extLst>
            <a:ext uri="{909E8E84-426E-40DD-AFC4-6F175D3DCCD1}">
              <a14:hiddenFill xmlns:a14="http://schemas.microsoft.com/office/drawing/2010/main">
                <a:solidFill>
                  <a:schemeClr val="accent1"/>
                </a:solidFill>
              </a14:hiddenFill>
            </a:ext>
          </a:extLst>
        </p:spPr>
        <p:txBody>
          <a:bodyPr vert="horz" wrap="none" lIns="0" tIns="0" rIns="0" bIns="0" rtlCol="0" anchor="ctr">
            <a:noAutofit/>
          </a:bodyPr>
          <a:lstStyle>
            <a:lvl1pPr marL="139700" indent="-139700" algn="l" defTabSz="914400" rtl="0" eaLnBrk="1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Font typeface="Arial" panose="020B0604020202020204" pitchFamily="34" charset="0"/>
              <a:buChar char="•"/>
              <a:defRPr sz="16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1pPr>
            <a:lvl2pPr marL="327025" indent="-149225" algn="l" defTabSz="914400" rtl="0" eaLnBrk="1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Font typeface="Arial" panose="020B0604020202020204" pitchFamily="34" charset="0"/>
              <a:buChar char="•"/>
              <a:defRPr sz="16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2pPr>
            <a:lvl3pPr marL="496888" indent="-166688" algn="l" defTabSz="914400" rtl="0" eaLnBrk="1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Font typeface="Arial" panose="020B0604020202020204" pitchFamily="34" charset="0"/>
              <a:buChar char="•"/>
              <a:defRPr sz="16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3pPr>
            <a:lvl4pPr marL="687388" indent="-190500" algn="l" defTabSz="914400" rtl="0" eaLnBrk="1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Font typeface="Arial" panose="020B0604020202020204" pitchFamily="34" charset="0"/>
              <a:buChar char="•"/>
              <a:defRPr sz="16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4pPr>
            <a:lvl5pPr marL="871538" indent="-169863" algn="l" defTabSz="914400" rtl="0" eaLnBrk="1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Font typeface="Arial" panose="020B0604020202020204" pitchFamily="34" charset="0"/>
              <a:buChar char="•"/>
              <a:defRPr sz="16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5pPr>
            <a:lvl6pPr marL="25146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6pPr>
            <a:lvl7pPr marL="29718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7pPr>
            <a:lvl8pPr marL="34290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8pPr>
            <a:lvl9pPr marL="38862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9pPr>
          </a:lstStyle>
          <a:p>
            <a:pPr marL="0" lvl="0" indent="0" algn="r">
              <a:spcBef>
                <a:spcPct val="0"/>
              </a:spcBef>
              <a:spcAft>
                <a:spcPct val="0"/>
              </a:spcAft>
              <a:buNone/>
            </a:pPr>
            <a:fld id="{C19A433B-885C-48A4-8149-D9B633F78B5B}" type="datetime'Re''''''p''''e''a''''''t ''F''''''''''i''''ndi''n''''''''''g'">
              <a:rPr lang="en-US" altLang="en-US" sz="1400" smtClean="0"/>
              <a:pPr marL="0" lvl="0" indent="0" algn="r">
                <a:spcBef>
                  <a:spcPct val="0"/>
                </a:spcBef>
                <a:spcAft>
                  <a:spcPct val="0"/>
                </a:spcAft>
                <a:buNone/>
              </a:pPr>
              <a:t>Repeat Finding</a:t>
            </a:fld>
            <a:endParaRPr lang="en-US" sz="1400"/>
          </a:p>
        </p:txBody>
      </p:sp>
      <p:sp>
        <p:nvSpPr>
          <p:cNvPr id="71" name="Text Placeholder 2">
            <a:extLst>
              <a:ext uri="{FF2B5EF4-FFF2-40B4-BE49-F238E27FC236}">
                <a16:creationId xmlns:a16="http://schemas.microsoft.com/office/drawing/2014/main" id="{91C4BFFA-2270-C9C7-6D35-4DEAF1B9FD2C}"/>
              </a:ext>
            </a:extLst>
          </p:cNvPr>
          <p:cNvSpPr>
            <a:spLocks/>
          </p:cNvSpPr>
          <p:nvPr>
            <p:custDataLst>
              <p:tags r:id="rId7"/>
            </p:custDataLst>
          </p:nvPr>
        </p:nvSpPr>
        <p:spPr bwMode="auto">
          <a:xfrm>
            <a:off x="344488" y="4516438"/>
            <a:ext cx="1662113" cy="212725"/>
          </a:xfrm>
          <a:prstGeom prst="rect">
            <a:avLst/>
          </a:prstGeom>
          <a:noFill/>
          <a:ln>
            <a:noFill/>
          </a:ln>
          <a:effectLst/>
          <a:extLst>
            <a:ext uri="{909E8E84-426E-40DD-AFC4-6F175D3DCCD1}">
              <a14:hiddenFill xmlns:a14="http://schemas.microsoft.com/office/drawing/2010/main">
                <a:solidFill>
                  <a:schemeClr val="accent1"/>
                </a:solidFill>
              </a14:hiddenFill>
            </a:ext>
          </a:extLst>
        </p:spPr>
        <p:txBody>
          <a:bodyPr vert="horz" wrap="none" lIns="0" tIns="0" rIns="0" bIns="0" rtlCol="0" anchor="ctr">
            <a:noAutofit/>
          </a:bodyPr>
          <a:lstStyle>
            <a:lvl1pPr marL="139700" indent="-139700" algn="l" defTabSz="914400" rtl="0" eaLnBrk="1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Font typeface="Arial" panose="020B0604020202020204" pitchFamily="34" charset="0"/>
              <a:buChar char="•"/>
              <a:defRPr sz="16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1pPr>
            <a:lvl2pPr marL="327025" indent="-149225" algn="l" defTabSz="914400" rtl="0" eaLnBrk="1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Font typeface="Arial" panose="020B0604020202020204" pitchFamily="34" charset="0"/>
              <a:buChar char="•"/>
              <a:defRPr sz="16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2pPr>
            <a:lvl3pPr marL="496888" indent="-166688" algn="l" defTabSz="914400" rtl="0" eaLnBrk="1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Font typeface="Arial" panose="020B0604020202020204" pitchFamily="34" charset="0"/>
              <a:buChar char="•"/>
              <a:defRPr sz="16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3pPr>
            <a:lvl4pPr marL="687388" indent="-190500" algn="l" defTabSz="914400" rtl="0" eaLnBrk="1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Font typeface="Arial" panose="020B0604020202020204" pitchFamily="34" charset="0"/>
              <a:buChar char="•"/>
              <a:defRPr sz="16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4pPr>
            <a:lvl5pPr marL="871538" indent="-169863" algn="l" defTabSz="914400" rtl="0" eaLnBrk="1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Font typeface="Arial" panose="020B0604020202020204" pitchFamily="34" charset="0"/>
              <a:buChar char="•"/>
              <a:defRPr sz="16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5pPr>
            <a:lvl6pPr marL="25146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6pPr>
            <a:lvl7pPr marL="29718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7pPr>
            <a:lvl8pPr marL="34290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8pPr>
            <a:lvl9pPr marL="38862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9pPr>
          </a:lstStyle>
          <a:p>
            <a:pPr marL="0" lvl="0" indent="0" algn="r">
              <a:spcBef>
                <a:spcPct val="0"/>
              </a:spcBef>
              <a:spcAft>
                <a:spcPct val="0"/>
              </a:spcAft>
              <a:buNone/>
            </a:pPr>
            <a:fld id="{3624D0C8-599C-4D6B-8E04-EACBE0EEBBDD}" type="datetime'S''ig''nif''ic''ant D''''''ef''''i''cie''n''''''''''''c''''y'">
              <a:rPr lang="en-US" altLang="en-US" sz="1400" smtClean="0"/>
              <a:pPr marL="0" lvl="0" indent="0" algn="r">
                <a:spcBef>
                  <a:spcPct val="0"/>
                </a:spcBef>
                <a:spcAft>
                  <a:spcPct val="0"/>
                </a:spcAft>
                <a:buNone/>
              </a:pPr>
              <a:t>Significant Deficiency</a:t>
            </a:fld>
            <a:endParaRPr lang="en-US" sz="1400"/>
          </a:p>
        </p:txBody>
      </p:sp>
      <p:sp>
        <p:nvSpPr>
          <p:cNvPr id="72" name="Text Placeholder 2">
            <a:extLst>
              <a:ext uri="{FF2B5EF4-FFF2-40B4-BE49-F238E27FC236}">
                <a16:creationId xmlns:a16="http://schemas.microsoft.com/office/drawing/2014/main" id="{17B434CC-1882-F295-7DDA-13AFFE0F2DE1}"/>
              </a:ext>
            </a:extLst>
          </p:cNvPr>
          <p:cNvSpPr>
            <a:spLocks/>
          </p:cNvSpPr>
          <p:nvPr>
            <p:custDataLst>
              <p:tags r:id="rId8"/>
            </p:custDataLst>
          </p:nvPr>
        </p:nvSpPr>
        <p:spPr bwMode="auto">
          <a:xfrm>
            <a:off x="334963" y="5184775"/>
            <a:ext cx="1671638" cy="212725"/>
          </a:xfrm>
          <a:prstGeom prst="rect">
            <a:avLst/>
          </a:prstGeom>
          <a:noFill/>
          <a:ln>
            <a:noFill/>
          </a:ln>
          <a:effectLst/>
          <a:extLst>
            <a:ext uri="{909E8E84-426E-40DD-AFC4-6F175D3DCCD1}">
              <a14:hiddenFill xmlns:a14="http://schemas.microsoft.com/office/drawing/2010/main">
                <a:solidFill>
                  <a:schemeClr val="accent1"/>
                </a:solidFill>
              </a14:hiddenFill>
            </a:ext>
          </a:extLst>
        </p:spPr>
        <p:txBody>
          <a:bodyPr vert="horz" wrap="none" lIns="0" tIns="0" rIns="0" bIns="0" rtlCol="0" anchor="ctr">
            <a:noAutofit/>
          </a:bodyPr>
          <a:lstStyle>
            <a:lvl1pPr marL="139700" indent="-139700" algn="l" defTabSz="914400" rtl="0" eaLnBrk="1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Font typeface="Arial" panose="020B0604020202020204" pitchFamily="34" charset="0"/>
              <a:buChar char="•"/>
              <a:defRPr sz="16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1pPr>
            <a:lvl2pPr marL="327025" indent="-149225" algn="l" defTabSz="914400" rtl="0" eaLnBrk="1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Font typeface="Arial" panose="020B0604020202020204" pitchFamily="34" charset="0"/>
              <a:buChar char="•"/>
              <a:defRPr sz="16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2pPr>
            <a:lvl3pPr marL="496888" indent="-166688" algn="l" defTabSz="914400" rtl="0" eaLnBrk="1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Font typeface="Arial" panose="020B0604020202020204" pitchFamily="34" charset="0"/>
              <a:buChar char="•"/>
              <a:defRPr sz="16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3pPr>
            <a:lvl4pPr marL="687388" indent="-190500" algn="l" defTabSz="914400" rtl="0" eaLnBrk="1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Font typeface="Arial" panose="020B0604020202020204" pitchFamily="34" charset="0"/>
              <a:buChar char="•"/>
              <a:defRPr sz="16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4pPr>
            <a:lvl5pPr marL="871538" indent="-169863" algn="l" defTabSz="914400" rtl="0" eaLnBrk="1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Font typeface="Arial" panose="020B0604020202020204" pitchFamily="34" charset="0"/>
              <a:buChar char="•"/>
              <a:defRPr sz="16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5pPr>
            <a:lvl6pPr marL="25146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6pPr>
            <a:lvl7pPr marL="29718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7pPr>
            <a:lvl8pPr marL="34290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8pPr>
            <a:lvl9pPr marL="38862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9pPr>
          </a:lstStyle>
          <a:p>
            <a:pPr marL="0" lvl="0" indent="0" algn="r">
              <a:spcBef>
                <a:spcPct val="0"/>
              </a:spcBef>
              <a:spcAft>
                <a:spcPct val="0"/>
              </a:spcAft>
              <a:buNone/>
            </a:pPr>
            <a:fld id="{E4B1C594-45B3-4D16-BA7E-9F7F149041EB}" type="datetime'H''''as'''' Co''rr''ec''tiv''e'' ''A''''''''ct''i''''on'''">
              <a:rPr lang="en-US" altLang="en-US" sz="1400" smtClean="0"/>
              <a:pPr marL="0" lvl="0" indent="0" algn="r">
                <a:spcBef>
                  <a:spcPct val="0"/>
                </a:spcBef>
                <a:spcAft>
                  <a:spcPct val="0"/>
                </a:spcAft>
                <a:buNone/>
              </a:pPr>
              <a:t>Has Corrective Action</a:t>
            </a:fld>
            <a:endParaRPr lang="en-US" sz="1400"/>
          </a:p>
        </p:txBody>
      </p:sp>
      <p:sp>
        <p:nvSpPr>
          <p:cNvPr id="15" name="Text Placeholder 2">
            <a:extLst>
              <a:ext uri="{FF2B5EF4-FFF2-40B4-BE49-F238E27FC236}">
                <a16:creationId xmlns:a16="http://schemas.microsoft.com/office/drawing/2014/main" id="{E9626DB2-C040-AEA6-AF39-7F809A19DC39}"/>
              </a:ext>
            </a:extLst>
          </p:cNvPr>
          <p:cNvSpPr>
            <a:spLocks/>
          </p:cNvSpPr>
          <p:nvPr>
            <p:custDataLst>
              <p:tags r:id="rId9"/>
            </p:custDataLst>
          </p:nvPr>
        </p:nvSpPr>
        <p:spPr bwMode="gray">
          <a:xfrm>
            <a:off x="5241925" y="2511425"/>
            <a:ext cx="241300" cy="212725"/>
          </a:xfrm>
          <a:prstGeom prst="rect">
            <a:avLst/>
          </a:prstGeom>
          <a:noFill/>
          <a:ln>
            <a:noFill/>
          </a:ln>
          <a:effectLst/>
          <a:extLst>
            <a:ext uri="{909E8E84-426E-40DD-AFC4-6F175D3DCCD1}">
              <a14:hiddenFill xmlns:a14="http://schemas.microsoft.com/office/drawing/2010/main">
                <a:solidFill>
                  <a:schemeClr val="accent1"/>
                </a:solidFill>
              </a14:hiddenFill>
            </a:ext>
          </a:extLst>
        </p:spPr>
        <p:txBody>
          <a:bodyPr vert="horz" wrap="none" lIns="25400" tIns="0" rIns="25400" bIns="0" rtlCol="0" anchor="ctr">
            <a:noAutofit/>
          </a:bodyPr>
          <a:lstStyle>
            <a:lvl1pPr marL="228600" indent="-228600" algn="l" defTabSz="914400" rtl="0" eaLnBrk="1" latinLnBrk="0" hangingPunct="1">
              <a:lnSpc>
                <a:spcPct val="90000"/>
              </a:lnSpc>
              <a:spcBef>
                <a:spcPts val="1000"/>
              </a:spcBef>
              <a:buFont typeface="Arial" panose="020B0604020202020204" pitchFamily="34" charset="0"/>
              <a:buChar char="•"/>
              <a:defRPr sz="2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1pPr>
            <a:lvl2pPr marL="6858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24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2pPr>
            <a:lvl3pPr marL="11430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20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3pPr>
            <a:lvl4pPr marL="16002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4pPr>
            <a:lvl5pPr marL="20574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5pPr>
            <a:lvl6pPr marL="25146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6pPr>
            <a:lvl7pPr marL="29718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7pPr>
            <a:lvl8pPr marL="34290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8pPr>
            <a:lvl9pPr marL="38862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9pPr>
          </a:lstStyle>
          <a:p>
            <a:pPr marL="0" lvl="0" indent="0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None/>
            </a:pPr>
            <a:r>
              <a:rPr lang="en-US" altLang="en-US" sz="1400" dirty="0">
                <a:effectLst/>
              </a:rPr>
              <a:t>25</a:t>
            </a:r>
            <a:endParaRPr lang="en-US" sz="1400" dirty="0"/>
          </a:p>
        </p:txBody>
      </p:sp>
      <p:sp>
        <p:nvSpPr>
          <p:cNvPr id="19" name="Text Placeholder 2">
            <a:extLst>
              <a:ext uri="{FF2B5EF4-FFF2-40B4-BE49-F238E27FC236}">
                <a16:creationId xmlns:a16="http://schemas.microsoft.com/office/drawing/2014/main" id="{E9626DB2-C040-AEA6-AF39-7F809A19DC39}"/>
              </a:ext>
            </a:extLst>
          </p:cNvPr>
          <p:cNvSpPr>
            <a:spLocks/>
          </p:cNvSpPr>
          <p:nvPr>
            <p:custDataLst>
              <p:tags r:id="rId10"/>
            </p:custDataLst>
          </p:nvPr>
        </p:nvSpPr>
        <p:spPr bwMode="gray">
          <a:xfrm>
            <a:off x="4768850" y="3179763"/>
            <a:ext cx="241300" cy="212725"/>
          </a:xfrm>
          <a:prstGeom prst="rect">
            <a:avLst/>
          </a:prstGeom>
          <a:noFill/>
          <a:ln>
            <a:noFill/>
          </a:ln>
          <a:effectLst/>
          <a:extLst>
            <a:ext uri="{909E8E84-426E-40DD-AFC4-6F175D3DCCD1}">
              <a14:hiddenFill xmlns:a14="http://schemas.microsoft.com/office/drawing/2010/main">
                <a:solidFill>
                  <a:schemeClr val="accent1"/>
                </a:solidFill>
              </a14:hiddenFill>
            </a:ext>
          </a:extLst>
        </p:spPr>
        <p:txBody>
          <a:bodyPr vert="horz" wrap="none" lIns="25400" tIns="0" rIns="25400" bIns="0" rtlCol="0" anchor="ctr">
            <a:noAutofit/>
          </a:bodyPr>
          <a:lstStyle>
            <a:lvl1pPr marL="228600" indent="-228600" algn="l" defTabSz="914400" rtl="0" eaLnBrk="1" latinLnBrk="0" hangingPunct="1">
              <a:lnSpc>
                <a:spcPct val="90000"/>
              </a:lnSpc>
              <a:spcBef>
                <a:spcPts val="1000"/>
              </a:spcBef>
              <a:buFont typeface="Arial" panose="020B0604020202020204" pitchFamily="34" charset="0"/>
              <a:buChar char="•"/>
              <a:defRPr sz="2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1pPr>
            <a:lvl2pPr marL="6858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24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2pPr>
            <a:lvl3pPr marL="11430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20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3pPr>
            <a:lvl4pPr marL="16002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4pPr>
            <a:lvl5pPr marL="20574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5pPr>
            <a:lvl6pPr marL="25146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6pPr>
            <a:lvl7pPr marL="29718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7pPr>
            <a:lvl8pPr marL="34290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8pPr>
            <a:lvl9pPr marL="38862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9pPr>
          </a:lstStyle>
          <a:p>
            <a:pPr marL="0" lvl="0" indent="0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None/>
            </a:pPr>
            <a:r>
              <a:rPr lang="en-US" altLang="en-US" sz="1400" dirty="0">
                <a:effectLst/>
              </a:rPr>
              <a:t>20</a:t>
            </a:r>
            <a:endParaRPr lang="en-US" sz="1400" dirty="0"/>
          </a:p>
        </p:txBody>
      </p:sp>
      <p:graphicFrame>
        <p:nvGraphicFramePr>
          <p:cNvPr id="114" name="Chart 113">
            <a:extLst>
              <a:ext uri="{FF2B5EF4-FFF2-40B4-BE49-F238E27FC236}">
                <a16:creationId xmlns:a16="http://schemas.microsoft.com/office/drawing/2014/main" id="{7F51ABA7-FA37-0BDB-1486-7CA6DD6539AA}"/>
              </a:ext>
            </a:extLst>
          </p:cNvPr>
          <p:cNvGraphicFramePr/>
          <p:nvPr>
            <p:custDataLst>
              <p:tags r:id="rId11"/>
            </p:custDataLst>
            <p:extLst>
              <p:ext uri="{D42A27DB-BD31-4B8C-83A1-F6EECF244321}">
                <p14:modId xmlns:p14="http://schemas.microsoft.com/office/powerpoint/2010/main" val="3294155491"/>
              </p:ext>
            </p:extLst>
          </p:nvPr>
        </p:nvGraphicFramePr>
        <p:xfrm>
          <a:off x="5743575" y="2201863"/>
          <a:ext cx="2039938" cy="3506787"/>
        </p:xfrm>
        <a:graphic>
          <a:graphicData uri="http://schemas.openxmlformats.org/drawingml/2006/chart">
            <c:chart xmlns:c="http://schemas.openxmlformats.org/drawingml/2006/chart" xmlns:r="http://schemas.openxmlformats.org/officeDocument/2006/relationships" r:id="rId24"/>
          </a:graphicData>
        </a:graphic>
      </p:graphicFrame>
      <p:sp>
        <p:nvSpPr>
          <p:cNvPr id="29" name="Text Placeholder 2">
            <a:extLst>
              <a:ext uri="{FF2B5EF4-FFF2-40B4-BE49-F238E27FC236}">
                <a16:creationId xmlns:a16="http://schemas.microsoft.com/office/drawing/2014/main" id="{A36AD9A7-A470-4248-33C2-9AE6FF8B56DA}"/>
              </a:ext>
            </a:extLst>
          </p:cNvPr>
          <p:cNvSpPr>
            <a:spLocks/>
          </p:cNvSpPr>
          <p:nvPr>
            <p:custDataLst>
              <p:tags r:id="rId12"/>
            </p:custDataLst>
          </p:nvPr>
        </p:nvSpPr>
        <p:spPr bwMode="auto">
          <a:xfrm>
            <a:off x="5821362" y="1924050"/>
            <a:ext cx="1392238" cy="212725"/>
          </a:xfrm>
          <a:prstGeom prst="rect">
            <a:avLst/>
          </a:prstGeom>
          <a:noFill/>
          <a:ln>
            <a:noFill/>
          </a:ln>
          <a:effectLst/>
          <a:extLst>
            <a:ext uri="{909E8E84-426E-40DD-AFC4-6F175D3DCCD1}">
              <a14:hiddenFill xmlns:a14="http://schemas.microsoft.com/office/drawing/2010/main">
                <a:solidFill>
                  <a:schemeClr val="accent1"/>
                </a:solidFill>
              </a14:hiddenFill>
            </a:ext>
          </a:extLst>
        </p:spPr>
        <p:txBody>
          <a:bodyPr vert="horz" wrap="none" lIns="0" tIns="0" rIns="0" bIns="0" rtlCol="0" anchor="b">
            <a:noAutofit/>
          </a:bodyPr>
          <a:lstStyle>
            <a:lvl1pPr marL="139700" indent="-139700" algn="l" defTabSz="914400" rtl="0" eaLnBrk="1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Font typeface="Arial" panose="020B0604020202020204" pitchFamily="34" charset="0"/>
              <a:buChar char="•"/>
              <a:defRPr sz="16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1pPr>
            <a:lvl2pPr marL="327025" indent="-149225" algn="l" defTabSz="914400" rtl="0" eaLnBrk="1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Font typeface="Arial" panose="020B0604020202020204" pitchFamily="34" charset="0"/>
              <a:buChar char="•"/>
              <a:defRPr sz="16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2pPr>
            <a:lvl3pPr marL="496888" indent="-166688" algn="l" defTabSz="914400" rtl="0" eaLnBrk="1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Font typeface="Arial" panose="020B0604020202020204" pitchFamily="34" charset="0"/>
              <a:buChar char="•"/>
              <a:defRPr sz="16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3pPr>
            <a:lvl4pPr marL="687388" indent="-190500" algn="l" defTabSz="914400" rtl="0" eaLnBrk="1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Font typeface="Arial" panose="020B0604020202020204" pitchFamily="34" charset="0"/>
              <a:buChar char="•"/>
              <a:defRPr sz="16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4pPr>
            <a:lvl5pPr marL="871538" indent="-169863" algn="l" defTabSz="914400" rtl="0" eaLnBrk="1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Font typeface="Arial" panose="020B0604020202020204" pitchFamily="34" charset="0"/>
              <a:buChar char="•"/>
              <a:defRPr sz="16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5pPr>
            <a:lvl6pPr marL="25146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6pPr>
            <a:lvl7pPr marL="29718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7pPr>
            <a:lvl8pPr marL="34290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8pPr>
            <a:lvl9pPr marL="38862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9pPr>
          </a:lstStyle>
          <a:p>
            <a:pPr marL="0" lvl="0" indent="0">
              <a:spcBef>
                <a:spcPct val="0"/>
              </a:spcBef>
              <a:spcAft>
                <a:spcPct val="0"/>
              </a:spcAft>
              <a:buNone/>
            </a:pPr>
            <a:r>
              <a:rPr lang="en-US" altLang="en-US" sz="1400" dirty="0">
                <a:effectLst/>
              </a:rPr>
              <a:t>Differentiation (%)</a:t>
            </a:r>
            <a:endParaRPr lang="en-US" sz="1400" dirty="0"/>
          </a:p>
        </p:txBody>
      </p:sp>
      <p:sp>
        <p:nvSpPr>
          <p:cNvPr id="60" name="Text Placeholder 2">
            <a:extLst>
              <a:ext uri="{FF2B5EF4-FFF2-40B4-BE49-F238E27FC236}">
                <a16:creationId xmlns:a16="http://schemas.microsoft.com/office/drawing/2014/main" id="{E9626DB2-C040-AEA6-AF39-7F809A19DC39}"/>
              </a:ext>
            </a:extLst>
          </p:cNvPr>
          <p:cNvSpPr>
            <a:spLocks/>
          </p:cNvSpPr>
          <p:nvPr>
            <p:custDataLst>
              <p:tags r:id="rId13"/>
            </p:custDataLst>
          </p:nvPr>
        </p:nvSpPr>
        <p:spPr bwMode="auto">
          <a:xfrm>
            <a:off x="6164263" y="5619750"/>
            <a:ext cx="1392238" cy="192088"/>
          </a:xfrm>
          <a:prstGeom prst="rect">
            <a:avLst/>
          </a:prstGeom>
          <a:noFill/>
          <a:ln>
            <a:noFill/>
          </a:ln>
          <a:effectLst/>
          <a:extLst>
            <a:ext uri="{909E8E84-426E-40DD-AFC4-6F175D3DCCD1}">
              <a14:hiddenFill xmlns:a14="http://schemas.microsoft.com/office/drawing/2010/main">
                <a:solidFill>
                  <a:schemeClr val="accent1"/>
                </a:solidFill>
              </a14:hiddenFill>
            </a:ext>
          </a:extLst>
        </p:spPr>
        <p:txBody>
          <a:bodyPr vert="horz" wrap="none" lIns="0" tIns="0" rIns="0" bIns="0" rtlCol="0">
            <a:noAutofit/>
          </a:bodyPr>
          <a:lstStyle>
            <a:lvl1pPr marL="228600" indent="-228600" algn="l" defTabSz="914400" rtl="0" eaLnBrk="1" latinLnBrk="0" hangingPunct="1">
              <a:lnSpc>
                <a:spcPct val="90000"/>
              </a:lnSpc>
              <a:spcBef>
                <a:spcPts val="1000"/>
              </a:spcBef>
              <a:buFont typeface="Arial" panose="020B0604020202020204" pitchFamily="34" charset="0"/>
              <a:buChar char="•"/>
              <a:defRPr sz="2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1pPr>
            <a:lvl2pPr marL="6858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24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2pPr>
            <a:lvl3pPr marL="11430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20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3pPr>
            <a:lvl4pPr marL="16002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4pPr>
            <a:lvl5pPr marL="20574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5pPr>
            <a:lvl6pPr marL="25146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6pPr>
            <a:lvl7pPr marL="29718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7pPr>
            <a:lvl8pPr marL="34290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8pPr>
            <a:lvl9pPr marL="38862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9pPr>
          </a:lstStyle>
          <a:p>
            <a:pPr marL="0" lvl="0" indent="0" algn="ctr">
              <a:spcBef>
                <a:spcPct val="0"/>
              </a:spcBef>
              <a:spcAft>
                <a:spcPct val="0"/>
              </a:spcAft>
              <a:buNone/>
            </a:pPr>
            <a:fld id="{8C8F6130-8E29-4B4D-A566-AF57634CBF35}" type="datetime'Dif''''''fere''''''''n''t''i''a''ti''''o''n ''(%'''''')'''''''">
              <a:rPr lang="en-US" altLang="en-US" sz="1400" smtClean="0"/>
              <a:pPr marL="0" lvl="0" indent="0" algn="ctr">
                <a:spcBef>
                  <a:spcPct val="0"/>
                </a:spcBef>
                <a:spcAft>
                  <a:spcPct val="0"/>
                </a:spcAft>
                <a:buNone/>
              </a:pPr>
              <a:t>Differentiation (%)</a:t>
            </a:fld>
            <a:endParaRPr lang="en-US" sz="1400" dirty="0"/>
          </a:p>
        </p:txBody>
      </p:sp>
      <p:sp>
        <p:nvSpPr>
          <p:cNvPr id="85" name="Text Placeholder 2">
            <a:extLst>
              <a:ext uri="{FF2B5EF4-FFF2-40B4-BE49-F238E27FC236}">
                <a16:creationId xmlns:a16="http://schemas.microsoft.com/office/drawing/2014/main" id="{B8CF835F-6BFC-A51A-FF3D-6D4DAF81FA3B}"/>
              </a:ext>
            </a:extLst>
          </p:cNvPr>
          <p:cNvSpPr>
            <a:spLocks/>
          </p:cNvSpPr>
          <p:nvPr>
            <p:custDataLst>
              <p:tags r:id="rId14"/>
            </p:custDataLst>
          </p:nvPr>
        </p:nvSpPr>
        <p:spPr bwMode="gray">
          <a:xfrm>
            <a:off x="6164263" y="2522538"/>
            <a:ext cx="439738" cy="192088"/>
          </a:xfrm>
          <a:prstGeom prst="rect">
            <a:avLst/>
          </a:prstGeom>
          <a:noFill/>
          <a:ln>
            <a:noFill/>
          </a:ln>
          <a:effectLst/>
          <a:extLst>
            <a:ext uri="{909E8E84-426E-40DD-AFC4-6F175D3DCCD1}">
              <a14:hiddenFill xmlns:a14="http://schemas.microsoft.com/office/drawing/2010/main">
                <a:solidFill>
                  <a:schemeClr val="accent1"/>
                </a:solidFill>
              </a14:hiddenFill>
            </a:ext>
          </a:extLst>
        </p:spPr>
        <p:txBody>
          <a:bodyPr vert="horz" wrap="none" lIns="25400" tIns="0" rIns="25400" bIns="0" rtlCol="0" anchor="ctr">
            <a:noAutofit/>
          </a:bodyPr>
          <a:lstStyle>
            <a:lvl1pPr marL="228600" indent="-228600" algn="l" defTabSz="914400" rtl="0" eaLnBrk="1" latinLnBrk="0" hangingPunct="1">
              <a:lnSpc>
                <a:spcPct val="90000"/>
              </a:lnSpc>
              <a:spcBef>
                <a:spcPts val="1000"/>
              </a:spcBef>
              <a:buFont typeface="Arial" panose="020B0604020202020204" pitchFamily="34" charset="0"/>
              <a:buChar char="•"/>
              <a:defRPr sz="2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1pPr>
            <a:lvl2pPr marL="6858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24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2pPr>
            <a:lvl3pPr marL="11430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20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3pPr>
            <a:lvl4pPr marL="16002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4pPr>
            <a:lvl5pPr marL="20574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5pPr>
            <a:lvl6pPr marL="25146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6pPr>
            <a:lvl7pPr marL="29718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7pPr>
            <a:lvl8pPr marL="34290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8pPr>
            <a:lvl9pPr marL="38862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9pPr>
          </a:lstStyle>
          <a:p>
            <a:pPr marL="0" lvl="0" indent="0">
              <a:spcBef>
                <a:spcPct val="0"/>
              </a:spcBef>
              <a:spcAft>
                <a:spcPct val="0"/>
              </a:spcAft>
              <a:buNone/>
            </a:pPr>
            <a:fld id="{A4005C67-961C-4BBD-AAB8-799548DA1A37}" type="datetime'0.''''''''''''''''''''''''''''''''''0'''''''''''''''''''''">
              <a:rPr lang="en-US" altLang="en-US" sz="1400" smtClean="0"/>
              <a:pPr/>
              <a:t>0.0</a:t>
            </a:fld>
            <a:r>
              <a:rPr lang="en-US" altLang="en-US" sz="1400" dirty="0"/>
              <a:t>%</a:t>
            </a:r>
            <a:endParaRPr lang="en-US" sz="1400" dirty="0"/>
          </a:p>
        </p:txBody>
      </p:sp>
      <p:sp>
        <p:nvSpPr>
          <p:cNvPr id="90" name="Text Placeholder 2">
            <a:extLst>
              <a:ext uri="{FF2B5EF4-FFF2-40B4-BE49-F238E27FC236}">
                <a16:creationId xmlns:a16="http://schemas.microsoft.com/office/drawing/2014/main" id="{C9358946-DBFD-BE3C-C69D-2B5837E0D9B7}"/>
              </a:ext>
            </a:extLst>
          </p:cNvPr>
          <p:cNvSpPr>
            <a:spLocks/>
          </p:cNvSpPr>
          <p:nvPr>
            <p:custDataLst>
              <p:tags r:id="rId15"/>
            </p:custDataLst>
          </p:nvPr>
        </p:nvSpPr>
        <p:spPr bwMode="gray">
          <a:xfrm>
            <a:off x="7088188" y="3190875"/>
            <a:ext cx="534988" cy="192088"/>
          </a:xfrm>
          <a:prstGeom prst="rect">
            <a:avLst/>
          </a:prstGeom>
          <a:noFill/>
          <a:ln>
            <a:noFill/>
          </a:ln>
          <a:effectLst/>
          <a:extLst>
            <a:ext uri="{909E8E84-426E-40DD-AFC4-6F175D3DCCD1}">
              <a14:hiddenFill xmlns:a14="http://schemas.microsoft.com/office/drawing/2010/main">
                <a:solidFill>
                  <a:schemeClr val="accent1"/>
                </a:solidFill>
              </a14:hiddenFill>
            </a:ext>
          </a:extLst>
        </p:spPr>
        <p:txBody>
          <a:bodyPr vert="horz" wrap="none" lIns="25400" tIns="0" rIns="25400" bIns="0" rtlCol="0" anchor="ctr">
            <a:noAutofit/>
          </a:bodyPr>
          <a:lstStyle>
            <a:lvl1pPr marL="228600" indent="-228600" algn="l" defTabSz="914400" rtl="0" eaLnBrk="1" latinLnBrk="0" hangingPunct="1">
              <a:lnSpc>
                <a:spcPct val="90000"/>
              </a:lnSpc>
              <a:spcBef>
                <a:spcPts val="1000"/>
              </a:spcBef>
              <a:buFont typeface="Arial" panose="020B0604020202020204" pitchFamily="34" charset="0"/>
              <a:buChar char="•"/>
              <a:defRPr sz="2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1pPr>
            <a:lvl2pPr marL="6858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24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2pPr>
            <a:lvl3pPr marL="11430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20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3pPr>
            <a:lvl4pPr marL="16002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4pPr>
            <a:lvl5pPr marL="20574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5pPr>
            <a:lvl6pPr marL="25146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6pPr>
            <a:lvl7pPr marL="29718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7pPr>
            <a:lvl8pPr marL="34290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8pPr>
            <a:lvl9pPr marL="38862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9pPr>
          </a:lstStyle>
          <a:p>
            <a:pPr marL="0" lvl="0" indent="0">
              <a:spcBef>
                <a:spcPct val="0"/>
              </a:spcBef>
              <a:spcAft>
                <a:spcPct val="0"/>
              </a:spcAft>
              <a:buNone/>
            </a:pPr>
            <a:r>
              <a:rPr lang="en-US" altLang="en-US" sz="1400" dirty="0"/>
              <a:t>14.8%</a:t>
            </a:r>
            <a:endParaRPr lang="en-US" sz="1400" dirty="0"/>
          </a:p>
        </p:txBody>
      </p:sp>
      <p:sp>
        <p:nvSpPr>
          <p:cNvPr id="93" name="Text Placeholder 2">
            <a:extLst>
              <a:ext uri="{FF2B5EF4-FFF2-40B4-BE49-F238E27FC236}">
                <a16:creationId xmlns:a16="http://schemas.microsoft.com/office/drawing/2014/main" id="{E9626DB2-C040-AEA6-AF39-7F809A19DC39}"/>
              </a:ext>
            </a:extLst>
          </p:cNvPr>
          <p:cNvSpPr>
            <a:spLocks/>
          </p:cNvSpPr>
          <p:nvPr>
            <p:custDataLst>
              <p:tags r:id="rId16"/>
            </p:custDataLst>
          </p:nvPr>
        </p:nvSpPr>
        <p:spPr bwMode="gray">
          <a:xfrm>
            <a:off x="6877050" y="3859213"/>
            <a:ext cx="534988" cy="192088"/>
          </a:xfrm>
          <a:prstGeom prst="rect">
            <a:avLst/>
          </a:prstGeom>
          <a:noFill/>
          <a:ln>
            <a:noFill/>
          </a:ln>
          <a:effectLst/>
          <a:extLst>
            <a:ext uri="{909E8E84-426E-40DD-AFC4-6F175D3DCCD1}">
              <a14:hiddenFill xmlns:a14="http://schemas.microsoft.com/office/drawing/2010/main">
                <a:solidFill>
                  <a:schemeClr val="accent1"/>
                </a:solidFill>
              </a14:hiddenFill>
            </a:ext>
          </a:extLst>
        </p:spPr>
        <p:txBody>
          <a:bodyPr vert="horz" wrap="none" lIns="25400" tIns="0" rIns="25400" bIns="0" rtlCol="0" anchor="ctr">
            <a:noAutofit/>
          </a:bodyPr>
          <a:lstStyle>
            <a:lvl1pPr marL="228600" indent="-228600" algn="l" defTabSz="914400" rtl="0" eaLnBrk="1" latinLnBrk="0" hangingPunct="1">
              <a:lnSpc>
                <a:spcPct val="90000"/>
              </a:lnSpc>
              <a:spcBef>
                <a:spcPts val="1000"/>
              </a:spcBef>
              <a:buFont typeface="Arial" panose="020B0604020202020204" pitchFamily="34" charset="0"/>
              <a:buChar char="•"/>
              <a:defRPr sz="2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1pPr>
            <a:lvl2pPr marL="6858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24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2pPr>
            <a:lvl3pPr marL="11430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20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3pPr>
            <a:lvl4pPr marL="16002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4pPr>
            <a:lvl5pPr marL="20574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5pPr>
            <a:lvl6pPr marL="25146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6pPr>
            <a:lvl7pPr marL="29718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7pPr>
            <a:lvl8pPr marL="34290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8pPr>
            <a:lvl9pPr marL="38862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9pPr>
          </a:lstStyle>
          <a:p>
            <a:pPr marL="0" lvl="0" indent="0">
              <a:spcBef>
                <a:spcPct val="0"/>
              </a:spcBef>
              <a:spcAft>
                <a:spcPct val="0"/>
              </a:spcAft>
              <a:buNone/>
            </a:pPr>
            <a:r>
              <a:rPr lang="en-US" altLang="en-US" sz="1400" dirty="0"/>
              <a:t>11.4%</a:t>
            </a:r>
            <a:endParaRPr lang="en-US" sz="1400" dirty="0"/>
          </a:p>
        </p:txBody>
      </p:sp>
      <p:sp>
        <p:nvSpPr>
          <p:cNvPr id="101" name="Text Placeholder 2">
            <a:extLst>
              <a:ext uri="{FF2B5EF4-FFF2-40B4-BE49-F238E27FC236}">
                <a16:creationId xmlns:a16="http://schemas.microsoft.com/office/drawing/2014/main" id="{E9626DB2-C040-AEA6-AF39-7F809A19DC39}"/>
              </a:ext>
            </a:extLst>
          </p:cNvPr>
          <p:cNvSpPr>
            <a:spLocks/>
          </p:cNvSpPr>
          <p:nvPr>
            <p:custDataLst>
              <p:tags r:id="rId17"/>
            </p:custDataLst>
          </p:nvPr>
        </p:nvSpPr>
        <p:spPr bwMode="gray">
          <a:xfrm>
            <a:off x="7620000" y="4527550"/>
            <a:ext cx="534988" cy="192088"/>
          </a:xfrm>
          <a:prstGeom prst="rect">
            <a:avLst/>
          </a:prstGeom>
          <a:noFill/>
          <a:ln>
            <a:noFill/>
          </a:ln>
          <a:effectLst/>
          <a:extLst>
            <a:ext uri="{909E8E84-426E-40DD-AFC4-6F175D3DCCD1}">
              <a14:hiddenFill xmlns:a14="http://schemas.microsoft.com/office/drawing/2010/main">
                <a:solidFill>
                  <a:schemeClr val="accent1"/>
                </a:solidFill>
              </a14:hiddenFill>
            </a:ext>
          </a:extLst>
        </p:spPr>
        <p:txBody>
          <a:bodyPr vert="horz" wrap="none" lIns="25400" tIns="0" rIns="25400" bIns="0" rtlCol="0" anchor="ctr">
            <a:noAutofit/>
          </a:bodyPr>
          <a:lstStyle>
            <a:lvl1pPr marL="228600" indent="-228600" algn="l" defTabSz="914400" rtl="0" eaLnBrk="1" latinLnBrk="0" hangingPunct="1">
              <a:lnSpc>
                <a:spcPct val="90000"/>
              </a:lnSpc>
              <a:spcBef>
                <a:spcPts val="1000"/>
              </a:spcBef>
              <a:buFont typeface="Arial" panose="020B0604020202020204" pitchFamily="34" charset="0"/>
              <a:buChar char="•"/>
              <a:defRPr sz="2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1pPr>
            <a:lvl2pPr marL="6858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24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2pPr>
            <a:lvl3pPr marL="11430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20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3pPr>
            <a:lvl4pPr marL="16002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4pPr>
            <a:lvl5pPr marL="20574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5pPr>
            <a:lvl6pPr marL="25146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6pPr>
            <a:lvl7pPr marL="29718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7pPr>
            <a:lvl8pPr marL="34290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8pPr>
            <a:lvl9pPr marL="38862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9pPr>
          </a:lstStyle>
          <a:p>
            <a:pPr marL="0" lvl="0" indent="0">
              <a:spcBef>
                <a:spcPct val="0"/>
              </a:spcBef>
              <a:spcAft>
                <a:spcPct val="0"/>
              </a:spcAft>
              <a:buNone/>
            </a:pPr>
            <a:fld id="{D1AE7277-E309-452D-88A2-E847D13F7FB9}" type="datetime'''''''''''''''''''2''''3'">
              <a:rPr lang="en-US" altLang="en-US" sz="1400" smtClean="0">
                <a:effectLst/>
              </a:rPr>
              <a:pPr/>
              <a:t>23</a:t>
            </a:fld>
            <a:r>
              <a:rPr lang="en-US" altLang="en-US" sz="1400" dirty="0">
                <a:effectLst/>
              </a:rPr>
              <a:t>.3%</a:t>
            </a:r>
            <a:endParaRPr lang="en-US" sz="1400" dirty="0"/>
          </a:p>
        </p:txBody>
      </p:sp>
      <p:sp>
        <p:nvSpPr>
          <p:cNvPr id="113" name="Text Placeholder 2">
            <a:extLst>
              <a:ext uri="{FF2B5EF4-FFF2-40B4-BE49-F238E27FC236}">
                <a16:creationId xmlns:a16="http://schemas.microsoft.com/office/drawing/2014/main" id="{E9626DB2-C040-AEA6-AF39-7F809A19DC39}"/>
              </a:ext>
            </a:extLst>
          </p:cNvPr>
          <p:cNvSpPr>
            <a:spLocks/>
          </p:cNvSpPr>
          <p:nvPr>
            <p:custDataLst>
              <p:tags r:id="rId18"/>
            </p:custDataLst>
          </p:nvPr>
        </p:nvSpPr>
        <p:spPr bwMode="gray">
          <a:xfrm>
            <a:off x="7600950" y="5195888"/>
            <a:ext cx="534988" cy="192088"/>
          </a:xfrm>
          <a:prstGeom prst="rect">
            <a:avLst/>
          </a:prstGeom>
          <a:noFill/>
          <a:ln>
            <a:noFill/>
          </a:ln>
          <a:effectLst/>
          <a:extLst>
            <a:ext uri="{909E8E84-426E-40DD-AFC4-6F175D3DCCD1}">
              <a14:hiddenFill xmlns:a14="http://schemas.microsoft.com/office/drawing/2010/main">
                <a:solidFill>
                  <a:schemeClr val="accent1"/>
                </a:solidFill>
              </a14:hiddenFill>
            </a:ext>
          </a:extLst>
        </p:spPr>
        <p:txBody>
          <a:bodyPr vert="horz" wrap="none" lIns="25400" tIns="0" rIns="25400" bIns="0" rtlCol="0" anchor="ctr">
            <a:noAutofit/>
          </a:bodyPr>
          <a:lstStyle>
            <a:lvl1pPr marL="228600" indent="-228600" algn="l" defTabSz="914400" rtl="0" eaLnBrk="1" latinLnBrk="0" hangingPunct="1">
              <a:lnSpc>
                <a:spcPct val="90000"/>
              </a:lnSpc>
              <a:spcBef>
                <a:spcPts val="1000"/>
              </a:spcBef>
              <a:buFont typeface="Arial" panose="020B0604020202020204" pitchFamily="34" charset="0"/>
              <a:buChar char="•"/>
              <a:defRPr sz="2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1pPr>
            <a:lvl2pPr marL="6858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24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2pPr>
            <a:lvl3pPr marL="11430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20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3pPr>
            <a:lvl4pPr marL="16002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4pPr>
            <a:lvl5pPr marL="20574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5pPr>
            <a:lvl6pPr marL="25146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6pPr>
            <a:lvl7pPr marL="29718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7pPr>
            <a:lvl8pPr marL="34290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8pPr>
            <a:lvl9pPr marL="38862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9pPr>
          </a:lstStyle>
          <a:p>
            <a:pPr marL="0" lvl="0" indent="0">
              <a:spcBef>
                <a:spcPct val="0"/>
              </a:spcBef>
              <a:spcAft>
                <a:spcPct val="0"/>
              </a:spcAft>
              <a:buNone/>
            </a:pPr>
            <a:r>
              <a:rPr lang="en-US" sz="1400" dirty="0"/>
              <a:t>23.0%</a:t>
            </a:r>
          </a:p>
        </p:txBody>
      </p:sp>
      <p:sp>
        <p:nvSpPr>
          <p:cNvPr id="8" name="Rectangle 18">
            <a:extLst>
              <a:ext uri="{FF2B5EF4-FFF2-40B4-BE49-F238E27FC236}">
                <a16:creationId xmlns:a16="http://schemas.microsoft.com/office/drawing/2014/main" id="{3EFD0457-092B-6251-3B2E-4C2DD78F634C}"/>
              </a:ext>
            </a:extLst>
          </p:cNvPr>
          <p:cNvSpPr>
            <a:spLocks/>
          </p:cNvSpPr>
          <p:nvPr/>
        </p:nvSpPr>
        <p:spPr>
          <a:xfrm>
            <a:off x="8811106" y="-1359992"/>
            <a:ext cx="4575600" cy="1919363"/>
          </a:xfrm>
          <a:prstGeom prst="rect">
            <a:avLst/>
          </a:prstGeom>
          <a:solidFill>
            <a:schemeClr val="bg1">
              <a:lumMod val="95000"/>
            </a:schemeClr>
          </a:solidFill>
          <a:ln w="9525">
            <a:solidFill>
              <a:schemeClr val="tx1"/>
            </a:solidFill>
          </a:ln>
          <a:effectLst>
            <a:outerShdw blurRad="152400" sx="102000" sy="102000" algn="ctr" rotWithShape="0">
              <a:prstClr val="black">
                <a:alpha val="10000"/>
              </a:prstClr>
            </a:outerShdw>
          </a:effectLst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wrap="square" lIns="72000" tIns="36000" rIns="72000" bIns="36000" rtlCol="0" anchor="b">
            <a:spAutoFit/>
          </a:bodyPr>
          <a:lstStyle/>
          <a:p>
            <a:r>
              <a:rPr lang="en-US" sz="1200" u="sng" dirty="0">
                <a:solidFill>
                  <a:schemeClr val="tx1"/>
                </a:solidFill>
              </a:rPr>
              <a:t>This slide contains </a:t>
            </a:r>
            <a:r>
              <a:rPr lang="en-US" sz="1200" b="1" u="sng" dirty="0">
                <a:solidFill>
                  <a:schemeClr val="tx1"/>
                </a:solidFill>
              </a:rPr>
              <a:t>think-cell charts</a:t>
            </a:r>
            <a:r>
              <a:rPr lang="en-US" sz="1200" u="sng" dirty="0">
                <a:solidFill>
                  <a:schemeClr val="tx1"/>
                </a:solidFill>
              </a:rPr>
              <a:t>.</a:t>
            </a:r>
          </a:p>
          <a:p>
            <a:pPr marL="140400" indent="-140400">
              <a:buFont typeface="Arial" panose="020B0604020202020204" pitchFamily="34" charset="0"/>
              <a:buChar char="•"/>
            </a:pPr>
            <a:r>
              <a:rPr lang="en-US" sz="1200" dirty="0">
                <a:solidFill>
                  <a:schemeClr val="tx1"/>
                </a:solidFill>
              </a:rPr>
              <a:t>To</a:t>
            </a:r>
            <a:r>
              <a:rPr lang="en-US" sz="1200" b="1" dirty="0">
                <a:solidFill>
                  <a:schemeClr val="tx1"/>
                </a:solidFill>
              </a:rPr>
              <a:t> open a chart's internal datasheet</a:t>
            </a:r>
            <a:r>
              <a:rPr lang="en-US" sz="1200" dirty="0">
                <a:solidFill>
                  <a:schemeClr val="tx1"/>
                </a:solidFill>
              </a:rPr>
              <a:t>, double-click</a:t>
            </a:r>
            <a:r>
              <a:rPr lang="en-US" sz="1200" b="1" dirty="0">
                <a:solidFill>
                  <a:schemeClr val="tx1"/>
                </a:solidFill>
              </a:rPr>
              <a:t> </a:t>
            </a:r>
            <a:r>
              <a:rPr lang="en-US" sz="1200" dirty="0">
                <a:solidFill>
                  <a:schemeClr val="tx1"/>
                </a:solidFill>
              </a:rPr>
              <a:t>any empty space in the chart.</a:t>
            </a:r>
            <a:endParaRPr lang="en-US" sz="1200" dirty="0">
              <a:solidFill>
                <a:schemeClr val="tx1"/>
              </a:solidFill>
              <a:cs typeface="Arial"/>
            </a:endParaRPr>
          </a:p>
          <a:p>
            <a:pPr marL="140400" indent="-140400">
              <a:buFont typeface="Arial" panose="020B0604020202020204" pitchFamily="34" charset="0"/>
              <a:buChar char="•"/>
            </a:pPr>
            <a:r>
              <a:rPr lang="en-US" sz="1200" dirty="0">
                <a:solidFill>
                  <a:schemeClr val="tx1"/>
                </a:solidFill>
              </a:rPr>
              <a:t>To </a:t>
            </a:r>
            <a:r>
              <a:rPr lang="en-US" sz="1200" b="1" dirty="0">
                <a:solidFill>
                  <a:schemeClr val="tx1"/>
                </a:solidFill>
              </a:rPr>
              <a:t>add annotations </a:t>
            </a:r>
            <a:r>
              <a:rPr lang="en-US" sz="1200" dirty="0">
                <a:solidFill>
                  <a:schemeClr val="tx1"/>
                </a:solidFill>
              </a:rPr>
              <a:t>(e.g., CAGR arrows, difference arrows),</a:t>
            </a:r>
            <a:r>
              <a:rPr lang="en-US" sz="1200" b="1" dirty="0">
                <a:solidFill>
                  <a:schemeClr val="tx1"/>
                </a:solidFill>
              </a:rPr>
              <a:t> </a:t>
            </a:r>
            <a:r>
              <a:rPr lang="en-US" sz="1200" dirty="0">
                <a:solidFill>
                  <a:schemeClr val="tx1"/>
                </a:solidFill>
              </a:rPr>
              <a:t>right-click a chart or a chart feature to open the context menu.</a:t>
            </a:r>
            <a:endParaRPr lang="en-US" sz="1200" dirty="0">
              <a:solidFill>
                <a:schemeClr val="tx1"/>
              </a:solidFill>
              <a:cs typeface="Arial"/>
            </a:endParaRPr>
          </a:p>
          <a:p>
            <a:pPr marL="140400" indent="-140400">
              <a:buFont typeface="Arial" panose="020B0604020202020204" pitchFamily="34" charset="0"/>
              <a:buChar char="•"/>
            </a:pPr>
            <a:r>
              <a:rPr lang="en-US" sz="1200" dirty="0">
                <a:solidFill>
                  <a:schemeClr val="tx1"/>
                </a:solidFill>
              </a:rPr>
              <a:t>To </a:t>
            </a:r>
            <a:r>
              <a:rPr lang="en-US" sz="1200" b="1" dirty="0">
                <a:solidFill>
                  <a:schemeClr val="tx1"/>
                </a:solidFill>
              </a:rPr>
              <a:t>change the style and formatting</a:t>
            </a:r>
            <a:r>
              <a:rPr lang="en-US" sz="1200" dirty="0">
                <a:solidFill>
                  <a:schemeClr val="tx1"/>
                </a:solidFill>
              </a:rPr>
              <a:t> of a chart or a feature,</a:t>
            </a:r>
            <a:r>
              <a:rPr lang="en-US" sz="1200" b="1" dirty="0">
                <a:solidFill>
                  <a:schemeClr val="tx1"/>
                </a:solidFill>
              </a:rPr>
              <a:t> </a:t>
            </a:r>
            <a:r>
              <a:rPr lang="en-US" sz="1200" dirty="0">
                <a:solidFill>
                  <a:schemeClr val="tx1"/>
                </a:solidFill>
              </a:rPr>
              <a:t>click the chart or feature to open the mini toolbar.</a:t>
            </a:r>
          </a:p>
          <a:p>
            <a:pPr marL="140400" indent="-140400">
              <a:buFont typeface="Arial" panose="020B0604020202020204" pitchFamily="34" charset="0"/>
              <a:buChar char="•"/>
            </a:pPr>
            <a:r>
              <a:rPr lang="en-US" sz="1200" dirty="0">
                <a:solidFill>
                  <a:schemeClr val="tx1"/>
                </a:solidFill>
                <a:cs typeface="Arial"/>
              </a:rPr>
              <a:t>To ensure both charts have the same scale, select both sets of bars, right-click to open the context menu, and select </a:t>
            </a:r>
            <a:r>
              <a:rPr lang="en-US" sz="1200" b="1" dirty="0">
                <a:solidFill>
                  <a:schemeClr val="tx1"/>
                </a:solidFill>
                <a:cs typeface="Arial"/>
              </a:rPr>
              <a:t>Set Same Scale</a:t>
            </a:r>
            <a:r>
              <a:rPr lang="en-US" sz="1200" dirty="0">
                <a:solidFill>
                  <a:schemeClr val="tx1"/>
                </a:solidFill>
                <a:cs typeface="Arial"/>
              </a:rPr>
              <a:t>.</a:t>
            </a:r>
            <a:endParaRPr lang="en-US" sz="1200" b="1" dirty="0">
              <a:solidFill>
                <a:schemeClr val="tx1"/>
              </a:solidFill>
              <a:cs typeface="Arial"/>
            </a:endParaRPr>
          </a:p>
        </p:txBody>
      </p:sp>
      <p:sp>
        <p:nvSpPr>
          <p:cNvPr id="3" name="tc_columnhead">
            <a:extLst>
              <a:ext uri="{FF2B5EF4-FFF2-40B4-BE49-F238E27FC236}">
                <a16:creationId xmlns:a16="http://schemas.microsoft.com/office/drawing/2014/main" id="{DBFD86D2-8026-B255-FC94-5DC996DF870D}"/>
              </a:ext>
            </a:extLst>
          </p:cNvPr>
          <p:cNvSpPr txBox="1">
            <a:spLocks/>
          </p:cNvSpPr>
          <p:nvPr/>
        </p:nvSpPr>
        <p:spPr>
          <a:xfrm>
            <a:off x="409052" y="1557338"/>
            <a:ext cx="7745413" cy="282573"/>
          </a:xfrm>
          <a:prstGeom prst="leftRightArrow">
            <a:avLst>
              <a:gd name="adj1" fmla="val 100000"/>
              <a:gd name="adj2" fmla="val 0"/>
            </a:avLst>
          </a:prstGeom>
        </p:spPr>
        <p:txBody>
          <a:bodyPr vert="horz" wrap="square" lIns="0" tIns="0" rIns="0" bIns="36000" rtlCol="0" anchor="b">
            <a:spAutoFit/>
          </a:bodyPr>
          <a:lstStyle>
            <a:lvl1pPr marL="0" indent="0" algn="l" defTabSz="914400" rtl="0" eaLnBrk="1" latinLnBrk="0" hangingPunct="1">
              <a:lnSpc>
                <a:spcPct val="100000"/>
              </a:lnSpc>
              <a:spcBef>
                <a:spcPts val="0"/>
              </a:spcBef>
              <a:spcAft>
                <a:spcPts val="110"/>
              </a:spcAft>
              <a:buFont typeface="Arial" panose="020B0604020202020204" pitchFamily="34" charset="0"/>
              <a:buNone/>
              <a:defRPr sz="1800" b="1" kern="1200">
                <a:solidFill>
                  <a:schemeClr val="accent1"/>
                </a:solidFill>
                <a:latin typeface="+mn-lt"/>
                <a:ea typeface="+mn-ea"/>
                <a:cs typeface="+mn-cs"/>
              </a:defRPr>
            </a:lvl1pPr>
            <a:lvl2pPr marL="466725" indent="-222250" algn="l" defTabSz="914400" rtl="0" eaLnBrk="1" latinLnBrk="0" hangingPunct="1">
              <a:lnSpc>
                <a:spcPct val="100000"/>
              </a:lnSpc>
              <a:spcBef>
                <a:spcPts val="0"/>
              </a:spcBef>
              <a:spcAft>
                <a:spcPts val="110"/>
              </a:spcAft>
              <a:buFont typeface="Symbol" panose="05050102010706020507" pitchFamily="18" charset="2"/>
              <a:buChar char="-"/>
              <a:defRPr sz="16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2pPr>
            <a:lvl3pPr marL="720725" indent="-217488" algn="l" defTabSz="914400" rtl="0" eaLnBrk="1" latinLnBrk="0" hangingPunct="1">
              <a:lnSpc>
                <a:spcPct val="100000"/>
              </a:lnSpc>
              <a:spcBef>
                <a:spcPts val="0"/>
              </a:spcBef>
              <a:spcAft>
                <a:spcPts val="110"/>
              </a:spcAft>
              <a:buFont typeface="Arial" panose="020B0604020202020204" pitchFamily="34" charset="0"/>
              <a:buChar char="•"/>
              <a:defRPr sz="16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3pPr>
            <a:lvl4pPr marL="900113" indent="-193675" algn="l" defTabSz="914400" rtl="0" eaLnBrk="1" latinLnBrk="0" hangingPunct="1">
              <a:lnSpc>
                <a:spcPct val="100000"/>
              </a:lnSpc>
              <a:spcBef>
                <a:spcPts val="0"/>
              </a:spcBef>
              <a:spcAft>
                <a:spcPts val="110"/>
              </a:spcAft>
              <a:buFont typeface="Arial" panose="020B0604020202020204" pitchFamily="34" charset="0"/>
              <a:buChar char="•"/>
              <a:defRPr sz="16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4pPr>
            <a:lvl5pPr marL="1136650" indent="-185738" algn="l" defTabSz="914400" rtl="0" eaLnBrk="1" latinLnBrk="0" hangingPunct="1">
              <a:lnSpc>
                <a:spcPct val="100000"/>
              </a:lnSpc>
              <a:spcBef>
                <a:spcPts val="0"/>
              </a:spcBef>
              <a:spcAft>
                <a:spcPts val="110"/>
              </a:spcAft>
              <a:buFont typeface="Arial" panose="020B0604020202020204" pitchFamily="34" charset="0"/>
              <a:buChar char="•"/>
              <a:defRPr sz="16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5pPr>
            <a:lvl6pPr marL="25146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6pPr>
            <a:lvl7pPr marL="29718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7pPr>
            <a:lvl8pPr marL="34290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8pPr>
            <a:lvl9pPr marL="38862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9pPr>
          </a:lstStyle>
          <a:p>
            <a:r>
              <a:rPr lang="da-DK" sz="1600" dirty="0">
                <a:solidFill>
                  <a:schemeClr val="tx1"/>
                </a:solidFill>
              </a:rPr>
              <a:t>Insert chart title here</a:t>
            </a:r>
            <a:endParaRPr lang="en-US" sz="1600" dirty="0">
              <a:solidFill>
                <a:schemeClr val="tx1"/>
              </a:solidFill>
            </a:endParaRPr>
          </a:p>
        </p:txBody>
      </p:sp>
      <p:cxnSp>
        <p:nvCxnSpPr>
          <p:cNvPr id="6" name="tc_columnheadline">
            <a:extLst>
              <a:ext uri="{FF2B5EF4-FFF2-40B4-BE49-F238E27FC236}">
                <a16:creationId xmlns:a16="http://schemas.microsoft.com/office/drawing/2014/main" id="{3F59B27A-8517-B65B-C107-B88D64D3938F}"/>
              </a:ext>
            </a:extLst>
          </p:cNvPr>
          <p:cNvCxnSpPr>
            <a:cxnSpLocks/>
            <a:stCxn id="3" idx="4"/>
            <a:endCxn id="3" idx="6"/>
          </p:cNvCxnSpPr>
          <p:nvPr/>
        </p:nvCxnSpPr>
        <p:spPr>
          <a:xfrm>
            <a:off x="409052" y="1839911"/>
            <a:ext cx="7745413" cy="0"/>
          </a:xfrm>
          <a:prstGeom prst="line">
            <a:avLst/>
          </a:prstGeom>
          <a:ln w="19050">
            <a:solidFill>
              <a:schemeClr val="accent1"/>
            </a:solidFill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sp>
        <p:nvSpPr>
          <p:cNvPr id="23" name="Text Placeholder 15">
            <a:extLst>
              <a:ext uri="{FF2B5EF4-FFF2-40B4-BE49-F238E27FC236}">
                <a16:creationId xmlns:a16="http://schemas.microsoft.com/office/drawing/2014/main" id="{5140BBE3-D04C-869F-90FE-B2289A632316}"/>
              </a:ext>
            </a:extLst>
          </p:cNvPr>
          <p:cNvSpPr/>
          <p:nvPr/>
        </p:nvSpPr>
        <p:spPr>
          <a:xfrm>
            <a:off x="407988" y="6275487"/>
            <a:ext cx="4052391" cy="138499"/>
          </a:xfrm>
          <a:prstGeom prst="rect">
            <a:avLst/>
          </a:prstGeom>
          <a:noFill/>
          <a:ln w="9525" cap="flat" cmpd="sng" algn="ctr">
            <a:noFill/>
            <a:prstDash val="solid"/>
            <a:miter lim="800000"/>
          </a:ln>
          <a:effectLst/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wrap="none" lIns="0" tIns="0" rIns="0" bIns="0" rtlCol="0" anchor="b">
            <a:spAutoFit/>
          </a:bodyPr>
          <a:lstStyle/>
          <a:p>
            <a:pPr>
              <a:defRPr/>
            </a:pPr>
            <a:r>
              <a:rPr lang="en-US" sz="900" dirty="0">
                <a:solidFill>
                  <a:schemeClr val="tx2"/>
                </a:solidFill>
              </a:rPr>
              <a:t>Keywords: columns, bar, bars, think-cell, chart, charts, graph, graphs, comment</a:t>
            </a:r>
          </a:p>
        </p:txBody>
      </p:sp>
    </p:spTree>
    <p:extLst>
      <p:ext uri="{BB962C8B-B14F-4D97-AF65-F5344CB8AC3E}">
        <p14:creationId xmlns:p14="http://schemas.microsoft.com/office/powerpoint/2010/main" val="282231700"/>
      </p:ext>
    </p:extLst>
  </p:cSld>
  <p:clrMapOvr>
    <a:masterClrMapping/>
  </p:clrMapOvr>
</p:sld>
</file>

<file path=ppt/slides/slide7.xml><?xml version="1.0" encoding="utf-8"?>
<p:sld xmlns:a="http://schemas.openxmlformats.org/drawingml/2006/main" xmlns:r="http://schemas.openxmlformats.org/officeDocument/2006/relationships" xmlns:p="http://schemas.openxmlformats.org/presentationml/2006/main" showMasterPhAnim="0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5" name="Title 4">
            <a:extLst>
              <a:ext uri="{FF2B5EF4-FFF2-40B4-BE49-F238E27FC236}">
                <a16:creationId xmlns:a16="http://schemas.microsoft.com/office/drawing/2014/main" id="{83442F60-F4AE-C57A-6E7C-EE6D6E2726E8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 vert="horz"/>
          <a:lstStyle/>
          <a:p>
            <a:r>
              <a:rPr lang="en-US"/>
              <a:t>Four steps</a:t>
            </a:r>
          </a:p>
        </p:txBody>
      </p:sp>
      <p:sp>
        <p:nvSpPr>
          <p:cNvPr id="4" name="Freihandform: Form 20">
            <a:extLst>
              <a:ext uri="{FF2B5EF4-FFF2-40B4-BE49-F238E27FC236}">
                <a16:creationId xmlns:a16="http://schemas.microsoft.com/office/drawing/2014/main" id="{E6E0A75A-EDE0-05FC-8A09-E1F861863225}"/>
              </a:ext>
            </a:extLst>
          </p:cNvPr>
          <p:cNvSpPr>
            <a:spLocks/>
          </p:cNvSpPr>
          <p:nvPr/>
        </p:nvSpPr>
        <p:spPr bwMode="gray">
          <a:xfrm>
            <a:off x="6096000" y="1938437"/>
            <a:ext cx="2556670" cy="3489672"/>
          </a:xfrm>
          <a:custGeom>
            <a:avLst/>
            <a:gdLst>
              <a:gd name="connsiteX0" fmla="*/ 2520158 w 2520158"/>
              <a:gd name="connsiteY0" fmla="*/ 0 h 3931816"/>
              <a:gd name="connsiteX1" fmla="*/ 2520158 w 2520158"/>
              <a:gd name="connsiteY1" fmla="*/ 946497 h 3931816"/>
              <a:gd name="connsiteX2" fmla="*/ 2520158 w 2520158"/>
              <a:gd name="connsiteY2" fmla="*/ 1088143 h 3931816"/>
              <a:gd name="connsiteX3" fmla="*/ 2520158 w 2520158"/>
              <a:gd name="connsiteY3" fmla="*/ 3034729 h 3931816"/>
              <a:gd name="connsiteX4" fmla="*/ 2520157 w 2520158"/>
              <a:gd name="connsiteY4" fmla="*/ 3034729 h 3931816"/>
              <a:gd name="connsiteX5" fmla="*/ 2520157 w 2520158"/>
              <a:gd name="connsiteY5" fmla="*/ 3931816 h 3931816"/>
              <a:gd name="connsiteX6" fmla="*/ 0 w 2520158"/>
              <a:gd name="connsiteY6" fmla="*/ 3386922 h 3931816"/>
              <a:gd name="connsiteX7" fmla="*/ 0 w 2520158"/>
              <a:gd name="connsiteY7" fmla="*/ 2298779 h 3931816"/>
              <a:gd name="connsiteX8" fmla="*/ 1 w 2520158"/>
              <a:gd name="connsiteY8" fmla="*/ 2298779 h 3931816"/>
              <a:gd name="connsiteX9" fmla="*/ 1 w 2520158"/>
              <a:gd name="connsiteY9" fmla="*/ 1633037 h 3931816"/>
              <a:gd name="connsiteX10" fmla="*/ 1 w 2520158"/>
              <a:gd name="connsiteY10" fmla="*/ 946497 h 3931816"/>
              <a:gd name="connsiteX11" fmla="*/ 1 w 2520158"/>
              <a:gd name="connsiteY11" fmla="*/ 544895 h 3931816"/>
              <a:gd name="connsiteX0" fmla="*/ 2520158 w 2520158"/>
              <a:gd name="connsiteY0" fmla="*/ 0 h 3931816"/>
              <a:gd name="connsiteX1" fmla="*/ 2520158 w 2520158"/>
              <a:gd name="connsiteY1" fmla="*/ 946497 h 3931816"/>
              <a:gd name="connsiteX2" fmla="*/ 2520158 w 2520158"/>
              <a:gd name="connsiteY2" fmla="*/ 1088143 h 3931816"/>
              <a:gd name="connsiteX3" fmla="*/ 2520158 w 2520158"/>
              <a:gd name="connsiteY3" fmla="*/ 3034729 h 3931816"/>
              <a:gd name="connsiteX4" fmla="*/ 2520157 w 2520158"/>
              <a:gd name="connsiteY4" fmla="*/ 3034729 h 3931816"/>
              <a:gd name="connsiteX5" fmla="*/ 2520157 w 2520158"/>
              <a:gd name="connsiteY5" fmla="*/ 3931816 h 3931816"/>
              <a:gd name="connsiteX6" fmla="*/ 0 w 2520158"/>
              <a:gd name="connsiteY6" fmla="*/ 3386922 h 3931816"/>
              <a:gd name="connsiteX7" fmla="*/ 0 w 2520158"/>
              <a:gd name="connsiteY7" fmla="*/ 2298779 h 3931816"/>
              <a:gd name="connsiteX8" fmla="*/ 1 w 2520158"/>
              <a:gd name="connsiteY8" fmla="*/ 2298779 h 3931816"/>
              <a:gd name="connsiteX9" fmla="*/ 1 w 2520158"/>
              <a:gd name="connsiteY9" fmla="*/ 1633037 h 3931816"/>
              <a:gd name="connsiteX10" fmla="*/ 1 w 2520158"/>
              <a:gd name="connsiteY10" fmla="*/ 544895 h 3931816"/>
              <a:gd name="connsiteX11" fmla="*/ 2520158 w 2520158"/>
              <a:gd name="connsiteY11" fmla="*/ 0 h 3931816"/>
              <a:gd name="connsiteX0" fmla="*/ 2520158 w 2520158"/>
              <a:gd name="connsiteY0" fmla="*/ 0 h 3931816"/>
              <a:gd name="connsiteX1" fmla="*/ 2520158 w 2520158"/>
              <a:gd name="connsiteY1" fmla="*/ 946497 h 3931816"/>
              <a:gd name="connsiteX2" fmla="*/ 2520158 w 2520158"/>
              <a:gd name="connsiteY2" fmla="*/ 1088143 h 3931816"/>
              <a:gd name="connsiteX3" fmla="*/ 2520158 w 2520158"/>
              <a:gd name="connsiteY3" fmla="*/ 3034729 h 3931816"/>
              <a:gd name="connsiteX4" fmla="*/ 2520157 w 2520158"/>
              <a:gd name="connsiteY4" fmla="*/ 3034729 h 3931816"/>
              <a:gd name="connsiteX5" fmla="*/ 2520157 w 2520158"/>
              <a:gd name="connsiteY5" fmla="*/ 3931816 h 3931816"/>
              <a:gd name="connsiteX6" fmla="*/ 0 w 2520158"/>
              <a:gd name="connsiteY6" fmla="*/ 3386922 h 3931816"/>
              <a:gd name="connsiteX7" fmla="*/ 0 w 2520158"/>
              <a:gd name="connsiteY7" fmla="*/ 2298779 h 3931816"/>
              <a:gd name="connsiteX8" fmla="*/ 1 w 2520158"/>
              <a:gd name="connsiteY8" fmla="*/ 2298779 h 3931816"/>
              <a:gd name="connsiteX9" fmla="*/ 1 w 2520158"/>
              <a:gd name="connsiteY9" fmla="*/ 544895 h 3931816"/>
              <a:gd name="connsiteX10" fmla="*/ 2520158 w 2520158"/>
              <a:gd name="connsiteY10" fmla="*/ 0 h 3931816"/>
              <a:gd name="connsiteX0" fmla="*/ 2520158 w 2520158"/>
              <a:gd name="connsiteY0" fmla="*/ 0 h 3931816"/>
              <a:gd name="connsiteX1" fmla="*/ 2520158 w 2520158"/>
              <a:gd name="connsiteY1" fmla="*/ 946497 h 3931816"/>
              <a:gd name="connsiteX2" fmla="*/ 2520158 w 2520158"/>
              <a:gd name="connsiteY2" fmla="*/ 1088143 h 3931816"/>
              <a:gd name="connsiteX3" fmla="*/ 2520158 w 2520158"/>
              <a:gd name="connsiteY3" fmla="*/ 3034729 h 3931816"/>
              <a:gd name="connsiteX4" fmla="*/ 2520157 w 2520158"/>
              <a:gd name="connsiteY4" fmla="*/ 3034729 h 3931816"/>
              <a:gd name="connsiteX5" fmla="*/ 2520157 w 2520158"/>
              <a:gd name="connsiteY5" fmla="*/ 3931816 h 3931816"/>
              <a:gd name="connsiteX6" fmla="*/ 0 w 2520158"/>
              <a:gd name="connsiteY6" fmla="*/ 3386922 h 3931816"/>
              <a:gd name="connsiteX7" fmla="*/ 0 w 2520158"/>
              <a:gd name="connsiteY7" fmla="*/ 2298779 h 3931816"/>
              <a:gd name="connsiteX8" fmla="*/ 1 w 2520158"/>
              <a:gd name="connsiteY8" fmla="*/ 544895 h 3931816"/>
              <a:gd name="connsiteX9" fmla="*/ 2520158 w 2520158"/>
              <a:gd name="connsiteY9" fmla="*/ 0 h 3931816"/>
              <a:gd name="connsiteX0" fmla="*/ 2520158 w 2520158"/>
              <a:gd name="connsiteY0" fmla="*/ 0 h 3931816"/>
              <a:gd name="connsiteX1" fmla="*/ 2520158 w 2520158"/>
              <a:gd name="connsiteY1" fmla="*/ 946497 h 3931816"/>
              <a:gd name="connsiteX2" fmla="*/ 2520158 w 2520158"/>
              <a:gd name="connsiteY2" fmla="*/ 1088143 h 3931816"/>
              <a:gd name="connsiteX3" fmla="*/ 2520158 w 2520158"/>
              <a:gd name="connsiteY3" fmla="*/ 3034729 h 3931816"/>
              <a:gd name="connsiteX4" fmla="*/ 2520157 w 2520158"/>
              <a:gd name="connsiteY4" fmla="*/ 3931816 h 3931816"/>
              <a:gd name="connsiteX5" fmla="*/ 0 w 2520158"/>
              <a:gd name="connsiteY5" fmla="*/ 3386922 h 3931816"/>
              <a:gd name="connsiteX6" fmla="*/ 0 w 2520158"/>
              <a:gd name="connsiteY6" fmla="*/ 2298779 h 3931816"/>
              <a:gd name="connsiteX7" fmla="*/ 1 w 2520158"/>
              <a:gd name="connsiteY7" fmla="*/ 544895 h 3931816"/>
              <a:gd name="connsiteX8" fmla="*/ 2520158 w 2520158"/>
              <a:gd name="connsiteY8" fmla="*/ 0 h 3931816"/>
              <a:gd name="connsiteX0" fmla="*/ 2520158 w 2520158"/>
              <a:gd name="connsiteY0" fmla="*/ 0 h 3931816"/>
              <a:gd name="connsiteX1" fmla="*/ 2520158 w 2520158"/>
              <a:gd name="connsiteY1" fmla="*/ 946497 h 3931816"/>
              <a:gd name="connsiteX2" fmla="*/ 2520158 w 2520158"/>
              <a:gd name="connsiteY2" fmla="*/ 3034729 h 3931816"/>
              <a:gd name="connsiteX3" fmla="*/ 2520157 w 2520158"/>
              <a:gd name="connsiteY3" fmla="*/ 3931816 h 3931816"/>
              <a:gd name="connsiteX4" fmla="*/ 0 w 2520158"/>
              <a:gd name="connsiteY4" fmla="*/ 3386922 h 3931816"/>
              <a:gd name="connsiteX5" fmla="*/ 0 w 2520158"/>
              <a:gd name="connsiteY5" fmla="*/ 2298779 h 3931816"/>
              <a:gd name="connsiteX6" fmla="*/ 1 w 2520158"/>
              <a:gd name="connsiteY6" fmla="*/ 544895 h 3931816"/>
              <a:gd name="connsiteX7" fmla="*/ 2520158 w 2520158"/>
              <a:gd name="connsiteY7" fmla="*/ 0 h 3931816"/>
              <a:gd name="connsiteX0" fmla="*/ 2520158 w 2520158"/>
              <a:gd name="connsiteY0" fmla="*/ 0 h 3931816"/>
              <a:gd name="connsiteX1" fmla="*/ 2520158 w 2520158"/>
              <a:gd name="connsiteY1" fmla="*/ 3034729 h 3931816"/>
              <a:gd name="connsiteX2" fmla="*/ 2520157 w 2520158"/>
              <a:gd name="connsiteY2" fmla="*/ 3931816 h 3931816"/>
              <a:gd name="connsiteX3" fmla="*/ 0 w 2520158"/>
              <a:gd name="connsiteY3" fmla="*/ 3386922 h 3931816"/>
              <a:gd name="connsiteX4" fmla="*/ 0 w 2520158"/>
              <a:gd name="connsiteY4" fmla="*/ 2298779 h 3931816"/>
              <a:gd name="connsiteX5" fmla="*/ 1 w 2520158"/>
              <a:gd name="connsiteY5" fmla="*/ 544895 h 3931816"/>
              <a:gd name="connsiteX6" fmla="*/ 2520158 w 2520158"/>
              <a:gd name="connsiteY6" fmla="*/ 0 h 3931816"/>
              <a:gd name="connsiteX0" fmla="*/ 2520158 w 2520158"/>
              <a:gd name="connsiteY0" fmla="*/ 0 h 3931816"/>
              <a:gd name="connsiteX1" fmla="*/ 2520157 w 2520158"/>
              <a:gd name="connsiteY1" fmla="*/ 3931816 h 3931816"/>
              <a:gd name="connsiteX2" fmla="*/ 0 w 2520158"/>
              <a:gd name="connsiteY2" fmla="*/ 3386922 h 3931816"/>
              <a:gd name="connsiteX3" fmla="*/ 0 w 2520158"/>
              <a:gd name="connsiteY3" fmla="*/ 2298779 h 3931816"/>
              <a:gd name="connsiteX4" fmla="*/ 1 w 2520158"/>
              <a:gd name="connsiteY4" fmla="*/ 544895 h 3931816"/>
              <a:gd name="connsiteX5" fmla="*/ 2520158 w 2520158"/>
              <a:gd name="connsiteY5" fmla="*/ 0 h 3931816"/>
              <a:gd name="connsiteX0" fmla="*/ 2520158 w 2520158"/>
              <a:gd name="connsiteY0" fmla="*/ 0 h 3931816"/>
              <a:gd name="connsiteX1" fmla="*/ 2520157 w 2520158"/>
              <a:gd name="connsiteY1" fmla="*/ 3931816 h 3931816"/>
              <a:gd name="connsiteX2" fmla="*/ 0 w 2520158"/>
              <a:gd name="connsiteY2" fmla="*/ 3386922 h 3931816"/>
              <a:gd name="connsiteX3" fmla="*/ 1 w 2520158"/>
              <a:gd name="connsiteY3" fmla="*/ 544895 h 3931816"/>
              <a:gd name="connsiteX4" fmla="*/ 2520158 w 2520158"/>
              <a:gd name="connsiteY4" fmla="*/ 0 h 3931816"/>
            </a:gdLst>
            <a:ahLst/>
            <a:cxnLst>
              <a:cxn ang="0">
                <a:pos x="connsiteX0" y="connsiteY0"/>
              </a:cxn>
              <a:cxn ang="0">
                <a:pos x="connsiteX1" y="connsiteY1"/>
              </a:cxn>
              <a:cxn ang="0">
                <a:pos x="connsiteX2" y="connsiteY2"/>
              </a:cxn>
              <a:cxn ang="0">
                <a:pos x="connsiteX3" y="connsiteY3"/>
              </a:cxn>
              <a:cxn ang="0">
                <a:pos x="connsiteX4" y="connsiteY4"/>
              </a:cxn>
            </a:cxnLst>
            <a:rect l="l" t="t" r="r" b="b"/>
            <a:pathLst>
              <a:path w="2520158" h="3931816">
                <a:moveTo>
                  <a:pt x="2520158" y="0"/>
                </a:moveTo>
                <a:cubicBezTo>
                  <a:pt x="2520158" y="1310605"/>
                  <a:pt x="2520157" y="2621211"/>
                  <a:pt x="2520157" y="3931816"/>
                </a:cubicBezTo>
                <a:lnTo>
                  <a:pt x="0" y="3386922"/>
                </a:lnTo>
                <a:cubicBezTo>
                  <a:pt x="0" y="2439580"/>
                  <a:pt x="1" y="1492237"/>
                  <a:pt x="1" y="544895"/>
                </a:cubicBezTo>
                <a:lnTo>
                  <a:pt x="2520158" y="0"/>
                </a:lnTo>
                <a:close/>
              </a:path>
            </a:pathLst>
          </a:custGeom>
          <a:noFill/>
          <a:ln w="9525">
            <a:solidFill>
              <a:schemeClr val="tx2">
                <a:lumMod val="20000"/>
                <a:lumOff val="80000"/>
              </a:schemeClr>
            </a:solidFill>
            <a:round/>
            <a:headEnd/>
            <a:tailEnd/>
          </a:ln>
        </p:spPr>
        <p:txBody>
          <a:bodyPr vert="horz" wrap="square" lIns="91440" tIns="45720" rIns="91440" bIns="45720" numCol="1" anchor="t" anchorCtr="0" compatLnSpc="1">
            <a:prstTxWarp prst="textNoShape">
              <a:avLst/>
            </a:prstTxWarp>
            <a:noAutofit/>
          </a:bodyPr>
          <a:lstStyle/>
          <a:p>
            <a:pPr marL="0" marR="0" lvl="0" indent="0" defTabSz="91440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endParaRPr kumimoji="0" lang="en-US" sz="1800" b="0" i="0" u="none" strike="noStrike" kern="0" cap="none" spc="0" normalizeH="0" baseline="0" noProof="0">
              <a:ln>
                <a:noFill/>
              </a:ln>
              <a:solidFill>
                <a:srgbClr val="000000"/>
              </a:solidFill>
              <a:effectLst/>
              <a:uLnTx/>
              <a:uFillTx/>
            </a:endParaRPr>
          </a:p>
        </p:txBody>
      </p:sp>
      <p:sp>
        <p:nvSpPr>
          <p:cNvPr id="6" name="Freihandform: Form 21">
            <a:extLst>
              <a:ext uri="{FF2B5EF4-FFF2-40B4-BE49-F238E27FC236}">
                <a16:creationId xmlns:a16="http://schemas.microsoft.com/office/drawing/2014/main" id="{20E7B7D9-27AE-93CB-118D-F643EC97C243}"/>
              </a:ext>
            </a:extLst>
          </p:cNvPr>
          <p:cNvSpPr>
            <a:spLocks/>
          </p:cNvSpPr>
          <p:nvPr/>
        </p:nvSpPr>
        <p:spPr bwMode="gray">
          <a:xfrm flipH="1">
            <a:off x="8652665" y="1938437"/>
            <a:ext cx="2556670" cy="3489672"/>
          </a:xfrm>
          <a:custGeom>
            <a:avLst/>
            <a:gdLst>
              <a:gd name="connsiteX0" fmla="*/ 2520158 w 2520158"/>
              <a:gd name="connsiteY0" fmla="*/ 0 h 3931816"/>
              <a:gd name="connsiteX1" fmla="*/ 2520158 w 2520158"/>
              <a:gd name="connsiteY1" fmla="*/ 946497 h 3931816"/>
              <a:gd name="connsiteX2" fmla="*/ 2520158 w 2520158"/>
              <a:gd name="connsiteY2" fmla="*/ 1088143 h 3931816"/>
              <a:gd name="connsiteX3" fmla="*/ 2520158 w 2520158"/>
              <a:gd name="connsiteY3" fmla="*/ 3034729 h 3931816"/>
              <a:gd name="connsiteX4" fmla="*/ 2520157 w 2520158"/>
              <a:gd name="connsiteY4" fmla="*/ 3034729 h 3931816"/>
              <a:gd name="connsiteX5" fmla="*/ 2520157 w 2520158"/>
              <a:gd name="connsiteY5" fmla="*/ 3931816 h 3931816"/>
              <a:gd name="connsiteX6" fmla="*/ 0 w 2520158"/>
              <a:gd name="connsiteY6" fmla="*/ 3386922 h 3931816"/>
              <a:gd name="connsiteX7" fmla="*/ 0 w 2520158"/>
              <a:gd name="connsiteY7" fmla="*/ 2298779 h 3931816"/>
              <a:gd name="connsiteX8" fmla="*/ 1 w 2520158"/>
              <a:gd name="connsiteY8" fmla="*/ 2298779 h 3931816"/>
              <a:gd name="connsiteX9" fmla="*/ 1 w 2520158"/>
              <a:gd name="connsiteY9" fmla="*/ 1633037 h 3931816"/>
              <a:gd name="connsiteX10" fmla="*/ 1 w 2520158"/>
              <a:gd name="connsiteY10" fmla="*/ 946497 h 3931816"/>
              <a:gd name="connsiteX11" fmla="*/ 1 w 2520158"/>
              <a:gd name="connsiteY11" fmla="*/ 544895 h 3931816"/>
              <a:gd name="connsiteX0" fmla="*/ 2520158 w 2520158"/>
              <a:gd name="connsiteY0" fmla="*/ 0 h 3931816"/>
              <a:gd name="connsiteX1" fmla="*/ 2520158 w 2520158"/>
              <a:gd name="connsiteY1" fmla="*/ 946497 h 3931816"/>
              <a:gd name="connsiteX2" fmla="*/ 2520158 w 2520158"/>
              <a:gd name="connsiteY2" fmla="*/ 1088143 h 3931816"/>
              <a:gd name="connsiteX3" fmla="*/ 2520158 w 2520158"/>
              <a:gd name="connsiteY3" fmla="*/ 3034729 h 3931816"/>
              <a:gd name="connsiteX4" fmla="*/ 2520157 w 2520158"/>
              <a:gd name="connsiteY4" fmla="*/ 3034729 h 3931816"/>
              <a:gd name="connsiteX5" fmla="*/ 2520157 w 2520158"/>
              <a:gd name="connsiteY5" fmla="*/ 3931816 h 3931816"/>
              <a:gd name="connsiteX6" fmla="*/ 0 w 2520158"/>
              <a:gd name="connsiteY6" fmla="*/ 3386922 h 3931816"/>
              <a:gd name="connsiteX7" fmla="*/ 0 w 2520158"/>
              <a:gd name="connsiteY7" fmla="*/ 2298779 h 3931816"/>
              <a:gd name="connsiteX8" fmla="*/ 1 w 2520158"/>
              <a:gd name="connsiteY8" fmla="*/ 2298779 h 3931816"/>
              <a:gd name="connsiteX9" fmla="*/ 1 w 2520158"/>
              <a:gd name="connsiteY9" fmla="*/ 1633037 h 3931816"/>
              <a:gd name="connsiteX10" fmla="*/ 1 w 2520158"/>
              <a:gd name="connsiteY10" fmla="*/ 544895 h 3931816"/>
              <a:gd name="connsiteX11" fmla="*/ 2520158 w 2520158"/>
              <a:gd name="connsiteY11" fmla="*/ 0 h 3931816"/>
              <a:gd name="connsiteX0" fmla="*/ 2520158 w 2520158"/>
              <a:gd name="connsiteY0" fmla="*/ 0 h 3931816"/>
              <a:gd name="connsiteX1" fmla="*/ 2520158 w 2520158"/>
              <a:gd name="connsiteY1" fmla="*/ 946497 h 3931816"/>
              <a:gd name="connsiteX2" fmla="*/ 2520158 w 2520158"/>
              <a:gd name="connsiteY2" fmla="*/ 1088143 h 3931816"/>
              <a:gd name="connsiteX3" fmla="*/ 2520158 w 2520158"/>
              <a:gd name="connsiteY3" fmla="*/ 3034729 h 3931816"/>
              <a:gd name="connsiteX4" fmla="*/ 2520157 w 2520158"/>
              <a:gd name="connsiteY4" fmla="*/ 3034729 h 3931816"/>
              <a:gd name="connsiteX5" fmla="*/ 2520157 w 2520158"/>
              <a:gd name="connsiteY5" fmla="*/ 3931816 h 3931816"/>
              <a:gd name="connsiteX6" fmla="*/ 0 w 2520158"/>
              <a:gd name="connsiteY6" fmla="*/ 3386922 h 3931816"/>
              <a:gd name="connsiteX7" fmla="*/ 0 w 2520158"/>
              <a:gd name="connsiteY7" fmla="*/ 2298779 h 3931816"/>
              <a:gd name="connsiteX8" fmla="*/ 1 w 2520158"/>
              <a:gd name="connsiteY8" fmla="*/ 2298779 h 3931816"/>
              <a:gd name="connsiteX9" fmla="*/ 1 w 2520158"/>
              <a:gd name="connsiteY9" fmla="*/ 544895 h 3931816"/>
              <a:gd name="connsiteX10" fmla="*/ 2520158 w 2520158"/>
              <a:gd name="connsiteY10" fmla="*/ 0 h 3931816"/>
              <a:gd name="connsiteX0" fmla="*/ 2520158 w 2520158"/>
              <a:gd name="connsiteY0" fmla="*/ 0 h 3931816"/>
              <a:gd name="connsiteX1" fmla="*/ 2520158 w 2520158"/>
              <a:gd name="connsiteY1" fmla="*/ 946497 h 3931816"/>
              <a:gd name="connsiteX2" fmla="*/ 2520158 w 2520158"/>
              <a:gd name="connsiteY2" fmla="*/ 1088143 h 3931816"/>
              <a:gd name="connsiteX3" fmla="*/ 2520158 w 2520158"/>
              <a:gd name="connsiteY3" fmla="*/ 3034729 h 3931816"/>
              <a:gd name="connsiteX4" fmla="*/ 2520157 w 2520158"/>
              <a:gd name="connsiteY4" fmla="*/ 3034729 h 3931816"/>
              <a:gd name="connsiteX5" fmla="*/ 2520157 w 2520158"/>
              <a:gd name="connsiteY5" fmla="*/ 3931816 h 3931816"/>
              <a:gd name="connsiteX6" fmla="*/ 0 w 2520158"/>
              <a:gd name="connsiteY6" fmla="*/ 3386922 h 3931816"/>
              <a:gd name="connsiteX7" fmla="*/ 0 w 2520158"/>
              <a:gd name="connsiteY7" fmla="*/ 2298779 h 3931816"/>
              <a:gd name="connsiteX8" fmla="*/ 1 w 2520158"/>
              <a:gd name="connsiteY8" fmla="*/ 544895 h 3931816"/>
              <a:gd name="connsiteX9" fmla="*/ 2520158 w 2520158"/>
              <a:gd name="connsiteY9" fmla="*/ 0 h 3931816"/>
              <a:gd name="connsiteX0" fmla="*/ 2520158 w 2520158"/>
              <a:gd name="connsiteY0" fmla="*/ 0 h 3931816"/>
              <a:gd name="connsiteX1" fmla="*/ 2520158 w 2520158"/>
              <a:gd name="connsiteY1" fmla="*/ 946497 h 3931816"/>
              <a:gd name="connsiteX2" fmla="*/ 2520158 w 2520158"/>
              <a:gd name="connsiteY2" fmla="*/ 1088143 h 3931816"/>
              <a:gd name="connsiteX3" fmla="*/ 2520158 w 2520158"/>
              <a:gd name="connsiteY3" fmla="*/ 3034729 h 3931816"/>
              <a:gd name="connsiteX4" fmla="*/ 2520157 w 2520158"/>
              <a:gd name="connsiteY4" fmla="*/ 3931816 h 3931816"/>
              <a:gd name="connsiteX5" fmla="*/ 0 w 2520158"/>
              <a:gd name="connsiteY5" fmla="*/ 3386922 h 3931816"/>
              <a:gd name="connsiteX6" fmla="*/ 0 w 2520158"/>
              <a:gd name="connsiteY6" fmla="*/ 2298779 h 3931816"/>
              <a:gd name="connsiteX7" fmla="*/ 1 w 2520158"/>
              <a:gd name="connsiteY7" fmla="*/ 544895 h 3931816"/>
              <a:gd name="connsiteX8" fmla="*/ 2520158 w 2520158"/>
              <a:gd name="connsiteY8" fmla="*/ 0 h 3931816"/>
              <a:gd name="connsiteX0" fmla="*/ 2520158 w 2520158"/>
              <a:gd name="connsiteY0" fmla="*/ 0 h 3931816"/>
              <a:gd name="connsiteX1" fmla="*/ 2520158 w 2520158"/>
              <a:gd name="connsiteY1" fmla="*/ 946497 h 3931816"/>
              <a:gd name="connsiteX2" fmla="*/ 2520158 w 2520158"/>
              <a:gd name="connsiteY2" fmla="*/ 3034729 h 3931816"/>
              <a:gd name="connsiteX3" fmla="*/ 2520157 w 2520158"/>
              <a:gd name="connsiteY3" fmla="*/ 3931816 h 3931816"/>
              <a:gd name="connsiteX4" fmla="*/ 0 w 2520158"/>
              <a:gd name="connsiteY4" fmla="*/ 3386922 h 3931816"/>
              <a:gd name="connsiteX5" fmla="*/ 0 w 2520158"/>
              <a:gd name="connsiteY5" fmla="*/ 2298779 h 3931816"/>
              <a:gd name="connsiteX6" fmla="*/ 1 w 2520158"/>
              <a:gd name="connsiteY6" fmla="*/ 544895 h 3931816"/>
              <a:gd name="connsiteX7" fmla="*/ 2520158 w 2520158"/>
              <a:gd name="connsiteY7" fmla="*/ 0 h 3931816"/>
              <a:gd name="connsiteX0" fmla="*/ 2520158 w 2520158"/>
              <a:gd name="connsiteY0" fmla="*/ 0 h 3931816"/>
              <a:gd name="connsiteX1" fmla="*/ 2520158 w 2520158"/>
              <a:gd name="connsiteY1" fmla="*/ 3034729 h 3931816"/>
              <a:gd name="connsiteX2" fmla="*/ 2520157 w 2520158"/>
              <a:gd name="connsiteY2" fmla="*/ 3931816 h 3931816"/>
              <a:gd name="connsiteX3" fmla="*/ 0 w 2520158"/>
              <a:gd name="connsiteY3" fmla="*/ 3386922 h 3931816"/>
              <a:gd name="connsiteX4" fmla="*/ 0 w 2520158"/>
              <a:gd name="connsiteY4" fmla="*/ 2298779 h 3931816"/>
              <a:gd name="connsiteX5" fmla="*/ 1 w 2520158"/>
              <a:gd name="connsiteY5" fmla="*/ 544895 h 3931816"/>
              <a:gd name="connsiteX6" fmla="*/ 2520158 w 2520158"/>
              <a:gd name="connsiteY6" fmla="*/ 0 h 3931816"/>
              <a:gd name="connsiteX0" fmla="*/ 2520158 w 2520158"/>
              <a:gd name="connsiteY0" fmla="*/ 0 h 3931816"/>
              <a:gd name="connsiteX1" fmla="*/ 2520157 w 2520158"/>
              <a:gd name="connsiteY1" fmla="*/ 3931816 h 3931816"/>
              <a:gd name="connsiteX2" fmla="*/ 0 w 2520158"/>
              <a:gd name="connsiteY2" fmla="*/ 3386922 h 3931816"/>
              <a:gd name="connsiteX3" fmla="*/ 0 w 2520158"/>
              <a:gd name="connsiteY3" fmla="*/ 2298779 h 3931816"/>
              <a:gd name="connsiteX4" fmla="*/ 1 w 2520158"/>
              <a:gd name="connsiteY4" fmla="*/ 544895 h 3931816"/>
              <a:gd name="connsiteX5" fmla="*/ 2520158 w 2520158"/>
              <a:gd name="connsiteY5" fmla="*/ 0 h 3931816"/>
              <a:gd name="connsiteX0" fmla="*/ 2520158 w 2520158"/>
              <a:gd name="connsiteY0" fmla="*/ 0 h 3931816"/>
              <a:gd name="connsiteX1" fmla="*/ 2520157 w 2520158"/>
              <a:gd name="connsiteY1" fmla="*/ 3931816 h 3931816"/>
              <a:gd name="connsiteX2" fmla="*/ 0 w 2520158"/>
              <a:gd name="connsiteY2" fmla="*/ 3386922 h 3931816"/>
              <a:gd name="connsiteX3" fmla="*/ 1 w 2520158"/>
              <a:gd name="connsiteY3" fmla="*/ 544895 h 3931816"/>
              <a:gd name="connsiteX4" fmla="*/ 2520158 w 2520158"/>
              <a:gd name="connsiteY4" fmla="*/ 0 h 3931816"/>
            </a:gdLst>
            <a:ahLst/>
            <a:cxnLst>
              <a:cxn ang="0">
                <a:pos x="connsiteX0" y="connsiteY0"/>
              </a:cxn>
              <a:cxn ang="0">
                <a:pos x="connsiteX1" y="connsiteY1"/>
              </a:cxn>
              <a:cxn ang="0">
                <a:pos x="connsiteX2" y="connsiteY2"/>
              </a:cxn>
              <a:cxn ang="0">
                <a:pos x="connsiteX3" y="connsiteY3"/>
              </a:cxn>
              <a:cxn ang="0">
                <a:pos x="connsiteX4" y="connsiteY4"/>
              </a:cxn>
            </a:cxnLst>
            <a:rect l="l" t="t" r="r" b="b"/>
            <a:pathLst>
              <a:path w="2520158" h="3931816">
                <a:moveTo>
                  <a:pt x="2520158" y="0"/>
                </a:moveTo>
                <a:cubicBezTo>
                  <a:pt x="2520158" y="1310605"/>
                  <a:pt x="2520157" y="2621211"/>
                  <a:pt x="2520157" y="3931816"/>
                </a:cubicBezTo>
                <a:lnTo>
                  <a:pt x="0" y="3386922"/>
                </a:lnTo>
                <a:cubicBezTo>
                  <a:pt x="0" y="2439580"/>
                  <a:pt x="1" y="1492237"/>
                  <a:pt x="1" y="544895"/>
                </a:cubicBezTo>
                <a:lnTo>
                  <a:pt x="2520158" y="0"/>
                </a:lnTo>
                <a:close/>
              </a:path>
            </a:pathLst>
          </a:custGeom>
          <a:noFill/>
          <a:ln w="9525">
            <a:solidFill>
              <a:schemeClr val="tx2">
                <a:lumMod val="20000"/>
                <a:lumOff val="80000"/>
              </a:schemeClr>
            </a:solidFill>
            <a:round/>
            <a:headEnd/>
            <a:tailEnd/>
          </a:ln>
        </p:spPr>
        <p:txBody>
          <a:bodyPr vert="horz" wrap="square" lIns="91440" tIns="45720" rIns="91440" bIns="45720" numCol="1" anchor="t" anchorCtr="0" compatLnSpc="1">
            <a:prstTxWarp prst="textNoShape">
              <a:avLst/>
            </a:prstTxWarp>
            <a:noAutofit/>
          </a:bodyPr>
          <a:lstStyle/>
          <a:p>
            <a:pPr marL="0" marR="0" lvl="0" indent="0" defTabSz="91440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endParaRPr kumimoji="0" lang="en-US" sz="1800" b="0" i="0" u="none" strike="noStrike" kern="0" cap="none" spc="0" normalizeH="0" baseline="0" noProof="0">
              <a:ln>
                <a:noFill/>
              </a:ln>
              <a:solidFill>
                <a:srgbClr val="000000"/>
              </a:solidFill>
              <a:effectLst/>
              <a:uLnTx/>
              <a:uFillTx/>
            </a:endParaRPr>
          </a:p>
        </p:txBody>
      </p:sp>
      <p:sp>
        <p:nvSpPr>
          <p:cNvPr id="7" name="Freihandform: Form 18">
            <a:extLst>
              <a:ext uri="{FF2B5EF4-FFF2-40B4-BE49-F238E27FC236}">
                <a16:creationId xmlns:a16="http://schemas.microsoft.com/office/drawing/2014/main" id="{1D5EE4FD-E8A4-C0E3-569B-A5B633B2CE6A}"/>
              </a:ext>
            </a:extLst>
          </p:cNvPr>
          <p:cNvSpPr>
            <a:spLocks/>
          </p:cNvSpPr>
          <p:nvPr/>
        </p:nvSpPr>
        <p:spPr bwMode="gray">
          <a:xfrm>
            <a:off x="982665" y="1938437"/>
            <a:ext cx="2556670" cy="3489672"/>
          </a:xfrm>
          <a:custGeom>
            <a:avLst/>
            <a:gdLst>
              <a:gd name="connsiteX0" fmla="*/ 2520158 w 2520158"/>
              <a:gd name="connsiteY0" fmla="*/ 0 h 3931816"/>
              <a:gd name="connsiteX1" fmla="*/ 2520158 w 2520158"/>
              <a:gd name="connsiteY1" fmla="*/ 946497 h 3931816"/>
              <a:gd name="connsiteX2" fmla="*/ 2520158 w 2520158"/>
              <a:gd name="connsiteY2" fmla="*/ 1088143 h 3931816"/>
              <a:gd name="connsiteX3" fmla="*/ 2520158 w 2520158"/>
              <a:gd name="connsiteY3" fmla="*/ 3034729 h 3931816"/>
              <a:gd name="connsiteX4" fmla="*/ 2520157 w 2520158"/>
              <a:gd name="connsiteY4" fmla="*/ 3034729 h 3931816"/>
              <a:gd name="connsiteX5" fmla="*/ 2520157 w 2520158"/>
              <a:gd name="connsiteY5" fmla="*/ 3931816 h 3931816"/>
              <a:gd name="connsiteX6" fmla="*/ 0 w 2520158"/>
              <a:gd name="connsiteY6" fmla="*/ 3386922 h 3931816"/>
              <a:gd name="connsiteX7" fmla="*/ 0 w 2520158"/>
              <a:gd name="connsiteY7" fmla="*/ 2298779 h 3931816"/>
              <a:gd name="connsiteX8" fmla="*/ 1 w 2520158"/>
              <a:gd name="connsiteY8" fmla="*/ 2298779 h 3931816"/>
              <a:gd name="connsiteX9" fmla="*/ 1 w 2520158"/>
              <a:gd name="connsiteY9" fmla="*/ 1633037 h 3931816"/>
              <a:gd name="connsiteX10" fmla="*/ 1 w 2520158"/>
              <a:gd name="connsiteY10" fmla="*/ 946497 h 3931816"/>
              <a:gd name="connsiteX11" fmla="*/ 1 w 2520158"/>
              <a:gd name="connsiteY11" fmla="*/ 544895 h 3931816"/>
              <a:gd name="connsiteX0" fmla="*/ 2520158 w 2520158"/>
              <a:gd name="connsiteY0" fmla="*/ 0 h 3931816"/>
              <a:gd name="connsiteX1" fmla="*/ 2520158 w 2520158"/>
              <a:gd name="connsiteY1" fmla="*/ 946497 h 3931816"/>
              <a:gd name="connsiteX2" fmla="*/ 2520158 w 2520158"/>
              <a:gd name="connsiteY2" fmla="*/ 1088143 h 3931816"/>
              <a:gd name="connsiteX3" fmla="*/ 2520158 w 2520158"/>
              <a:gd name="connsiteY3" fmla="*/ 3034729 h 3931816"/>
              <a:gd name="connsiteX4" fmla="*/ 2520157 w 2520158"/>
              <a:gd name="connsiteY4" fmla="*/ 3034729 h 3931816"/>
              <a:gd name="connsiteX5" fmla="*/ 2520157 w 2520158"/>
              <a:gd name="connsiteY5" fmla="*/ 3931816 h 3931816"/>
              <a:gd name="connsiteX6" fmla="*/ 0 w 2520158"/>
              <a:gd name="connsiteY6" fmla="*/ 3386922 h 3931816"/>
              <a:gd name="connsiteX7" fmla="*/ 0 w 2520158"/>
              <a:gd name="connsiteY7" fmla="*/ 2298779 h 3931816"/>
              <a:gd name="connsiteX8" fmla="*/ 1 w 2520158"/>
              <a:gd name="connsiteY8" fmla="*/ 2298779 h 3931816"/>
              <a:gd name="connsiteX9" fmla="*/ 1 w 2520158"/>
              <a:gd name="connsiteY9" fmla="*/ 1633037 h 3931816"/>
              <a:gd name="connsiteX10" fmla="*/ 1 w 2520158"/>
              <a:gd name="connsiteY10" fmla="*/ 544895 h 3931816"/>
              <a:gd name="connsiteX11" fmla="*/ 2520158 w 2520158"/>
              <a:gd name="connsiteY11" fmla="*/ 0 h 3931816"/>
              <a:gd name="connsiteX0" fmla="*/ 2520158 w 2520158"/>
              <a:gd name="connsiteY0" fmla="*/ 0 h 3931816"/>
              <a:gd name="connsiteX1" fmla="*/ 2520158 w 2520158"/>
              <a:gd name="connsiteY1" fmla="*/ 946497 h 3931816"/>
              <a:gd name="connsiteX2" fmla="*/ 2520158 w 2520158"/>
              <a:gd name="connsiteY2" fmla="*/ 1088143 h 3931816"/>
              <a:gd name="connsiteX3" fmla="*/ 2520158 w 2520158"/>
              <a:gd name="connsiteY3" fmla="*/ 3034729 h 3931816"/>
              <a:gd name="connsiteX4" fmla="*/ 2520157 w 2520158"/>
              <a:gd name="connsiteY4" fmla="*/ 3034729 h 3931816"/>
              <a:gd name="connsiteX5" fmla="*/ 2520157 w 2520158"/>
              <a:gd name="connsiteY5" fmla="*/ 3931816 h 3931816"/>
              <a:gd name="connsiteX6" fmla="*/ 0 w 2520158"/>
              <a:gd name="connsiteY6" fmla="*/ 3386922 h 3931816"/>
              <a:gd name="connsiteX7" fmla="*/ 0 w 2520158"/>
              <a:gd name="connsiteY7" fmla="*/ 2298779 h 3931816"/>
              <a:gd name="connsiteX8" fmla="*/ 1 w 2520158"/>
              <a:gd name="connsiteY8" fmla="*/ 2298779 h 3931816"/>
              <a:gd name="connsiteX9" fmla="*/ 1 w 2520158"/>
              <a:gd name="connsiteY9" fmla="*/ 544895 h 3931816"/>
              <a:gd name="connsiteX10" fmla="*/ 2520158 w 2520158"/>
              <a:gd name="connsiteY10" fmla="*/ 0 h 3931816"/>
              <a:gd name="connsiteX0" fmla="*/ 2520158 w 2520158"/>
              <a:gd name="connsiteY0" fmla="*/ 0 h 3931816"/>
              <a:gd name="connsiteX1" fmla="*/ 2520158 w 2520158"/>
              <a:gd name="connsiteY1" fmla="*/ 946497 h 3931816"/>
              <a:gd name="connsiteX2" fmla="*/ 2520158 w 2520158"/>
              <a:gd name="connsiteY2" fmla="*/ 1088143 h 3931816"/>
              <a:gd name="connsiteX3" fmla="*/ 2520158 w 2520158"/>
              <a:gd name="connsiteY3" fmla="*/ 3034729 h 3931816"/>
              <a:gd name="connsiteX4" fmla="*/ 2520157 w 2520158"/>
              <a:gd name="connsiteY4" fmla="*/ 3034729 h 3931816"/>
              <a:gd name="connsiteX5" fmla="*/ 2520157 w 2520158"/>
              <a:gd name="connsiteY5" fmla="*/ 3931816 h 3931816"/>
              <a:gd name="connsiteX6" fmla="*/ 0 w 2520158"/>
              <a:gd name="connsiteY6" fmla="*/ 3386922 h 3931816"/>
              <a:gd name="connsiteX7" fmla="*/ 0 w 2520158"/>
              <a:gd name="connsiteY7" fmla="*/ 2298779 h 3931816"/>
              <a:gd name="connsiteX8" fmla="*/ 1 w 2520158"/>
              <a:gd name="connsiteY8" fmla="*/ 544895 h 3931816"/>
              <a:gd name="connsiteX9" fmla="*/ 2520158 w 2520158"/>
              <a:gd name="connsiteY9" fmla="*/ 0 h 3931816"/>
              <a:gd name="connsiteX0" fmla="*/ 2520158 w 2520158"/>
              <a:gd name="connsiteY0" fmla="*/ 0 h 3931816"/>
              <a:gd name="connsiteX1" fmla="*/ 2520158 w 2520158"/>
              <a:gd name="connsiteY1" fmla="*/ 946497 h 3931816"/>
              <a:gd name="connsiteX2" fmla="*/ 2520158 w 2520158"/>
              <a:gd name="connsiteY2" fmla="*/ 1088143 h 3931816"/>
              <a:gd name="connsiteX3" fmla="*/ 2520158 w 2520158"/>
              <a:gd name="connsiteY3" fmla="*/ 3034729 h 3931816"/>
              <a:gd name="connsiteX4" fmla="*/ 2520157 w 2520158"/>
              <a:gd name="connsiteY4" fmla="*/ 3931816 h 3931816"/>
              <a:gd name="connsiteX5" fmla="*/ 0 w 2520158"/>
              <a:gd name="connsiteY5" fmla="*/ 3386922 h 3931816"/>
              <a:gd name="connsiteX6" fmla="*/ 0 w 2520158"/>
              <a:gd name="connsiteY6" fmla="*/ 2298779 h 3931816"/>
              <a:gd name="connsiteX7" fmla="*/ 1 w 2520158"/>
              <a:gd name="connsiteY7" fmla="*/ 544895 h 3931816"/>
              <a:gd name="connsiteX8" fmla="*/ 2520158 w 2520158"/>
              <a:gd name="connsiteY8" fmla="*/ 0 h 3931816"/>
              <a:gd name="connsiteX0" fmla="*/ 2520158 w 2520158"/>
              <a:gd name="connsiteY0" fmla="*/ 0 h 3931816"/>
              <a:gd name="connsiteX1" fmla="*/ 2520158 w 2520158"/>
              <a:gd name="connsiteY1" fmla="*/ 946497 h 3931816"/>
              <a:gd name="connsiteX2" fmla="*/ 2520158 w 2520158"/>
              <a:gd name="connsiteY2" fmla="*/ 3034729 h 3931816"/>
              <a:gd name="connsiteX3" fmla="*/ 2520157 w 2520158"/>
              <a:gd name="connsiteY3" fmla="*/ 3931816 h 3931816"/>
              <a:gd name="connsiteX4" fmla="*/ 0 w 2520158"/>
              <a:gd name="connsiteY4" fmla="*/ 3386922 h 3931816"/>
              <a:gd name="connsiteX5" fmla="*/ 0 w 2520158"/>
              <a:gd name="connsiteY5" fmla="*/ 2298779 h 3931816"/>
              <a:gd name="connsiteX6" fmla="*/ 1 w 2520158"/>
              <a:gd name="connsiteY6" fmla="*/ 544895 h 3931816"/>
              <a:gd name="connsiteX7" fmla="*/ 2520158 w 2520158"/>
              <a:gd name="connsiteY7" fmla="*/ 0 h 3931816"/>
              <a:gd name="connsiteX0" fmla="*/ 2520158 w 2520158"/>
              <a:gd name="connsiteY0" fmla="*/ 0 h 3931816"/>
              <a:gd name="connsiteX1" fmla="*/ 2520158 w 2520158"/>
              <a:gd name="connsiteY1" fmla="*/ 3034729 h 3931816"/>
              <a:gd name="connsiteX2" fmla="*/ 2520157 w 2520158"/>
              <a:gd name="connsiteY2" fmla="*/ 3931816 h 3931816"/>
              <a:gd name="connsiteX3" fmla="*/ 0 w 2520158"/>
              <a:gd name="connsiteY3" fmla="*/ 3386922 h 3931816"/>
              <a:gd name="connsiteX4" fmla="*/ 0 w 2520158"/>
              <a:gd name="connsiteY4" fmla="*/ 2298779 h 3931816"/>
              <a:gd name="connsiteX5" fmla="*/ 1 w 2520158"/>
              <a:gd name="connsiteY5" fmla="*/ 544895 h 3931816"/>
              <a:gd name="connsiteX6" fmla="*/ 2520158 w 2520158"/>
              <a:gd name="connsiteY6" fmla="*/ 0 h 3931816"/>
              <a:gd name="connsiteX0" fmla="*/ 2520158 w 2520158"/>
              <a:gd name="connsiteY0" fmla="*/ 0 h 3931816"/>
              <a:gd name="connsiteX1" fmla="*/ 2520157 w 2520158"/>
              <a:gd name="connsiteY1" fmla="*/ 3931816 h 3931816"/>
              <a:gd name="connsiteX2" fmla="*/ 0 w 2520158"/>
              <a:gd name="connsiteY2" fmla="*/ 3386922 h 3931816"/>
              <a:gd name="connsiteX3" fmla="*/ 0 w 2520158"/>
              <a:gd name="connsiteY3" fmla="*/ 2298779 h 3931816"/>
              <a:gd name="connsiteX4" fmla="*/ 1 w 2520158"/>
              <a:gd name="connsiteY4" fmla="*/ 544895 h 3931816"/>
              <a:gd name="connsiteX5" fmla="*/ 2520158 w 2520158"/>
              <a:gd name="connsiteY5" fmla="*/ 0 h 3931816"/>
              <a:gd name="connsiteX0" fmla="*/ 2520158 w 2520158"/>
              <a:gd name="connsiteY0" fmla="*/ 0 h 3931816"/>
              <a:gd name="connsiteX1" fmla="*/ 2520157 w 2520158"/>
              <a:gd name="connsiteY1" fmla="*/ 3931816 h 3931816"/>
              <a:gd name="connsiteX2" fmla="*/ 0 w 2520158"/>
              <a:gd name="connsiteY2" fmla="*/ 3386922 h 3931816"/>
              <a:gd name="connsiteX3" fmla="*/ 1 w 2520158"/>
              <a:gd name="connsiteY3" fmla="*/ 544895 h 3931816"/>
              <a:gd name="connsiteX4" fmla="*/ 2520158 w 2520158"/>
              <a:gd name="connsiteY4" fmla="*/ 0 h 3931816"/>
            </a:gdLst>
            <a:ahLst/>
            <a:cxnLst>
              <a:cxn ang="0">
                <a:pos x="connsiteX0" y="connsiteY0"/>
              </a:cxn>
              <a:cxn ang="0">
                <a:pos x="connsiteX1" y="connsiteY1"/>
              </a:cxn>
              <a:cxn ang="0">
                <a:pos x="connsiteX2" y="connsiteY2"/>
              </a:cxn>
              <a:cxn ang="0">
                <a:pos x="connsiteX3" y="connsiteY3"/>
              </a:cxn>
              <a:cxn ang="0">
                <a:pos x="connsiteX4" y="connsiteY4"/>
              </a:cxn>
            </a:cxnLst>
            <a:rect l="l" t="t" r="r" b="b"/>
            <a:pathLst>
              <a:path w="2520158" h="3931816">
                <a:moveTo>
                  <a:pt x="2520158" y="0"/>
                </a:moveTo>
                <a:cubicBezTo>
                  <a:pt x="2520158" y="1310605"/>
                  <a:pt x="2520157" y="2621211"/>
                  <a:pt x="2520157" y="3931816"/>
                </a:cubicBezTo>
                <a:lnTo>
                  <a:pt x="0" y="3386922"/>
                </a:lnTo>
                <a:cubicBezTo>
                  <a:pt x="0" y="2439580"/>
                  <a:pt x="1" y="1492237"/>
                  <a:pt x="1" y="544895"/>
                </a:cubicBezTo>
                <a:lnTo>
                  <a:pt x="2520158" y="0"/>
                </a:lnTo>
                <a:close/>
              </a:path>
            </a:pathLst>
          </a:custGeom>
          <a:noFill/>
          <a:ln w="9525">
            <a:solidFill>
              <a:schemeClr val="tx2">
                <a:lumMod val="20000"/>
                <a:lumOff val="80000"/>
              </a:schemeClr>
            </a:solidFill>
            <a:round/>
            <a:headEnd/>
            <a:tailEnd/>
          </a:ln>
        </p:spPr>
        <p:txBody>
          <a:bodyPr vert="horz" wrap="square" lIns="91440" tIns="45720" rIns="91440" bIns="45720" numCol="1" anchor="t" anchorCtr="0" compatLnSpc="1">
            <a:prstTxWarp prst="textNoShape">
              <a:avLst/>
            </a:prstTxWarp>
            <a:noAutofit/>
          </a:bodyPr>
          <a:lstStyle/>
          <a:p>
            <a:pPr marL="0" marR="0" lvl="0" indent="0" defTabSz="91440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endParaRPr kumimoji="0" lang="en-US" sz="1800" b="0" i="0" u="none" strike="noStrike" kern="0" cap="none" spc="0" normalizeH="0" baseline="0" noProof="0">
              <a:ln>
                <a:noFill/>
              </a:ln>
              <a:solidFill>
                <a:srgbClr val="000000"/>
              </a:solidFill>
              <a:effectLst/>
              <a:uLnTx/>
              <a:uFillTx/>
            </a:endParaRPr>
          </a:p>
        </p:txBody>
      </p:sp>
      <p:sp>
        <p:nvSpPr>
          <p:cNvPr id="9" name="Freihandform: Form 19">
            <a:extLst>
              <a:ext uri="{FF2B5EF4-FFF2-40B4-BE49-F238E27FC236}">
                <a16:creationId xmlns:a16="http://schemas.microsoft.com/office/drawing/2014/main" id="{9A5FA058-2CEB-B3B9-C8C2-CA4B6352F1A3}"/>
              </a:ext>
            </a:extLst>
          </p:cNvPr>
          <p:cNvSpPr>
            <a:spLocks/>
          </p:cNvSpPr>
          <p:nvPr/>
        </p:nvSpPr>
        <p:spPr bwMode="gray">
          <a:xfrm flipH="1">
            <a:off x="3539330" y="1938437"/>
            <a:ext cx="2556670" cy="3489672"/>
          </a:xfrm>
          <a:custGeom>
            <a:avLst/>
            <a:gdLst>
              <a:gd name="connsiteX0" fmla="*/ 2520158 w 2520158"/>
              <a:gd name="connsiteY0" fmla="*/ 0 h 3931816"/>
              <a:gd name="connsiteX1" fmla="*/ 2520158 w 2520158"/>
              <a:gd name="connsiteY1" fmla="*/ 946497 h 3931816"/>
              <a:gd name="connsiteX2" fmla="*/ 2520158 w 2520158"/>
              <a:gd name="connsiteY2" fmla="*/ 1088143 h 3931816"/>
              <a:gd name="connsiteX3" fmla="*/ 2520158 w 2520158"/>
              <a:gd name="connsiteY3" fmla="*/ 3034729 h 3931816"/>
              <a:gd name="connsiteX4" fmla="*/ 2520157 w 2520158"/>
              <a:gd name="connsiteY4" fmla="*/ 3034729 h 3931816"/>
              <a:gd name="connsiteX5" fmla="*/ 2520157 w 2520158"/>
              <a:gd name="connsiteY5" fmla="*/ 3931816 h 3931816"/>
              <a:gd name="connsiteX6" fmla="*/ 0 w 2520158"/>
              <a:gd name="connsiteY6" fmla="*/ 3386922 h 3931816"/>
              <a:gd name="connsiteX7" fmla="*/ 0 w 2520158"/>
              <a:gd name="connsiteY7" fmla="*/ 2298779 h 3931816"/>
              <a:gd name="connsiteX8" fmla="*/ 1 w 2520158"/>
              <a:gd name="connsiteY8" fmla="*/ 2298779 h 3931816"/>
              <a:gd name="connsiteX9" fmla="*/ 1 w 2520158"/>
              <a:gd name="connsiteY9" fmla="*/ 1633037 h 3931816"/>
              <a:gd name="connsiteX10" fmla="*/ 1 w 2520158"/>
              <a:gd name="connsiteY10" fmla="*/ 946497 h 3931816"/>
              <a:gd name="connsiteX11" fmla="*/ 1 w 2520158"/>
              <a:gd name="connsiteY11" fmla="*/ 544895 h 3931816"/>
              <a:gd name="connsiteX0" fmla="*/ 2520158 w 2520158"/>
              <a:gd name="connsiteY0" fmla="*/ 0 h 3931816"/>
              <a:gd name="connsiteX1" fmla="*/ 2520158 w 2520158"/>
              <a:gd name="connsiteY1" fmla="*/ 946497 h 3931816"/>
              <a:gd name="connsiteX2" fmla="*/ 2520158 w 2520158"/>
              <a:gd name="connsiteY2" fmla="*/ 1088143 h 3931816"/>
              <a:gd name="connsiteX3" fmla="*/ 2520158 w 2520158"/>
              <a:gd name="connsiteY3" fmla="*/ 3034729 h 3931816"/>
              <a:gd name="connsiteX4" fmla="*/ 2520157 w 2520158"/>
              <a:gd name="connsiteY4" fmla="*/ 3034729 h 3931816"/>
              <a:gd name="connsiteX5" fmla="*/ 2520157 w 2520158"/>
              <a:gd name="connsiteY5" fmla="*/ 3931816 h 3931816"/>
              <a:gd name="connsiteX6" fmla="*/ 0 w 2520158"/>
              <a:gd name="connsiteY6" fmla="*/ 3386922 h 3931816"/>
              <a:gd name="connsiteX7" fmla="*/ 0 w 2520158"/>
              <a:gd name="connsiteY7" fmla="*/ 2298779 h 3931816"/>
              <a:gd name="connsiteX8" fmla="*/ 1 w 2520158"/>
              <a:gd name="connsiteY8" fmla="*/ 2298779 h 3931816"/>
              <a:gd name="connsiteX9" fmla="*/ 1 w 2520158"/>
              <a:gd name="connsiteY9" fmla="*/ 1633037 h 3931816"/>
              <a:gd name="connsiteX10" fmla="*/ 1 w 2520158"/>
              <a:gd name="connsiteY10" fmla="*/ 544895 h 3931816"/>
              <a:gd name="connsiteX11" fmla="*/ 2520158 w 2520158"/>
              <a:gd name="connsiteY11" fmla="*/ 0 h 3931816"/>
              <a:gd name="connsiteX0" fmla="*/ 2520158 w 2520158"/>
              <a:gd name="connsiteY0" fmla="*/ 0 h 3931816"/>
              <a:gd name="connsiteX1" fmla="*/ 2520158 w 2520158"/>
              <a:gd name="connsiteY1" fmla="*/ 946497 h 3931816"/>
              <a:gd name="connsiteX2" fmla="*/ 2520158 w 2520158"/>
              <a:gd name="connsiteY2" fmla="*/ 1088143 h 3931816"/>
              <a:gd name="connsiteX3" fmla="*/ 2520158 w 2520158"/>
              <a:gd name="connsiteY3" fmla="*/ 3034729 h 3931816"/>
              <a:gd name="connsiteX4" fmla="*/ 2520157 w 2520158"/>
              <a:gd name="connsiteY4" fmla="*/ 3034729 h 3931816"/>
              <a:gd name="connsiteX5" fmla="*/ 2520157 w 2520158"/>
              <a:gd name="connsiteY5" fmla="*/ 3931816 h 3931816"/>
              <a:gd name="connsiteX6" fmla="*/ 0 w 2520158"/>
              <a:gd name="connsiteY6" fmla="*/ 3386922 h 3931816"/>
              <a:gd name="connsiteX7" fmla="*/ 0 w 2520158"/>
              <a:gd name="connsiteY7" fmla="*/ 2298779 h 3931816"/>
              <a:gd name="connsiteX8" fmla="*/ 1 w 2520158"/>
              <a:gd name="connsiteY8" fmla="*/ 2298779 h 3931816"/>
              <a:gd name="connsiteX9" fmla="*/ 1 w 2520158"/>
              <a:gd name="connsiteY9" fmla="*/ 544895 h 3931816"/>
              <a:gd name="connsiteX10" fmla="*/ 2520158 w 2520158"/>
              <a:gd name="connsiteY10" fmla="*/ 0 h 3931816"/>
              <a:gd name="connsiteX0" fmla="*/ 2520158 w 2520158"/>
              <a:gd name="connsiteY0" fmla="*/ 0 h 3931816"/>
              <a:gd name="connsiteX1" fmla="*/ 2520158 w 2520158"/>
              <a:gd name="connsiteY1" fmla="*/ 946497 h 3931816"/>
              <a:gd name="connsiteX2" fmla="*/ 2520158 w 2520158"/>
              <a:gd name="connsiteY2" fmla="*/ 1088143 h 3931816"/>
              <a:gd name="connsiteX3" fmla="*/ 2520158 w 2520158"/>
              <a:gd name="connsiteY3" fmla="*/ 3034729 h 3931816"/>
              <a:gd name="connsiteX4" fmla="*/ 2520157 w 2520158"/>
              <a:gd name="connsiteY4" fmla="*/ 3034729 h 3931816"/>
              <a:gd name="connsiteX5" fmla="*/ 2520157 w 2520158"/>
              <a:gd name="connsiteY5" fmla="*/ 3931816 h 3931816"/>
              <a:gd name="connsiteX6" fmla="*/ 0 w 2520158"/>
              <a:gd name="connsiteY6" fmla="*/ 3386922 h 3931816"/>
              <a:gd name="connsiteX7" fmla="*/ 0 w 2520158"/>
              <a:gd name="connsiteY7" fmla="*/ 2298779 h 3931816"/>
              <a:gd name="connsiteX8" fmla="*/ 1 w 2520158"/>
              <a:gd name="connsiteY8" fmla="*/ 544895 h 3931816"/>
              <a:gd name="connsiteX9" fmla="*/ 2520158 w 2520158"/>
              <a:gd name="connsiteY9" fmla="*/ 0 h 3931816"/>
              <a:gd name="connsiteX0" fmla="*/ 2520158 w 2520158"/>
              <a:gd name="connsiteY0" fmla="*/ 0 h 3931816"/>
              <a:gd name="connsiteX1" fmla="*/ 2520158 w 2520158"/>
              <a:gd name="connsiteY1" fmla="*/ 946497 h 3931816"/>
              <a:gd name="connsiteX2" fmla="*/ 2520158 w 2520158"/>
              <a:gd name="connsiteY2" fmla="*/ 1088143 h 3931816"/>
              <a:gd name="connsiteX3" fmla="*/ 2520158 w 2520158"/>
              <a:gd name="connsiteY3" fmla="*/ 3034729 h 3931816"/>
              <a:gd name="connsiteX4" fmla="*/ 2520157 w 2520158"/>
              <a:gd name="connsiteY4" fmla="*/ 3931816 h 3931816"/>
              <a:gd name="connsiteX5" fmla="*/ 0 w 2520158"/>
              <a:gd name="connsiteY5" fmla="*/ 3386922 h 3931816"/>
              <a:gd name="connsiteX6" fmla="*/ 0 w 2520158"/>
              <a:gd name="connsiteY6" fmla="*/ 2298779 h 3931816"/>
              <a:gd name="connsiteX7" fmla="*/ 1 w 2520158"/>
              <a:gd name="connsiteY7" fmla="*/ 544895 h 3931816"/>
              <a:gd name="connsiteX8" fmla="*/ 2520158 w 2520158"/>
              <a:gd name="connsiteY8" fmla="*/ 0 h 3931816"/>
              <a:gd name="connsiteX0" fmla="*/ 2520158 w 2520158"/>
              <a:gd name="connsiteY0" fmla="*/ 0 h 3931816"/>
              <a:gd name="connsiteX1" fmla="*/ 2520158 w 2520158"/>
              <a:gd name="connsiteY1" fmla="*/ 946497 h 3931816"/>
              <a:gd name="connsiteX2" fmla="*/ 2520158 w 2520158"/>
              <a:gd name="connsiteY2" fmla="*/ 3034729 h 3931816"/>
              <a:gd name="connsiteX3" fmla="*/ 2520157 w 2520158"/>
              <a:gd name="connsiteY3" fmla="*/ 3931816 h 3931816"/>
              <a:gd name="connsiteX4" fmla="*/ 0 w 2520158"/>
              <a:gd name="connsiteY4" fmla="*/ 3386922 h 3931816"/>
              <a:gd name="connsiteX5" fmla="*/ 0 w 2520158"/>
              <a:gd name="connsiteY5" fmla="*/ 2298779 h 3931816"/>
              <a:gd name="connsiteX6" fmla="*/ 1 w 2520158"/>
              <a:gd name="connsiteY6" fmla="*/ 544895 h 3931816"/>
              <a:gd name="connsiteX7" fmla="*/ 2520158 w 2520158"/>
              <a:gd name="connsiteY7" fmla="*/ 0 h 3931816"/>
              <a:gd name="connsiteX0" fmla="*/ 2520158 w 2520158"/>
              <a:gd name="connsiteY0" fmla="*/ 0 h 3931816"/>
              <a:gd name="connsiteX1" fmla="*/ 2520158 w 2520158"/>
              <a:gd name="connsiteY1" fmla="*/ 3034729 h 3931816"/>
              <a:gd name="connsiteX2" fmla="*/ 2520157 w 2520158"/>
              <a:gd name="connsiteY2" fmla="*/ 3931816 h 3931816"/>
              <a:gd name="connsiteX3" fmla="*/ 0 w 2520158"/>
              <a:gd name="connsiteY3" fmla="*/ 3386922 h 3931816"/>
              <a:gd name="connsiteX4" fmla="*/ 0 w 2520158"/>
              <a:gd name="connsiteY4" fmla="*/ 2298779 h 3931816"/>
              <a:gd name="connsiteX5" fmla="*/ 1 w 2520158"/>
              <a:gd name="connsiteY5" fmla="*/ 544895 h 3931816"/>
              <a:gd name="connsiteX6" fmla="*/ 2520158 w 2520158"/>
              <a:gd name="connsiteY6" fmla="*/ 0 h 3931816"/>
              <a:gd name="connsiteX0" fmla="*/ 2520158 w 2520158"/>
              <a:gd name="connsiteY0" fmla="*/ 0 h 3931816"/>
              <a:gd name="connsiteX1" fmla="*/ 2520157 w 2520158"/>
              <a:gd name="connsiteY1" fmla="*/ 3931816 h 3931816"/>
              <a:gd name="connsiteX2" fmla="*/ 0 w 2520158"/>
              <a:gd name="connsiteY2" fmla="*/ 3386922 h 3931816"/>
              <a:gd name="connsiteX3" fmla="*/ 0 w 2520158"/>
              <a:gd name="connsiteY3" fmla="*/ 2298779 h 3931816"/>
              <a:gd name="connsiteX4" fmla="*/ 1 w 2520158"/>
              <a:gd name="connsiteY4" fmla="*/ 544895 h 3931816"/>
              <a:gd name="connsiteX5" fmla="*/ 2520158 w 2520158"/>
              <a:gd name="connsiteY5" fmla="*/ 0 h 3931816"/>
              <a:gd name="connsiteX0" fmla="*/ 2520158 w 2520158"/>
              <a:gd name="connsiteY0" fmla="*/ 0 h 3931816"/>
              <a:gd name="connsiteX1" fmla="*/ 2520157 w 2520158"/>
              <a:gd name="connsiteY1" fmla="*/ 3931816 h 3931816"/>
              <a:gd name="connsiteX2" fmla="*/ 0 w 2520158"/>
              <a:gd name="connsiteY2" fmla="*/ 3386922 h 3931816"/>
              <a:gd name="connsiteX3" fmla="*/ 1 w 2520158"/>
              <a:gd name="connsiteY3" fmla="*/ 544895 h 3931816"/>
              <a:gd name="connsiteX4" fmla="*/ 2520158 w 2520158"/>
              <a:gd name="connsiteY4" fmla="*/ 0 h 3931816"/>
            </a:gdLst>
            <a:ahLst/>
            <a:cxnLst>
              <a:cxn ang="0">
                <a:pos x="connsiteX0" y="connsiteY0"/>
              </a:cxn>
              <a:cxn ang="0">
                <a:pos x="connsiteX1" y="connsiteY1"/>
              </a:cxn>
              <a:cxn ang="0">
                <a:pos x="connsiteX2" y="connsiteY2"/>
              </a:cxn>
              <a:cxn ang="0">
                <a:pos x="connsiteX3" y="connsiteY3"/>
              </a:cxn>
              <a:cxn ang="0">
                <a:pos x="connsiteX4" y="connsiteY4"/>
              </a:cxn>
            </a:cxnLst>
            <a:rect l="l" t="t" r="r" b="b"/>
            <a:pathLst>
              <a:path w="2520158" h="3931816">
                <a:moveTo>
                  <a:pt x="2520158" y="0"/>
                </a:moveTo>
                <a:cubicBezTo>
                  <a:pt x="2520158" y="1310605"/>
                  <a:pt x="2520157" y="2621211"/>
                  <a:pt x="2520157" y="3931816"/>
                </a:cubicBezTo>
                <a:lnTo>
                  <a:pt x="0" y="3386922"/>
                </a:lnTo>
                <a:cubicBezTo>
                  <a:pt x="0" y="2439580"/>
                  <a:pt x="1" y="1492237"/>
                  <a:pt x="1" y="544895"/>
                </a:cubicBezTo>
                <a:lnTo>
                  <a:pt x="2520158" y="0"/>
                </a:lnTo>
                <a:close/>
              </a:path>
            </a:pathLst>
          </a:custGeom>
          <a:noFill/>
          <a:ln w="9525">
            <a:solidFill>
              <a:schemeClr val="tx2">
                <a:lumMod val="20000"/>
                <a:lumOff val="80000"/>
              </a:schemeClr>
            </a:solidFill>
            <a:round/>
            <a:headEnd/>
            <a:tailEnd/>
          </a:ln>
        </p:spPr>
        <p:txBody>
          <a:bodyPr vert="horz" wrap="square" lIns="91440" tIns="45720" rIns="91440" bIns="45720" numCol="1" anchor="t" anchorCtr="0" compatLnSpc="1">
            <a:prstTxWarp prst="textNoShape">
              <a:avLst/>
            </a:prstTxWarp>
            <a:noAutofit/>
          </a:bodyPr>
          <a:lstStyle/>
          <a:p>
            <a:pPr marL="0" marR="0" lvl="0" indent="0" defTabSz="91440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endParaRPr kumimoji="0" lang="en-US" sz="1800" b="0" i="0" u="none" strike="noStrike" kern="0" cap="none" spc="0" normalizeH="0" baseline="0" noProof="0">
              <a:ln>
                <a:noFill/>
              </a:ln>
              <a:solidFill>
                <a:srgbClr val="000000"/>
              </a:solidFill>
              <a:effectLst/>
              <a:uLnTx/>
              <a:uFillTx/>
            </a:endParaRPr>
          </a:p>
        </p:txBody>
      </p:sp>
      <p:sp>
        <p:nvSpPr>
          <p:cNvPr id="11" name="Textfeld 6">
            <a:extLst>
              <a:ext uri="{FF2B5EF4-FFF2-40B4-BE49-F238E27FC236}">
                <a16:creationId xmlns:a16="http://schemas.microsoft.com/office/drawing/2014/main" id="{28F8B429-0E1F-65BC-0FBE-5F05747D33BA}"/>
              </a:ext>
            </a:extLst>
          </p:cNvPr>
          <p:cNvSpPr txBox="1">
            <a:spLocks/>
          </p:cNvSpPr>
          <p:nvPr/>
        </p:nvSpPr>
        <p:spPr bwMode="gray">
          <a:xfrm>
            <a:off x="1164654" y="3589378"/>
            <a:ext cx="2192694" cy="1015663"/>
          </a:xfrm>
          <a:prstGeom prst="rect">
            <a:avLst/>
          </a:prstGeom>
          <a:noFill/>
        </p:spPr>
        <p:txBody>
          <a:bodyPr wrap="square" lIns="0" tIns="0" rIns="0" bIns="0" rtlCol="0">
            <a:spAutoFit/>
          </a:bodyPr>
          <a:lstStyle/>
          <a:p>
            <a:pPr marL="0" marR="0" lvl="0" indent="0" algn="ctr" defTabSz="979488" eaLnBrk="1" fontAlgn="auto" latinLnBrk="0" hangingPunct="1">
              <a:lnSpc>
                <a:spcPct val="100000"/>
              </a:lnSpc>
              <a:spcBef>
                <a:spcPts val="120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r>
              <a:rPr kumimoji="0" lang="en-US" sz="1400" b="0" i="0" u="none" strike="noStrike" kern="0" cap="none" spc="0" normalizeH="0" baseline="0" noProof="0" dirty="0">
                <a:ln>
                  <a:noFill/>
                </a:ln>
                <a:effectLst/>
                <a:uLnTx/>
                <a:uFillTx/>
              </a:rPr>
              <a:t>Lorem ipsum dolor sit</a:t>
            </a:r>
            <a:br>
              <a:rPr kumimoji="0" lang="en-US" sz="1400" b="0" i="0" u="none" strike="noStrike" kern="0" cap="none" spc="0" normalizeH="0" baseline="0" noProof="0" dirty="0">
                <a:ln>
                  <a:noFill/>
                </a:ln>
                <a:effectLst/>
                <a:uLnTx/>
                <a:uFillTx/>
              </a:rPr>
            </a:br>
            <a:r>
              <a:rPr kumimoji="0" lang="en-US" sz="1400" b="0" i="0" u="none" strike="noStrike" kern="0" cap="none" spc="0" normalizeH="0" baseline="0" noProof="0" dirty="0" err="1">
                <a:ln>
                  <a:noFill/>
                </a:ln>
                <a:effectLst/>
                <a:uLnTx/>
                <a:uFillTx/>
              </a:rPr>
              <a:t>consectetur</a:t>
            </a:r>
            <a:r>
              <a:rPr kumimoji="0" lang="en-US" sz="1400" b="0" i="0" u="none" strike="noStrike" kern="0" cap="none" spc="0" normalizeH="0" baseline="0" noProof="0" dirty="0">
                <a:ln>
                  <a:noFill/>
                </a:ln>
                <a:effectLst/>
                <a:uLnTx/>
                <a:uFillTx/>
              </a:rPr>
              <a:t> </a:t>
            </a:r>
            <a:r>
              <a:rPr kumimoji="0" lang="en-US" sz="1400" b="0" i="0" u="none" strike="noStrike" kern="0" cap="none" spc="0" normalizeH="0" baseline="0" noProof="0" dirty="0" err="1">
                <a:ln>
                  <a:noFill/>
                </a:ln>
                <a:effectLst/>
                <a:uLnTx/>
                <a:uFillTx/>
              </a:rPr>
              <a:t>adipisc</a:t>
            </a:r>
            <a:endParaRPr kumimoji="0" lang="en-US" sz="1400" b="0" i="0" u="none" strike="noStrike" kern="0" cap="none" spc="0" normalizeH="0" baseline="0" noProof="0" dirty="0">
              <a:ln>
                <a:noFill/>
              </a:ln>
              <a:effectLst/>
              <a:uLnTx/>
              <a:uFillTx/>
            </a:endParaRPr>
          </a:p>
          <a:p>
            <a:pPr marL="0" marR="0" lvl="0" indent="0" algn="ctr" defTabSz="979488" eaLnBrk="1" fontAlgn="auto" latinLnBrk="0" hangingPunct="1">
              <a:lnSpc>
                <a:spcPct val="100000"/>
              </a:lnSpc>
              <a:spcBef>
                <a:spcPts val="120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r>
              <a:rPr kumimoji="0" lang="en-US" sz="1400" b="0" i="0" u="none" strike="noStrike" kern="0" cap="none" spc="0" normalizeH="0" baseline="0" noProof="0" dirty="0">
                <a:ln>
                  <a:noFill/>
                </a:ln>
                <a:effectLst/>
                <a:uLnTx/>
                <a:uFillTx/>
              </a:rPr>
              <a:t>Cras </a:t>
            </a:r>
            <a:r>
              <a:rPr kumimoji="0" lang="en-US" sz="1400" b="0" i="0" u="none" strike="noStrike" kern="0" cap="none" spc="0" normalizeH="0" baseline="0" noProof="0" dirty="0" err="1">
                <a:ln>
                  <a:noFill/>
                </a:ln>
                <a:effectLst/>
                <a:uLnTx/>
                <a:uFillTx/>
              </a:rPr>
              <a:t>fringilla</a:t>
            </a:r>
            <a:r>
              <a:rPr kumimoji="0" lang="en-US" sz="1400" b="0" i="0" u="none" strike="noStrike" kern="0" cap="none" spc="0" normalizeH="0" baseline="0" noProof="0" dirty="0">
                <a:ln>
                  <a:noFill/>
                </a:ln>
                <a:effectLst/>
                <a:uLnTx/>
                <a:uFillTx/>
              </a:rPr>
              <a:t> </a:t>
            </a:r>
            <a:r>
              <a:rPr kumimoji="0" lang="en-US" sz="1400" b="0" i="0" u="none" strike="noStrike" kern="0" cap="none" spc="0" normalizeH="0" baseline="0" noProof="0" dirty="0" err="1">
                <a:ln>
                  <a:noFill/>
                </a:ln>
                <a:effectLst/>
                <a:uLnTx/>
                <a:uFillTx/>
              </a:rPr>
              <a:t>felis</a:t>
            </a:r>
            <a:r>
              <a:rPr kumimoji="0" lang="en-US" sz="1400" b="0" i="0" u="none" strike="noStrike" kern="0" cap="none" spc="0" normalizeH="0" baseline="0" noProof="0" dirty="0">
                <a:ln>
                  <a:noFill/>
                </a:ln>
                <a:effectLst/>
                <a:uLnTx/>
                <a:uFillTx/>
              </a:rPr>
              <a:t> sit</a:t>
            </a:r>
            <a:br>
              <a:rPr kumimoji="0" lang="en-US" sz="1400" b="0" i="0" u="none" strike="noStrike" kern="0" cap="none" spc="0" normalizeH="0" baseline="0" noProof="0" dirty="0">
                <a:ln>
                  <a:noFill/>
                </a:ln>
                <a:effectLst/>
                <a:uLnTx/>
                <a:uFillTx/>
              </a:rPr>
            </a:br>
            <a:r>
              <a:rPr kumimoji="0" lang="en-US" sz="1400" b="0" i="0" u="none" strike="noStrike" kern="0" cap="none" spc="0" normalizeH="0" baseline="0" noProof="0" dirty="0">
                <a:ln>
                  <a:noFill/>
                </a:ln>
                <a:effectLst/>
                <a:uLnTx/>
                <a:uFillTx/>
              </a:rPr>
              <a:t>pulvinar ligula</a:t>
            </a:r>
          </a:p>
        </p:txBody>
      </p:sp>
      <p:sp>
        <p:nvSpPr>
          <p:cNvPr id="12" name="Textfeld 7">
            <a:extLst>
              <a:ext uri="{FF2B5EF4-FFF2-40B4-BE49-F238E27FC236}">
                <a16:creationId xmlns:a16="http://schemas.microsoft.com/office/drawing/2014/main" id="{62DBB118-808C-5BEB-9A11-F1B214C1A48C}"/>
              </a:ext>
            </a:extLst>
          </p:cNvPr>
          <p:cNvSpPr txBox="1">
            <a:spLocks/>
          </p:cNvSpPr>
          <p:nvPr/>
        </p:nvSpPr>
        <p:spPr bwMode="gray">
          <a:xfrm>
            <a:off x="1164655" y="2608604"/>
            <a:ext cx="2192691" cy="634963"/>
          </a:xfrm>
          <a:prstGeom prst="rect">
            <a:avLst/>
          </a:prstGeom>
          <a:noFill/>
        </p:spPr>
        <p:txBody>
          <a:bodyPr wrap="square" lIns="0" tIns="0" rIns="0" bIns="0" rtlCol="0">
            <a:spAutoFit/>
          </a:bodyPr>
          <a:lstStyle/>
          <a:p>
            <a:pPr marL="0" marR="0" lvl="0" indent="0" algn="ctr" defTabSz="979488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r>
              <a:rPr kumimoji="0" lang="en-US" sz="4000" b="1" i="0" u="none" strike="noStrike" kern="0" cap="none" spc="0" normalizeH="0" baseline="0" noProof="0">
                <a:ln>
                  <a:noFill/>
                </a:ln>
                <a:solidFill>
                  <a:schemeClr val="accent1"/>
                </a:solidFill>
                <a:effectLst/>
                <a:uLnTx/>
                <a:uFillTx/>
              </a:rPr>
              <a:t>01.</a:t>
            </a:r>
          </a:p>
        </p:txBody>
      </p:sp>
      <p:sp>
        <p:nvSpPr>
          <p:cNvPr id="13" name="Textfeld 9">
            <a:extLst>
              <a:ext uri="{FF2B5EF4-FFF2-40B4-BE49-F238E27FC236}">
                <a16:creationId xmlns:a16="http://schemas.microsoft.com/office/drawing/2014/main" id="{957E49B2-571F-DDCA-8220-7545BCBBE46E}"/>
              </a:ext>
            </a:extLst>
          </p:cNvPr>
          <p:cNvSpPr txBox="1">
            <a:spLocks/>
          </p:cNvSpPr>
          <p:nvPr/>
        </p:nvSpPr>
        <p:spPr bwMode="gray">
          <a:xfrm>
            <a:off x="3721323" y="3589378"/>
            <a:ext cx="2192694" cy="1015663"/>
          </a:xfrm>
          <a:prstGeom prst="rect">
            <a:avLst/>
          </a:prstGeom>
          <a:noFill/>
        </p:spPr>
        <p:txBody>
          <a:bodyPr wrap="square" lIns="0" tIns="0" rIns="0" bIns="0" rtlCol="0">
            <a:spAutoFit/>
          </a:bodyPr>
          <a:lstStyle/>
          <a:p>
            <a:pPr marL="0" marR="0" lvl="0" indent="0" algn="ctr" defTabSz="979488" eaLnBrk="1" fontAlgn="auto" latinLnBrk="0" hangingPunct="1">
              <a:lnSpc>
                <a:spcPct val="100000"/>
              </a:lnSpc>
              <a:spcBef>
                <a:spcPts val="120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r>
              <a:rPr kumimoji="0" lang="en-US" sz="1400" b="0" i="0" u="none" strike="noStrike" kern="0" cap="none" spc="0" normalizeH="0" baseline="0" noProof="0">
                <a:ln>
                  <a:noFill/>
                </a:ln>
                <a:effectLst/>
                <a:uLnTx/>
                <a:uFillTx/>
              </a:rPr>
              <a:t>Lorem ipsum dolor sit</a:t>
            </a:r>
            <a:br>
              <a:rPr kumimoji="0" lang="en-US" sz="1400" b="0" i="0" u="none" strike="noStrike" kern="0" cap="none" spc="0" normalizeH="0" baseline="0" noProof="0">
                <a:ln>
                  <a:noFill/>
                </a:ln>
                <a:effectLst/>
                <a:uLnTx/>
                <a:uFillTx/>
              </a:rPr>
            </a:br>
            <a:r>
              <a:rPr kumimoji="0" lang="en-US" sz="1400" b="0" i="0" u="none" strike="noStrike" kern="0" cap="none" spc="0" normalizeH="0" baseline="0" noProof="0" err="1">
                <a:ln>
                  <a:noFill/>
                </a:ln>
                <a:effectLst/>
                <a:uLnTx/>
                <a:uFillTx/>
              </a:rPr>
              <a:t>consectetur</a:t>
            </a:r>
            <a:r>
              <a:rPr kumimoji="0" lang="en-US" sz="1400" b="0" i="0" u="none" strike="noStrike" kern="0" cap="none" spc="0" normalizeH="0" baseline="0" noProof="0">
                <a:ln>
                  <a:noFill/>
                </a:ln>
                <a:effectLst/>
                <a:uLnTx/>
                <a:uFillTx/>
              </a:rPr>
              <a:t> </a:t>
            </a:r>
            <a:r>
              <a:rPr kumimoji="0" lang="en-US" sz="1400" b="0" i="0" u="none" strike="noStrike" kern="0" cap="none" spc="0" normalizeH="0" baseline="0" noProof="0" err="1">
                <a:ln>
                  <a:noFill/>
                </a:ln>
                <a:effectLst/>
                <a:uLnTx/>
                <a:uFillTx/>
              </a:rPr>
              <a:t>adipisc</a:t>
            </a:r>
            <a:endParaRPr kumimoji="0" lang="en-US" sz="1400" b="0" i="0" u="none" strike="noStrike" kern="0" cap="none" spc="0" normalizeH="0" baseline="0" noProof="0">
              <a:ln>
                <a:noFill/>
              </a:ln>
              <a:effectLst/>
              <a:uLnTx/>
              <a:uFillTx/>
            </a:endParaRPr>
          </a:p>
          <a:p>
            <a:pPr marL="0" marR="0" lvl="0" indent="0" algn="ctr" defTabSz="979488" eaLnBrk="1" fontAlgn="auto" latinLnBrk="0" hangingPunct="1">
              <a:lnSpc>
                <a:spcPct val="100000"/>
              </a:lnSpc>
              <a:spcBef>
                <a:spcPts val="120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r>
              <a:rPr kumimoji="0" lang="en-US" sz="1400" b="0" i="0" u="none" strike="noStrike" kern="0" cap="none" spc="0" normalizeH="0" baseline="0" noProof="0">
                <a:ln>
                  <a:noFill/>
                </a:ln>
                <a:effectLst/>
                <a:uLnTx/>
                <a:uFillTx/>
              </a:rPr>
              <a:t>Cras </a:t>
            </a:r>
            <a:r>
              <a:rPr kumimoji="0" lang="en-US" sz="1400" b="0" i="0" u="none" strike="noStrike" kern="0" cap="none" spc="0" normalizeH="0" baseline="0" noProof="0" err="1">
                <a:ln>
                  <a:noFill/>
                </a:ln>
                <a:effectLst/>
                <a:uLnTx/>
                <a:uFillTx/>
              </a:rPr>
              <a:t>fringilla</a:t>
            </a:r>
            <a:r>
              <a:rPr kumimoji="0" lang="en-US" sz="1400" b="0" i="0" u="none" strike="noStrike" kern="0" cap="none" spc="0" normalizeH="0" baseline="0" noProof="0">
                <a:ln>
                  <a:noFill/>
                </a:ln>
                <a:effectLst/>
                <a:uLnTx/>
                <a:uFillTx/>
              </a:rPr>
              <a:t> </a:t>
            </a:r>
            <a:r>
              <a:rPr kumimoji="0" lang="en-US" sz="1400" b="0" i="0" u="none" strike="noStrike" kern="0" cap="none" spc="0" normalizeH="0" baseline="0" noProof="0" err="1">
                <a:ln>
                  <a:noFill/>
                </a:ln>
                <a:effectLst/>
                <a:uLnTx/>
                <a:uFillTx/>
              </a:rPr>
              <a:t>felis</a:t>
            </a:r>
            <a:r>
              <a:rPr kumimoji="0" lang="en-US" sz="1400" b="0" i="0" u="none" strike="noStrike" kern="0" cap="none" spc="0" normalizeH="0" baseline="0" noProof="0">
                <a:ln>
                  <a:noFill/>
                </a:ln>
                <a:effectLst/>
                <a:uLnTx/>
                <a:uFillTx/>
              </a:rPr>
              <a:t> sit</a:t>
            </a:r>
            <a:br>
              <a:rPr kumimoji="0" lang="en-US" sz="1400" b="0" i="0" u="none" strike="noStrike" kern="0" cap="none" spc="0" normalizeH="0" baseline="0" noProof="0">
                <a:ln>
                  <a:noFill/>
                </a:ln>
                <a:effectLst/>
                <a:uLnTx/>
                <a:uFillTx/>
              </a:rPr>
            </a:br>
            <a:r>
              <a:rPr kumimoji="0" lang="en-US" sz="1400" b="0" i="0" u="none" strike="noStrike" kern="0" cap="none" spc="0" normalizeH="0" baseline="0" noProof="0">
                <a:ln>
                  <a:noFill/>
                </a:ln>
                <a:effectLst/>
                <a:uLnTx/>
                <a:uFillTx/>
              </a:rPr>
              <a:t>pulvinar ligula</a:t>
            </a:r>
          </a:p>
        </p:txBody>
      </p:sp>
      <p:sp>
        <p:nvSpPr>
          <p:cNvPr id="14" name="Textfeld 10">
            <a:extLst>
              <a:ext uri="{FF2B5EF4-FFF2-40B4-BE49-F238E27FC236}">
                <a16:creationId xmlns:a16="http://schemas.microsoft.com/office/drawing/2014/main" id="{0BCF12B3-BEC1-25C6-0C18-F88760EA5546}"/>
              </a:ext>
            </a:extLst>
          </p:cNvPr>
          <p:cNvSpPr txBox="1">
            <a:spLocks/>
          </p:cNvSpPr>
          <p:nvPr/>
        </p:nvSpPr>
        <p:spPr bwMode="gray">
          <a:xfrm>
            <a:off x="3721324" y="2608604"/>
            <a:ext cx="2192691" cy="634963"/>
          </a:xfrm>
          <a:prstGeom prst="rect">
            <a:avLst/>
          </a:prstGeom>
          <a:noFill/>
        </p:spPr>
        <p:txBody>
          <a:bodyPr wrap="square" lIns="0" tIns="0" rIns="0" bIns="0" rtlCol="0">
            <a:spAutoFit/>
          </a:bodyPr>
          <a:lstStyle/>
          <a:p>
            <a:pPr marL="0" marR="0" lvl="0" indent="0" algn="ctr" defTabSz="979488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r>
              <a:rPr kumimoji="0" lang="en-US" sz="4000" b="1" i="0" u="none" strike="noStrike" kern="0" cap="none" spc="0" normalizeH="0" baseline="0" noProof="0">
                <a:ln>
                  <a:noFill/>
                </a:ln>
                <a:solidFill>
                  <a:schemeClr val="accent1"/>
                </a:solidFill>
                <a:effectLst/>
                <a:uLnTx/>
                <a:uFillTx/>
              </a:rPr>
              <a:t>02.</a:t>
            </a:r>
          </a:p>
        </p:txBody>
      </p:sp>
      <p:sp>
        <p:nvSpPr>
          <p:cNvPr id="15" name="Textfeld 12">
            <a:extLst>
              <a:ext uri="{FF2B5EF4-FFF2-40B4-BE49-F238E27FC236}">
                <a16:creationId xmlns:a16="http://schemas.microsoft.com/office/drawing/2014/main" id="{056EC6FE-83A6-9F39-60B7-B7BA30E8CBCC}"/>
              </a:ext>
            </a:extLst>
          </p:cNvPr>
          <p:cNvSpPr txBox="1">
            <a:spLocks/>
          </p:cNvSpPr>
          <p:nvPr/>
        </p:nvSpPr>
        <p:spPr bwMode="gray">
          <a:xfrm>
            <a:off x="6277990" y="3589378"/>
            <a:ext cx="2192694" cy="1015663"/>
          </a:xfrm>
          <a:prstGeom prst="rect">
            <a:avLst/>
          </a:prstGeom>
          <a:noFill/>
        </p:spPr>
        <p:txBody>
          <a:bodyPr wrap="square" lIns="0" tIns="0" rIns="0" bIns="0" rtlCol="0">
            <a:spAutoFit/>
          </a:bodyPr>
          <a:lstStyle/>
          <a:p>
            <a:pPr marL="0" marR="0" lvl="0" indent="0" algn="ctr" defTabSz="979488" eaLnBrk="1" fontAlgn="auto" latinLnBrk="0" hangingPunct="1">
              <a:lnSpc>
                <a:spcPct val="100000"/>
              </a:lnSpc>
              <a:spcBef>
                <a:spcPts val="120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r>
              <a:rPr kumimoji="0" lang="en-US" sz="1400" b="0" i="0" u="none" strike="noStrike" kern="0" cap="none" spc="0" normalizeH="0" baseline="0" noProof="0">
                <a:ln>
                  <a:noFill/>
                </a:ln>
                <a:effectLst/>
                <a:uLnTx/>
                <a:uFillTx/>
              </a:rPr>
              <a:t>Lorem ipsum dolor sit</a:t>
            </a:r>
            <a:br>
              <a:rPr kumimoji="0" lang="en-US" sz="1400" b="0" i="0" u="none" strike="noStrike" kern="0" cap="none" spc="0" normalizeH="0" baseline="0" noProof="0">
                <a:ln>
                  <a:noFill/>
                </a:ln>
                <a:effectLst/>
                <a:uLnTx/>
                <a:uFillTx/>
              </a:rPr>
            </a:br>
            <a:r>
              <a:rPr kumimoji="0" lang="en-US" sz="1400" b="0" i="0" u="none" strike="noStrike" kern="0" cap="none" spc="0" normalizeH="0" baseline="0" noProof="0" err="1">
                <a:ln>
                  <a:noFill/>
                </a:ln>
                <a:effectLst/>
                <a:uLnTx/>
                <a:uFillTx/>
              </a:rPr>
              <a:t>consectetur</a:t>
            </a:r>
            <a:r>
              <a:rPr kumimoji="0" lang="en-US" sz="1400" b="0" i="0" u="none" strike="noStrike" kern="0" cap="none" spc="0" normalizeH="0" baseline="0" noProof="0">
                <a:ln>
                  <a:noFill/>
                </a:ln>
                <a:effectLst/>
                <a:uLnTx/>
                <a:uFillTx/>
              </a:rPr>
              <a:t> </a:t>
            </a:r>
            <a:r>
              <a:rPr kumimoji="0" lang="en-US" sz="1400" b="0" i="0" u="none" strike="noStrike" kern="0" cap="none" spc="0" normalizeH="0" baseline="0" noProof="0" err="1">
                <a:ln>
                  <a:noFill/>
                </a:ln>
                <a:effectLst/>
                <a:uLnTx/>
                <a:uFillTx/>
              </a:rPr>
              <a:t>adipisc</a:t>
            </a:r>
            <a:endParaRPr kumimoji="0" lang="en-US" sz="1400" b="0" i="0" u="none" strike="noStrike" kern="0" cap="none" spc="0" normalizeH="0" baseline="0" noProof="0">
              <a:ln>
                <a:noFill/>
              </a:ln>
              <a:effectLst/>
              <a:uLnTx/>
              <a:uFillTx/>
            </a:endParaRPr>
          </a:p>
          <a:p>
            <a:pPr marL="0" marR="0" lvl="0" indent="0" algn="ctr" defTabSz="979488" eaLnBrk="1" fontAlgn="auto" latinLnBrk="0" hangingPunct="1">
              <a:lnSpc>
                <a:spcPct val="100000"/>
              </a:lnSpc>
              <a:spcBef>
                <a:spcPts val="120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r>
              <a:rPr kumimoji="0" lang="en-US" sz="1400" b="0" i="0" u="none" strike="noStrike" kern="0" cap="none" spc="0" normalizeH="0" baseline="0" noProof="0">
                <a:ln>
                  <a:noFill/>
                </a:ln>
                <a:effectLst/>
                <a:uLnTx/>
                <a:uFillTx/>
              </a:rPr>
              <a:t>Cras </a:t>
            </a:r>
            <a:r>
              <a:rPr kumimoji="0" lang="en-US" sz="1400" b="0" i="0" u="none" strike="noStrike" kern="0" cap="none" spc="0" normalizeH="0" baseline="0" noProof="0" err="1">
                <a:ln>
                  <a:noFill/>
                </a:ln>
                <a:effectLst/>
                <a:uLnTx/>
                <a:uFillTx/>
              </a:rPr>
              <a:t>fringilla</a:t>
            </a:r>
            <a:r>
              <a:rPr kumimoji="0" lang="en-US" sz="1400" b="0" i="0" u="none" strike="noStrike" kern="0" cap="none" spc="0" normalizeH="0" baseline="0" noProof="0">
                <a:ln>
                  <a:noFill/>
                </a:ln>
                <a:effectLst/>
                <a:uLnTx/>
                <a:uFillTx/>
              </a:rPr>
              <a:t> </a:t>
            </a:r>
            <a:r>
              <a:rPr kumimoji="0" lang="en-US" sz="1400" b="0" i="0" u="none" strike="noStrike" kern="0" cap="none" spc="0" normalizeH="0" baseline="0" noProof="0" err="1">
                <a:ln>
                  <a:noFill/>
                </a:ln>
                <a:effectLst/>
                <a:uLnTx/>
                <a:uFillTx/>
              </a:rPr>
              <a:t>felis</a:t>
            </a:r>
            <a:r>
              <a:rPr kumimoji="0" lang="en-US" sz="1400" b="0" i="0" u="none" strike="noStrike" kern="0" cap="none" spc="0" normalizeH="0" baseline="0" noProof="0">
                <a:ln>
                  <a:noFill/>
                </a:ln>
                <a:effectLst/>
                <a:uLnTx/>
                <a:uFillTx/>
              </a:rPr>
              <a:t> sit</a:t>
            </a:r>
            <a:br>
              <a:rPr kumimoji="0" lang="en-US" sz="1400" b="0" i="0" u="none" strike="noStrike" kern="0" cap="none" spc="0" normalizeH="0" baseline="0" noProof="0">
                <a:ln>
                  <a:noFill/>
                </a:ln>
                <a:effectLst/>
                <a:uLnTx/>
                <a:uFillTx/>
              </a:rPr>
            </a:br>
            <a:r>
              <a:rPr kumimoji="0" lang="en-US" sz="1400" b="0" i="0" u="none" strike="noStrike" kern="0" cap="none" spc="0" normalizeH="0" baseline="0" noProof="0">
                <a:ln>
                  <a:noFill/>
                </a:ln>
                <a:effectLst/>
                <a:uLnTx/>
                <a:uFillTx/>
              </a:rPr>
              <a:t>pulvinar ligula</a:t>
            </a:r>
          </a:p>
        </p:txBody>
      </p:sp>
      <p:sp>
        <p:nvSpPr>
          <p:cNvPr id="16" name="Textfeld 13">
            <a:extLst>
              <a:ext uri="{FF2B5EF4-FFF2-40B4-BE49-F238E27FC236}">
                <a16:creationId xmlns:a16="http://schemas.microsoft.com/office/drawing/2014/main" id="{9B02A536-0F43-8BAC-8596-416F1B16CC03}"/>
              </a:ext>
            </a:extLst>
          </p:cNvPr>
          <p:cNvSpPr txBox="1">
            <a:spLocks/>
          </p:cNvSpPr>
          <p:nvPr/>
        </p:nvSpPr>
        <p:spPr bwMode="gray">
          <a:xfrm>
            <a:off x="6277992" y="2608604"/>
            <a:ext cx="2192691" cy="634963"/>
          </a:xfrm>
          <a:prstGeom prst="rect">
            <a:avLst/>
          </a:prstGeom>
          <a:noFill/>
        </p:spPr>
        <p:txBody>
          <a:bodyPr wrap="square" lIns="0" tIns="0" rIns="0" bIns="0" rtlCol="0">
            <a:spAutoFit/>
          </a:bodyPr>
          <a:lstStyle/>
          <a:p>
            <a:pPr marL="0" marR="0" lvl="0" indent="0" algn="ctr" defTabSz="979488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r>
              <a:rPr kumimoji="0" lang="en-US" sz="4000" b="1" i="0" u="none" strike="noStrike" kern="0" cap="none" spc="0" normalizeH="0" baseline="0" noProof="0">
                <a:ln>
                  <a:noFill/>
                </a:ln>
                <a:solidFill>
                  <a:schemeClr val="accent1"/>
                </a:solidFill>
                <a:effectLst/>
                <a:uLnTx/>
                <a:uFillTx/>
              </a:rPr>
              <a:t>03.</a:t>
            </a:r>
          </a:p>
        </p:txBody>
      </p:sp>
      <p:sp>
        <p:nvSpPr>
          <p:cNvPr id="17" name="Textfeld 15">
            <a:extLst>
              <a:ext uri="{FF2B5EF4-FFF2-40B4-BE49-F238E27FC236}">
                <a16:creationId xmlns:a16="http://schemas.microsoft.com/office/drawing/2014/main" id="{9DE10E4D-03DA-FACA-416E-A420C05D5EFB}"/>
              </a:ext>
            </a:extLst>
          </p:cNvPr>
          <p:cNvSpPr txBox="1">
            <a:spLocks/>
          </p:cNvSpPr>
          <p:nvPr/>
        </p:nvSpPr>
        <p:spPr bwMode="gray">
          <a:xfrm>
            <a:off x="8834658" y="3589378"/>
            <a:ext cx="2192694" cy="1015663"/>
          </a:xfrm>
          <a:prstGeom prst="rect">
            <a:avLst/>
          </a:prstGeom>
          <a:noFill/>
        </p:spPr>
        <p:txBody>
          <a:bodyPr wrap="square" lIns="0" tIns="0" rIns="0" bIns="0" rtlCol="0">
            <a:spAutoFit/>
          </a:bodyPr>
          <a:lstStyle/>
          <a:p>
            <a:pPr marL="0" marR="0" lvl="0" indent="0" algn="ctr" defTabSz="979488" eaLnBrk="1" fontAlgn="auto" latinLnBrk="0" hangingPunct="1">
              <a:lnSpc>
                <a:spcPct val="100000"/>
              </a:lnSpc>
              <a:spcBef>
                <a:spcPts val="120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r>
              <a:rPr kumimoji="0" lang="en-US" sz="1400" b="0" i="0" u="none" strike="noStrike" kern="0" cap="none" spc="0" normalizeH="0" baseline="0" noProof="0">
                <a:ln>
                  <a:noFill/>
                </a:ln>
                <a:effectLst/>
                <a:uLnTx/>
                <a:uFillTx/>
              </a:rPr>
              <a:t>Lorem ipsum dolor sit</a:t>
            </a:r>
            <a:br>
              <a:rPr kumimoji="0" lang="en-US" sz="1400" b="0" i="0" u="none" strike="noStrike" kern="0" cap="none" spc="0" normalizeH="0" baseline="0" noProof="0">
                <a:ln>
                  <a:noFill/>
                </a:ln>
                <a:effectLst/>
                <a:uLnTx/>
                <a:uFillTx/>
              </a:rPr>
            </a:br>
            <a:r>
              <a:rPr kumimoji="0" lang="en-US" sz="1400" b="0" i="0" u="none" strike="noStrike" kern="0" cap="none" spc="0" normalizeH="0" baseline="0" noProof="0" err="1">
                <a:ln>
                  <a:noFill/>
                </a:ln>
                <a:effectLst/>
                <a:uLnTx/>
                <a:uFillTx/>
              </a:rPr>
              <a:t>consectetur</a:t>
            </a:r>
            <a:r>
              <a:rPr kumimoji="0" lang="en-US" sz="1400" b="0" i="0" u="none" strike="noStrike" kern="0" cap="none" spc="0" normalizeH="0" baseline="0" noProof="0">
                <a:ln>
                  <a:noFill/>
                </a:ln>
                <a:effectLst/>
                <a:uLnTx/>
                <a:uFillTx/>
              </a:rPr>
              <a:t> </a:t>
            </a:r>
            <a:r>
              <a:rPr kumimoji="0" lang="en-US" sz="1400" b="0" i="0" u="none" strike="noStrike" kern="0" cap="none" spc="0" normalizeH="0" baseline="0" noProof="0" err="1">
                <a:ln>
                  <a:noFill/>
                </a:ln>
                <a:effectLst/>
                <a:uLnTx/>
                <a:uFillTx/>
              </a:rPr>
              <a:t>adipisc</a:t>
            </a:r>
            <a:endParaRPr kumimoji="0" lang="en-US" sz="1400" b="0" i="0" u="none" strike="noStrike" kern="0" cap="none" spc="0" normalizeH="0" baseline="0" noProof="0">
              <a:ln>
                <a:noFill/>
              </a:ln>
              <a:effectLst/>
              <a:uLnTx/>
              <a:uFillTx/>
            </a:endParaRPr>
          </a:p>
          <a:p>
            <a:pPr marL="0" marR="0" lvl="0" indent="0" algn="ctr" defTabSz="979488" eaLnBrk="1" fontAlgn="auto" latinLnBrk="0" hangingPunct="1">
              <a:lnSpc>
                <a:spcPct val="100000"/>
              </a:lnSpc>
              <a:spcBef>
                <a:spcPts val="120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r>
              <a:rPr kumimoji="0" lang="en-US" sz="1400" b="0" i="0" u="none" strike="noStrike" kern="0" cap="none" spc="0" normalizeH="0" baseline="0" noProof="0">
                <a:ln>
                  <a:noFill/>
                </a:ln>
                <a:effectLst/>
                <a:uLnTx/>
                <a:uFillTx/>
              </a:rPr>
              <a:t>Cras </a:t>
            </a:r>
            <a:r>
              <a:rPr kumimoji="0" lang="en-US" sz="1400" b="0" i="0" u="none" strike="noStrike" kern="0" cap="none" spc="0" normalizeH="0" baseline="0" noProof="0" err="1">
                <a:ln>
                  <a:noFill/>
                </a:ln>
                <a:effectLst/>
                <a:uLnTx/>
                <a:uFillTx/>
              </a:rPr>
              <a:t>fringilla</a:t>
            </a:r>
            <a:r>
              <a:rPr kumimoji="0" lang="en-US" sz="1400" b="0" i="0" u="none" strike="noStrike" kern="0" cap="none" spc="0" normalizeH="0" baseline="0" noProof="0">
                <a:ln>
                  <a:noFill/>
                </a:ln>
                <a:effectLst/>
                <a:uLnTx/>
                <a:uFillTx/>
              </a:rPr>
              <a:t> </a:t>
            </a:r>
            <a:r>
              <a:rPr kumimoji="0" lang="en-US" sz="1400" b="0" i="0" u="none" strike="noStrike" kern="0" cap="none" spc="0" normalizeH="0" baseline="0" noProof="0" err="1">
                <a:ln>
                  <a:noFill/>
                </a:ln>
                <a:effectLst/>
                <a:uLnTx/>
                <a:uFillTx/>
              </a:rPr>
              <a:t>felis</a:t>
            </a:r>
            <a:r>
              <a:rPr kumimoji="0" lang="en-US" sz="1400" b="0" i="0" u="none" strike="noStrike" kern="0" cap="none" spc="0" normalizeH="0" baseline="0" noProof="0">
                <a:ln>
                  <a:noFill/>
                </a:ln>
                <a:effectLst/>
                <a:uLnTx/>
                <a:uFillTx/>
              </a:rPr>
              <a:t> sit</a:t>
            </a:r>
            <a:br>
              <a:rPr kumimoji="0" lang="en-US" sz="1400" b="0" i="0" u="none" strike="noStrike" kern="0" cap="none" spc="0" normalizeH="0" baseline="0" noProof="0">
                <a:ln>
                  <a:noFill/>
                </a:ln>
                <a:effectLst/>
                <a:uLnTx/>
                <a:uFillTx/>
              </a:rPr>
            </a:br>
            <a:r>
              <a:rPr kumimoji="0" lang="en-US" sz="1400" b="0" i="0" u="none" strike="noStrike" kern="0" cap="none" spc="0" normalizeH="0" baseline="0" noProof="0">
                <a:ln>
                  <a:noFill/>
                </a:ln>
                <a:effectLst/>
                <a:uLnTx/>
                <a:uFillTx/>
              </a:rPr>
              <a:t>pulvinar ligula</a:t>
            </a:r>
          </a:p>
        </p:txBody>
      </p:sp>
      <p:sp>
        <p:nvSpPr>
          <p:cNvPr id="18" name="Textfeld 16">
            <a:extLst>
              <a:ext uri="{FF2B5EF4-FFF2-40B4-BE49-F238E27FC236}">
                <a16:creationId xmlns:a16="http://schemas.microsoft.com/office/drawing/2014/main" id="{9BA0F9FD-6FF8-F35E-FD5A-07A82CBB0214}"/>
              </a:ext>
            </a:extLst>
          </p:cNvPr>
          <p:cNvSpPr txBox="1">
            <a:spLocks/>
          </p:cNvSpPr>
          <p:nvPr/>
        </p:nvSpPr>
        <p:spPr bwMode="gray">
          <a:xfrm>
            <a:off x="8834659" y="2608604"/>
            <a:ext cx="2192691" cy="634963"/>
          </a:xfrm>
          <a:prstGeom prst="rect">
            <a:avLst/>
          </a:prstGeom>
          <a:noFill/>
        </p:spPr>
        <p:txBody>
          <a:bodyPr wrap="square" lIns="0" tIns="0" rIns="0" bIns="0" rtlCol="0">
            <a:spAutoFit/>
          </a:bodyPr>
          <a:lstStyle/>
          <a:p>
            <a:pPr marL="0" marR="0" lvl="0" indent="0" algn="ctr" defTabSz="979488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r>
              <a:rPr kumimoji="0" lang="en-US" sz="4000" b="1" i="0" u="none" strike="noStrike" kern="0" cap="none" spc="0" normalizeH="0" baseline="0" noProof="0">
                <a:ln>
                  <a:noFill/>
                </a:ln>
                <a:solidFill>
                  <a:schemeClr val="accent1"/>
                </a:solidFill>
                <a:effectLst/>
                <a:uLnTx/>
                <a:uFillTx/>
              </a:rPr>
              <a:t>04.</a:t>
            </a:r>
          </a:p>
        </p:txBody>
      </p:sp>
      <p:sp>
        <p:nvSpPr>
          <p:cNvPr id="19" name="Textplatzhalter 9">
            <a:extLst>
              <a:ext uri="{FF2B5EF4-FFF2-40B4-BE49-F238E27FC236}">
                <a16:creationId xmlns:a16="http://schemas.microsoft.com/office/drawing/2014/main" id="{DD77E383-B944-3BD8-DB84-F2AD67A0C5B2}"/>
              </a:ext>
            </a:extLst>
          </p:cNvPr>
          <p:cNvSpPr txBox="1">
            <a:spLocks/>
          </p:cNvSpPr>
          <p:nvPr/>
        </p:nvSpPr>
        <p:spPr bwMode="gray">
          <a:xfrm>
            <a:off x="1164655" y="3183670"/>
            <a:ext cx="2192691" cy="215444"/>
          </a:xfrm>
          <a:prstGeom prst="rect">
            <a:avLst/>
          </a:prstGeom>
          <a:noFill/>
          <a:ln w="6350">
            <a:noFill/>
          </a:ln>
        </p:spPr>
        <p:txBody>
          <a:bodyPr vert="horz" wrap="square" lIns="0" tIns="0" rIns="0" bIns="0" rtlCol="0">
            <a:spAutoFit/>
          </a:bodyPr>
          <a:lstStyle>
            <a:lvl1pPr marL="0" indent="0" algn="l" defTabSz="914400" rtl="0" eaLnBrk="1" latinLnBrk="0" hangingPunct="1">
              <a:spcBef>
                <a:spcPts val="600"/>
              </a:spcBef>
              <a:buClr>
                <a:schemeClr val="tx1"/>
              </a:buClr>
              <a:buFont typeface="Arial" panose="020B0604020202020204" pitchFamily="34" charset="0"/>
              <a:buNone/>
              <a:defRPr sz="1200" kern="1200">
                <a:solidFill>
                  <a:schemeClr val="tx1"/>
                </a:solidFill>
                <a:latin typeface="+mn-lt"/>
                <a:ea typeface="+mn-ea"/>
                <a:cs typeface="+mn-cs"/>
                <a:sym typeface="Futura"/>
              </a:defRPr>
            </a:lvl1pPr>
            <a:lvl2pPr marL="180975" indent="-180975" algn="l" defTabSz="914400" rtl="0" eaLnBrk="1" latinLnBrk="0" hangingPunct="1">
              <a:spcBef>
                <a:spcPts val="600"/>
              </a:spcBef>
              <a:buClr>
                <a:schemeClr val="tx1"/>
              </a:buClr>
              <a:buFont typeface="Arial" panose="020B0604020202020204" pitchFamily="34" charset="0"/>
              <a:buChar char="•"/>
              <a:defRPr sz="1200" kern="1200">
                <a:solidFill>
                  <a:schemeClr val="tx1"/>
                </a:solidFill>
                <a:latin typeface="+mn-lt"/>
                <a:ea typeface="+mn-ea"/>
                <a:cs typeface="+mn-cs"/>
                <a:sym typeface="Futura"/>
              </a:defRPr>
            </a:lvl2pPr>
            <a:lvl3pPr marL="360000" indent="-180975" algn="l" defTabSz="914400" rtl="0" eaLnBrk="1" latinLnBrk="0" hangingPunct="1">
              <a:spcBef>
                <a:spcPts val="600"/>
              </a:spcBef>
              <a:buClr>
                <a:schemeClr val="tx1"/>
              </a:buClr>
              <a:buFont typeface="Arial" panose="020B0604020202020204" pitchFamily="34" charset="0"/>
              <a:buChar char="•"/>
              <a:defRPr sz="1200" kern="1200">
                <a:solidFill>
                  <a:schemeClr val="tx1"/>
                </a:solidFill>
                <a:latin typeface="+mn-lt"/>
                <a:ea typeface="+mn-ea"/>
                <a:cs typeface="+mn-cs"/>
                <a:sym typeface="Futura"/>
              </a:defRPr>
            </a:lvl3pPr>
            <a:lvl4pPr marL="541338" indent="-179388" algn="l" defTabSz="914400" rtl="0" eaLnBrk="1" latinLnBrk="0" hangingPunct="1">
              <a:spcBef>
                <a:spcPts val="600"/>
              </a:spcBef>
              <a:buClr>
                <a:schemeClr val="tx1"/>
              </a:buClr>
              <a:buFont typeface="Arial" panose="020B0604020202020204" pitchFamily="34" charset="0"/>
              <a:buChar char="•"/>
              <a:tabLst/>
              <a:defRPr sz="1200" kern="1200">
                <a:solidFill>
                  <a:schemeClr val="tx1"/>
                </a:solidFill>
                <a:latin typeface="+mn-lt"/>
                <a:ea typeface="+mn-ea"/>
                <a:cs typeface="+mn-cs"/>
                <a:sym typeface="Futura"/>
              </a:defRPr>
            </a:lvl4pPr>
            <a:lvl5pPr marL="720000" indent="-180975" algn="l" defTabSz="914400" rtl="0" eaLnBrk="1" latinLnBrk="0" hangingPunct="1">
              <a:spcBef>
                <a:spcPts val="600"/>
              </a:spcBef>
              <a:buClr>
                <a:schemeClr val="tx1"/>
              </a:buClr>
              <a:buFont typeface="Arial" panose="020B0604020202020204" pitchFamily="34" charset="0"/>
              <a:buChar char="•"/>
              <a:defRPr sz="1200" kern="1200">
                <a:solidFill>
                  <a:schemeClr val="tx1"/>
                </a:solidFill>
                <a:latin typeface="+mn-lt"/>
                <a:ea typeface="+mn-ea"/>
                <a:cs typeface="+mn-cs"/>
                <a:sym typeface="Futura"/>
              </a:defRPr>
            </a:lvl5pPr>
            <a:lvl6pPr marL="2514600" indent="-228600" algn="l" defTabSz="914400" rtl="0" eaLnBrk="1" latinLnBrk="0" hangingPunct="1">
              <a:spcBef>
                <a:spcPct val="20000"/>
              </a:spcBef>
              <a:buFont typeface="Arial" panose="020B0604020202020204" pitchFamily="34" charset="0"/>
              <a:buChar char="•"/>
              <a:defRPr sz="20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6pPr>
            <a:lvl7pPr marL="2971800" indent="-228600" algn="l" defTabSz="914400" rtl="0" eaLnBrk="1" latinLnBrk="0" hangingPunct="1">
              <a:spcBef>
                <a:spcPct val="20000"/>
              </a:spcBef>
              <a:buFont typeface="Arial" panose="020B0604020202020204" pitchFamily="34" charset="0"/>
              <a:buChar char="•"/>
              <a:defRPr sz="20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7pPr>
            <a:lvl8pPr marL="3429000" indent="-228600" algn="l" defTabSz="914400" rtl="0" eaLnBrk="1" latinLnBrk="0" hangingPunct="1">
              <a:spcBef>
                <a:spcPct val="20000"/>
              </a:spcBef>
              <a:buFont typeface="Arial" panose="020B0604020202020204" pitchFamily="34" charset="0"/>
              <a:buChar char="•"/>
              <a:defRPr sz="20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8pPr>
            <a:lvl9pPr marL="3886200" indent="-228600" algn="l" defTabSz="914400" rtl="0" eaLnBrk="1" latinLnBrk="0" hangingPunct="1">
              <a:spcBef>
                <a:spcPct val="20000"/>
              </a:spcBef>
              <a:buFont typeface="Arial" panose="020B0604020202020204" pitchFamily="34" charset="0"/>
              <a:buChar char="•"/>
              <a:defRPr sz="20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9pPr>
          </a:lstStyle>
          <a:p>
            <a:pPr algn="ctr">
              <a:spcBef>
                <a:spcPts val="0"/>
              </a:spcBef>
              <a:buClr>
                <a:srgbClr val="000000"/>
              </a:buClr>
            </a:pPr>
            <a:r>
              <a:rPr lang="en-US" sz="1400"/>
              <a:t>Step</a:t>
            </a:r>
          </a:p>
        </p:txBody>
      </p:sp>
      <p:sp>
        <p:nvSpPr>
          <p:cNvPr id="20" name="Textplatzhalter 9">
            <a:extLst>
              <a:ext uri="{FF2B5EF4-FFF2-40B4-BE49-F238E27FC236}">
                <a16:creationId xmlns:a16="http://schemas.microsoft.com/office/drawing/2014/main" id="{86E9DBEB-9DA3-0F36-5D43-7DB73D83D536}"/>
              </a:ext>
            </a:extLst>
          </p:cNvPr>
          <p:cNvSpPr txBox="1">
            <a:spLocks/>
          </p:cNvSpPr>
          <p:nvPr/>
        </p:nvSpPr>
        <p:spPr bwMode="gray">
          <a:xfrm>
            <a:off x="3721319" y="3183670"/>
            <a:ext cx="2192691" cy="215444"/>
          </a:xfrm>
          <a:prstGeom prst="rect">
            <a:avLst/>
          </a:prstGeom>
          <a:noFill/>
          <a:ln w="6350">
            <a:noFill/>
          </a:ln>
        </p:spPr>
        <p:txBody>
          <a:bodyPr vert="horz" wrap="square" lIns="0" tIns="0" rIns="0" bIns="0" rtlCol="0">
            <a:spAutoFit/>
          </a:bodyPr>
          <a:lstStyle>
            <a:lvl1pPr marL="0" indent="0" algn="l" defTabSz="914400" rtl="0" eaLnBrk="1" latinLnBrk="0" hangingPunct="1">
              <a:spcBef>
                <a:spcPts val="600"/>
              </a:spcBef>
              <a:buClr>
                <a:schemeClr val="tx1"/>
              </a:buClr>
              <a:buFont typeface="Arial" panose="020B0604020202020204" pitchFamily="34" charset="0"/>
              <a:buNone/>
              <a:defRPr sz="1200" kern="1200">
                <a:solidFill>
                  <a:schemeClr val="tx1"/>
                </a:solidFill>
                <a:latin typeface="+mn-lt"/>
                <a:ea typeface="+mn-ea"/>
                <a:cs typeface="+mn-cs"/>
                <a:sym typeface="Futura"/>
              </a:defRPr>
            </a:lvl1pPr>
            <a:lvl2pPr marL="180975" indent="-180975" algn="l" defTabSz="914400" rtl="0" eaLnBrk="1" latinLnBrk="0" hangingPunct="1">
              <a:spcBef>
                <a:spcPts val="600"/>
              </a:spcBef>
              <a:buClr>
                <a:schemeClr val="tx1"/>
              </a:buClr>
              <a:buFont typeface="Arial" panose="020B0604020202020204" pitchFamily="34" charset="0"/>
              <a:buChar char="•"/>
              <a:defRPr sz="1200" kern="1200">
                <a:solidFill>
                  <a:schemeClr val="tx1"/>
                </a:solidFill>
                <a:latin typeface="+mn-lt"/>
                <a:ea typeface="+mn-ea"/>
                <a:cs typeface="+mn-cs"/>
                <a:sym typeface="Futura"/>
              </a:defRPr>
            </a:lvl2pPr>
            <a:lvl3pPr marL="360000" indent="-180975" algn="l" defTabSz="914400" rtl="0" eaLnBrk="1" latinLnBrk="0" hangingPunct="1">
              <a:spcBef>
                <a:spcPts val="600"/>
              </a:spcBef>
              <a:buClr>
                <a:schemeClr val="tx1"/>
              </a:buClr>
              <a:buFont typeface="Arial" panose="020B0604020202020204" pitchFamily="34" charset="0"/>
              <a:buChar char="•"/>
              <a:defRPr sz="1200" kern="1200">
                <a:solidFill>
                  <a:schemeClr val="tx1"/>
                </a:solidFill>
                <a:latin typeface="+mn-lt"/>
                <a:ea typeface="+mn-ea"/>
                <a:cs typeface="+mn-cs"/>
                <a:sym typeface="Futura"/>
              </a:defRPr>
            </a:lvl3pPr>
            <a:lvl4pPr marL="541338" indent="-179388" algn="l" defTabSz="914400" rtl="0" eaLnBrk="1" latinLnBrk="0" hangingPunct="1">
              <a:spcBef>
                <a:spcPts val="600"/>
              </a:spcBef>
              <a:buClr>
                <a:schemeClr val="tx1"/>
              </a:buClr>
              <a:buFont typeface="Arial" panose="020B0604020202020204" pitchFamily="34" charset="0"/>
              <a:buChar char="•"/>
              <a:tabLst/>
              <a:defRPr sz="1200" kern="1200">
                <a:solidFill>
                  <a:schemeClr val="tx1"/>
                </a:solidFill>
                <a:latin typeface="+mn-lt"/>
                <a:ea typeface="+mn-ea"/>
                <a:cs typeface="+mn-cs"/>
                <a:sym typeface="Futura"/>
              </a:defRPr>
            </a:lvl4pPr>
            <a:lvl5pPr marL="720000" indent="-180975" algn="l" defTabSz="914400" rtl="0" eaLnBrk="1" latinLnBrk="0" hangingPunct="1">
              <a:spcBef>
                <a:spcPts val="600"/>
              </a:spcBef>
              <a:buClr>
                <a:schemeClr val="tx1"/>
              </a:buClr>
              <a:buFont typeface="Arial" panose="020B0604020202020204" pitchFamily="34" charset="0"/>
              <a:buChar char="•"/>
              <a:defRPr sz="1200" kern="1200">
                <a:solidFill>
                  <a:schemeClr val="tx1"/>
                </a:solidFill>
                <a:latin typeface="+mn-lt"/>
                <a:ea typeface="+mn-ea"/>
                <a:cs typeface="+mn-cs"/>
                <a:sym typeface="Futura"/>
              </a:defRPr>
            </a:lvl5pPr>
            <a:lvl6pPr marL="2514600" indent="-228600" algn="l" defTabSz="914400" rtl="0" eaLnBrk="1" latinLnBrk="0" hangingPunct="1">
              <a:spcBef>
                <a:spcPct val="20000"/>
              </a:spcBef>
              <a:buFont typeface="Arial" panose="020B0604020202020204" pitchFamily="34" charset="0"/>
              <a:buChar char="•"/>
              <a:defRPr sz="20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6pPr>
            <a:lvl7pPr marL="2971800" indent="-228600" algn="l" defTabSz="914400" rtl="0" eaLnBrk="1" latinLnBrk="0" hangingPunct="1">
              <a:spcBef>
                <a:spcPct val="20000"/>
              </a:spcBef>
              <a:buFont typeface="Arial" panose="020B0604020202020204" pitchFamily="34" charset="0"/>
              <a:buChar char="•"/>
              <a:defRPr sz="20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7pPr>
            <a:lvl8pPr marL="3429000" indent="-228600" algn="l" defTabSz="914400" rtl="0" eaLnBrk="1" latinLnBrk="0" hangingPunct="1">
              <a:spcBef>
                <a:spcPct val="20000"/>
              </a:spcBef>
              <a:buFont typeface="Arial" panose="020B0604020202020204" pitchFamily="34" charset="0"/>
              <a:buChar char="•"/>
              <a:defRPr sz="20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8pPr>
            <a:lvl9pPr marL="3886200" indent="-228600" algn="l" defTabSz="914400" rtl="0" eaLnBrk="1" latinLnBrk="0" hangingPunct="1">
              <a:spcBef>
                <a:spcPct val="20000"/>
              </a:spcBef>
              <a:buFont typeface="Arial" panose="020B0604020202020204" pitchFamily="34" charset="0"/>
              <a:buChar char="•"/>
              <a:defRPr sz="20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9pPr>
          </a:lstStyle>
          <a:p>
            <a:pPr algn="ctr">
              <a:spcBef>
                <a:spcPts val="0"/>
              </a:spcBef>
              <a:buClr>
                <a:srgbClr val="000000"/>
              </a:buClr>
            </a:pPr>
            <a:r>
              <a:rPr lang="en-US" sz="1400"/>
              <a:t>Step</a:t>
            </a:r>
          </a:p>
        </p:txBody>
      </p:sp>
      <p:sp>
        <p:nvSpPr>
          <p:cNvPr id="21" name="Textplatzhalter 9">
            <a:extLst>
              <a:ext uri="{FF2B5EF4-FFF2-40B4-BE49-F238E27FC236}">
                <a16:creationId xmlns:a16="http://schemas.microsoft.com/office/drawing/2014/main" id="{2E54A607-BB86-384B-9F12-7A72D402C59D}"/>
              </a:ext>
            </a:extLst>
          </p:cNvPr>
          <p:cNvSpPr txBox="1">
            <a:spLocks/>
          </p:cNvSpPr>
          <p:nvPr/>
        </p:nvSpPr>
        <p:spPr bwMode="gray">
          <a:xfrm>
            <a:off x="6277983" y="3183670"/>
            <a:ext cx="2192691" cy="215444"/>
          </a:xfrm>
          <a:prstGeom prst="rect">
            <a:avLst/>
          </a:prstGeom>
          <a:noFill/>
          <a:ln w="6350">
            <a:noFill/>
          </a:ln>
        </p:spPr>
        <p:txBody>
          <a:bodyPr vert="horz" wrap="square" lIns="0" tIns="0" rIns="0" bIns="0" rtlCol="0">
            <a:spAutoFit/>
          </a:bodyPr>
          <a:lstStyle>
            <a:lvl1pPr marL="0" indent="0" algn="l" defTabSz="914400" rtl="0" eaLnBrk="1" latinLnBrk="0" hangingPunct="1">
              <a:spcBef>
                <a:spcPts val="600"/>
              </a:spcBef>
              <a:buClr>
                <a:schemeClr val="tx1"/>
              </a:buClr>
              <a:buFont typeface="Arial" panose="020B0604020202020204" pitchFamily="34" charset="0"/>
              <a:buNone/>
              <a:defRPr sz="1200" kern="1200">
                <a:solidFill>
                  <a:schemeClr val="tx1"/>
                </a:solidFill>
                <a:latin typeface="+mn-lt"/>
                <a:ea typeface="+mn-ea"/>
                <a:cs typeface="+mn-cs"/>
                <a:sym typeface="Futura"/>
              </a:defRPr>
            </a:lvl1pPr>
            <a:lvl2pPr marL="180975" indent="-180975" algn="l" defTabSz="914400" rtl="0" eaLnBrk="1" latinLnBrk="0" hangingPunct="1">
              <a:spcBef>
                <a:spcPts val="600"/>
              </a:spcBef>
              <a:buClr>
                <a:schemeClr val="tx1"/>
              </a:buClr>
              <a:buFont typeface="Arial" panose="020B0604020202020204" pitchFamily="34" charset="0"/>
              <a:buChar char="•"/>
              <a:defRPr sz="1200" kern="1200">
                <a:solidFill>
                  <a:schemeClr val="tx1"/>
                </a:solidFill>
                <a:latin typeface="+mn-lt"/>
                <a:ea typeface="+mn-ea"/>
                <a:cs typeface="+mn-cs"/>
                <a:sym typeface="Futura"/>
              </a:defRPr>
            </a:lvl2pPr>
            <a:lvl3pPr marL="360000" indent="-180975" algn="l" defTabSz="914400" rtl="0" eaLnBrk="1" latinLnBrk="0" hangingPunct="1">
              <a:spcBef>
                <a:spcPts val="600"/>
              </a:spcBef>
              <a:buClr>
                <a:schemeClr val="tx1"/>
              </a:buClr>
              <a:buFont typeface="Arial" panose="020B0604020202020204" pitchFamily="34" charset="0"/>
              <a:buChar char="•"/>
              <a:defRPr sz="1200" kern="1200">
                <a:solidFill>
                  <a:schemeClr val="tx1"/>
                </a:solidFill>
                <a:latin typeface="+mn-lt"/>
                <a:ea typeface="+mn-ea"/>
                <a:cs typeface="+mn-cs"/>
                <a:sym typeface="Futura"/>
              </a:defRPr>
            </a:lvl3pPr>
            <a:lvl4pPr marL="541338" indent="-179388" algn="l" defTabSz="914400" rtl="0" eaLnBrk="1" latinLnBrk="0" hangingPunct="1">
              <a:spcBef>
                <a:spcPts val="600"/>
              </a:spcBef>
              <a:buClr>
                <a:schemeClr val="tx1"/>
              </a:buClr>
              <a:buFont typeface="Arial" panose="020B0604020202020204" pitchFamily="34" charset="0"/>
              <a:buChar char="•"/>
              <a:tabLst/>
              <a:defRPr sz="1200" kern="1200">
                <a:solidFill>
                  <a:schemeClr val="tx1"/>
                </a:solidFill>
                <a:latin typeface="+mn-lt"/>
                <a:ea typeface="+mn-ea"/>
                <a:cs typeface="+mn-cs"/>
                <a:sym typeface="Futura"/>
              </a:defRPr>
            </a:lvl4pPr>
            <a:lvl5pPr marL="720000" indent="-180975" algn="l" defTabSz="914400" rtl="0" eaLnBrk="1" latinLnBrk="0" hangingPunct="1">
              <a:spcBef>
                <a:spcPts val="600"/>
              </a:spcBef>
              <a:buClr>
                <a:schemeClr val="tx1"/>
              </a:buClr>
              <a:buFont typeface="Arial" panose="020B0604020202020204" pitchFamily="34" charset="0"/>
              <a:buChar char="•"/>
              <a:defRPr sz="1200" kern="1200">
                <a:solidFill>
                  <a:schemeClr val="tx1"/>
                </a:solidFill>
                <a:latin typeface="+mn-lt"/>
                <a:ea typeface="+mn-ea"/>
                <a:cs typeface="+mn-cs"/>
                <a:sym typeface="Futura"/>
              </a:defRPr>
            </a:lvl5pPr>
            <a:lvl6pPr marL="2514600" indent="-228600" algn="l" defTabSz="914400" rtl="0" eaLnBrk="1" latinLnBrk="0" hangingPunct="1">
              <a:spcBef>
                <a:spcPct val="20000"/>
              </a:spcBef>
              <a:buFont typeface="Arial" panose="020B0604020202020204" pitchFamily="34" charset="0"/>
              <a:buChar char="•"/>
              <a:defRPr sz="20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6pPr>
            <a:lvl7pPr marL="2971800" indent="-228600" algn="l" defTabSz="914400" rtl="0" eaLnBrk="1" latinLnBrk="0" hangingPunct="1">
              <a:spcBef>
                <a:spcPct val="20000"/>
              </a:spcBef>
              <a:buFont typeface="Arial" panose="020B0604020202020204" pitchFamily="34" charset="0"/>
              <a:buChar char="•"/>
              <a:defRPr sz="20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7pPr>
            <a:lvl8pPr marL="3429000" indent="-228600" algn="l" defTabSz="914400" rtl="0" eaLnBrk="1" latinLnBrk="0" hangingPunct="1">
              <a:spcBef>
                <a:spcPct val="20000"/>
              </a:spcBef>
              <a:buFont typeface="Arial" panose="020B0604020202020204" pitchFamily="34" charset="0"/>
              <a:buChar char="•"/>
              <a:defRPr sz="20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8pPr>
            <a:lvl9pPr marL="3886200" indent="-228600" algn="l" defTabSz="914400" rtl="0" eaLnBrk="1" latinLnBrk="0" hangingPunct="1">
              <a:spcBef>
                <a:spcPct val="20000"/>
              </a:spcBef>
              <a:buFont typeface="Arial" panose="020B0604020202020204" pitchFamily="34" charset="0"/>
              <a:buChar char="•"/>
              <a:defRPr sz="20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9pPr>
          </a:lstStyle>
          <a:p>
            <a:pPr algn="ctr">
              <a:spcBef>
                <a:spcPts val="0"/>
              </a:spcBef>
              <a:buClr>
                <a:srgbClr val="000000"/>
              </a:buClr>
            </a:pPr>
            <a:r>
              <a:rPr lang="en-US" sz="1400"/>
              <a:t>Step</a:t>
            </a:r>
          </a:p>
        </p:txBody>
      </p:sp>
      <p:sp>
        <p:nvSpPr>
          <p:cNvPr id="22" name="Textplatzhalter 9">
            <a:extLst>
              <a:ext uri="{FF2B5EF4-FFF2-40B4-BE49-F238E27FC236}">
                <a16:creationId xmlns:a16="http://schemas.microsoft.com/office/drawing/2014/main" id="{FAF8130D-3348-886F-0F3D-93692EA6EAB7}"/>
              </a:ext>
            </a:extLst>
          </p:cNvPr>
          <p:cNvSpPr txBox="1">
            <a:spLocks/>
          </p:cNvSpPr>
          <p:nvPr/>
        </p:nvSpPr>
        <p:spPr bwMode="gray">
          <a:xfrm>
            <a:off x="8834647" y="3183670"/>
            <a:ext cx="2192691" cy="215444"/>
          </a:xfrm>
          <a:prstGeom prst="rect">
            <a:avLst/>
          </a:prstGeom>
          <a:noFill/>
          <a:ln w="6350">
            <a:noFill/>
          </a:ln>
        </p:spPr>
        <p:txBody>
          <a:bodyPr vert="horz" wrap="square" lIns="0" tIns="0" rIns="0" bIns="0" rtlCol="0">
            <a:spAutoFit/>
          </a:bodyPr>
          <a:lstStyle>
            <a:lvl1pPr marL="0" indent="0" algn="l" defTabSz="914400" rtl="0" eaLnBrk="1" latinLnBrk="0" hangingPunct="1">
              <a:spcBef>
                <a:spcPts val="600"/>
              </a:spcBef>
              <a:buClr>
                <a:schemeClr val="tx1"/>
              </a:buClr>
              <a:buFont typeface="Arial" panose="020B0604020202020204" pitchFamily="34" charset="0"/>
              <a:buNone/>
              <a:defRPr sz="1200" kern="1200">
                <a:solidFill>
                  <a:schemeClr val="tx1"/>
                </a:solidFill>
                <a:latin typeface="+mn-lt"/>
                <a:ea typeface="+mn-ea"/>
                <a:cs typeface="+mn-cs"/>
                <a:sym typeface="Futura"/>
              </a:defRPr>
            </a:lvl1pPr>
            <a:lvl2pPr marL="180975" indent="-180975" algn="l" defTabSz="914400" rtl="0" eaLnBrk="1" latinLnBrk="0" hangingPunct="1">
              <a:spcBef>
                <a:spcPts val="600"/>
              </a:spcBef>
              <a:buClr>
                <a:schemeClr val="tx1"/>
              </a:buClr>
              <a:buFont typeface="Arial" panose="020B0604020202020204" pitchFamily="34" charset="0"/>
              <a:buChar char="•"/>
              <a:defRPr sz="1200" kern="1200">
                <a:solidFill>
                  <a:schemeClr val="tx1"/>
                </a:solidFill>
                <a:latin typeface="+mn-lt"/>
                <a:ea typeface="+mn-ea"/>
                <a:cs typeface="+mn-cs"/>
                <a:sym typeface="Futura"/>
              </a:defRPr>
            </a:lvl2pPr>
            <a:lvl3pPr marL="360000" indent="-180975" algn="l" defTabSz="914400" rtl="0" eaLnBrk="1" latinLnBrk="0" hangingPunct="1">
              <a:spcBef>
                <a:spcPts val="600"/>
              </a:spcBef>
              <a:buClr>
                <a:schemeClr val="tx1"/>
              </a:buClr>
              <a:buFont typeface="Arial" panose="020B0604020202020204" pitchFamily="34" charset="0"/>
              <a:buChar char="•"/>
              <a:defRPr sz="1200" kern="1200">
                <a:solidFill>
                  <a:schemeClr val="tx1"/>
                </a:solidFill>
                <a:latin typeface="+mn-lt"/>
                <a:ea typeface="+mn-ea"/>
                <a:cs typeface="+mn-cs"/>
                <a:sym typeface="Futura"/>
              </a:defRPr>
            </a:lvl3pPr>
            <a:lvl4pPr marL="541338" indent="-179388" algn="l" defTabSz="914400" rtl="0" eaLnBrk="1" latinLnBrk="0" hangingPunct="1">
              <a:spcBef>
                <a:spcPts val="600"/>
              </a:spcBef>
              <a:buClr>
                <a:schemeClr val="tx1"/>
              </a:buClr>
              <a:buFont typeface="Arial" panose="020B0604020202020204" pitchFamily="34" charset="0"/>
              <a:buChar char="•"/>
              <a:tabLst/>
              <a:defRPr sz="1200" kern="1200">
                <a:solidFill>
                  <a:schemeClr val="tx1"/>
                </a:solidFill>
                <a:latin typeface="+mn-lt"/>
                <a:ea typeface="+mn-ea"/>
                <a:cs typeface="+mn-cs"/>
                <a:sym typeface="Futura"/>
              </a:defRPr>
            </a:lvl4pPr>
            <a:lvl5pPr marL="720000" indent="-180975" algn="l" defTabSz="914400" rtl="0" eaLnBrk="1" latinLnBrk="0" hangingPunct="1">
              <a:spcBef>
                <a:spcPts val="600"/>
              </a:spcBef>
              <a:buClr>
                <a:schemeClr val="tx1"/>
              </a:buClr>
              <a:buFont typeface="Arial" panose="020B0604020202020204" pitchFamily="34" charset="0"/>
              <a:buChar char="•"/>
              <a:defRPr sz="1200" kern="1200">
                <a:solidFill>
                  <a:schemeClr val="tx1"/>
                </a:solidFill>
                <a:latin typeface="+mn-lt"/>
                <a:ea typeface="+mn-ea"/>
                <a:cs typeface="+mn-cs"/>
                <a:sym typeface="Futura"/>
              </a:defRPr>
            </a:lvl5pPr>
            <a:lvl6pPr marL="2514600" indent="-228600" algn="l" defTabSz="914400" rtl="0" eaLnBrk="1" latinLnBrk="0" hangingPunct="1">
              <a:spcBef>
                <a:spcPct val="20000"/>
              </a:spcBef>
              <a:buFont typeface="Arial" panose="020B0604020202020204" pitchFamily="34" charset="0"/>
              <a:buChar char="•"/>
              <a:defRPr sz="20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6pPr>
            <a:lvl7pPr marL="2971800" indent="-228600" algn="l" defTabSz="914400" rtl="0" eaLnBrk="1" latinLnBrk="0" hangingPunct="1">
              <a:spcBef>
                <a:spcPct val="20000"/>
              </a:spcBef>
              <a:buFont typeface="Arial" panose="020B0604020202020204" pitchFamily="34" charset="0"/>
              <a:buChar char="•"/>
              <a:defRPr sz="20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7pPr>
            <a:lvl8pPr marL="3429000" indent="-228600" algn="l" defTabSz="914400" rtl="0" eaLnBrk="1" latinLnBrk="0" hangingPunct="1">
              <a:spcBef>
                <a:spcPct val="20000"/>
              </a:spcBef>
              <a:buFont typeface="Arial" panose="020B0604020202020204" pitchFamily="34" charset="0"/>
              <a:buChar char="•"/>
              <a:defRPr sz="20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8pPr>
            <a:lvl9pPr marL="3886200" indent="-228600" algn="l" defTabSz="914400" rtl="0" eaLnBrk="1" latinLnBrk="0" hangingPunct="1">
              <a:spcBef>
                <a:spcPct val="20000"/>
              </a:spcBef>
              <a:buFont typeface="Arial" panose="020B0604020202020204" pitchFamily="34" charset="0"/>
              <a:buChar char="•"/>
              <a:defRPr sz="20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9pPr>
          </a:lstStyle>
          <a:p>
            <a:pPr algn="ctr">
              <a:spcBef>
                <a:spcPts val="0"/>
              </a:spcBef>
              <a:buClr>
                <a:srgbClr val="000000"/>
              </a:buClr>
            </a:pPr>
            <a:r>
              <a:rPr lang="en-US" sz="1400"/>
              <a:t>Step</a:t>
            </a:r>
          </a:p>
        </p:txBody>
      </p:sp>
      <p:sp>
        <p:nvSpPr>
          <p:cNvPr id="23" name="Text Placeholder 15">
            <a:extLst>
              <a:ext uri="{FF2B5EF4-FFF2-40B4-BE49-F238E27FC236}">
                <a16:creationId xmlns:a16="http://schemas.microsoft.com/office/drawing/2014/main" id="{3C7438F0-0904-9D02-3073-28370D8DBC3E}"/>
              </a:ext>
            </a:extLst>
          </p:cNvPr>
          <p:cNvSpPr/>
          <p:nvPr/>
        </p:nvSpPr>
        <p:spPr>
          <a:xfrm>
            <a:off x="407988" y="6275487"/>
            <a:ext cx="4033155" cy="138499"/>
          </a:xfrm>
          <a:prstGeom prst="rect">
            <a:avLst/>
          </a:prstGeom>
          <a:noFill/>
          <a:ln w="9525" cap="flat" cmpd="sng" algn="ctr">
            <a:noFill/>
            <a:prstDash val="solid"/>
            <a:miter lim="800000"/>
          </a:ln>
          <a:effectLst/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wrap="none" lIns="0" tIns="0" rIns="0" bIns="0" rtlCol="0" anchor="b">
            <a:spAutoFit/>
          </a:bodyPr>
          <a:lstStyle/>
          <a:p>
            <a:pPr>
              <a:spcAft>
                <a:spcPts val="110"/>
              </a:spcAft>
            </a:pPr>
            <a:r>
              <a:rPr lang="en-US" sz="900" noProof="0" dirty="0">
                <a:solidFill>
                  <a:schemeClr val="tx2"/>
                </a:solidFill>
                <a:latin typeface="Arial" panose="020B0604020202020204" pitchFamily="34" charset="0"/>
              </a:rPr>
              <a:t>Keywords: step, process, processes, plan, plans, stage, stages, phase, phases</a:t>
            </a:r>
          </a:p>
        </p:txBody>
      </p:sp>
    </p:spTree>
    <p:extLst>
      <p:ext uri="{BB962C8B-B14F-4D97-AF65-F5344CB8AC3E}">
        <p14:creationId xmlns:p14="http://schemas.microsoft.com/office/powerpoint/2010/main" val="321239242"/>
      </p:ext>
    </p:extLst>
  </p:cSld>
  <p:clrMapOvr>
    <a:masterClrMapping/>
  </p:clrMapOvr>
</p:sld>
</file>

<file path=ppt/slides/slide8.xml><?xml version="1.0" encoding="utf-8"?>
<p:sld xmlns:a="http://schemas.openxmlformats.org/drawingml/2006/main" xmlns:r="http://schemas.openxmlformats.org/officeDocument/2006/relationships" xmlns:p="http://schemas.openxmlformats.org/presentationml/2006/main" showMasterPhAnim="0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graphicFrame>
        <p:nvGraphicFramePr>
          <p:cNvPr id="6" name="think-cell data - do not delete" hidden="1">
            <a:extLst>
              <a:ext uri="{FF2B5EF4-FFF2-40B4-BE49-F238E27FC236}">
                <a16:creationId xmlns:a16="http://schemas.microsoft.com/office/drawing/2014/main" id="{62F02365-C876-1B67-9B1F-3E96891004A1}"/>
              </a:ext>
            </a:extLst>
          </p:cNvPr>
          <p:cNvGraphicFramePr>
            <a:graphicFrameLocks/>
          </p:cNvGraphicFramePr>
          <p:nvPr>
            <p:custDataLst>
              <p:tags r:id="rId1"/>
            </p:custDataLst>
          </p:nvPr>
        </p:nvGraphicFramePr>
        <p:xfrm>
          <a:off x="1588" y="1588"/>
          <a:ext cx="1588" cy="1588"/>
        </p:xfrm>
        <a:graphic>
          <a:graphicData uri="http://schemas.openxmlformats.org/presentationml/2006/ole">
            <mc:AlternateContent xmlns:mc="http://schemas.openxmlformats.org/markup-compatibility/2006">
              <mc:Choice xmlns:v="urn:schemas-microsoft-com:vml" Requires="v">
                <p:oleObj name="think-cell Slide" r:id="rId4" imgW="538" imgH="540" progId="TCLayout.ActiveDocument.1">
                  <p:embed/>
                </p:oleObj>
              </mc:Choice>
              <mc:Fallback>
                <p:oleObj name="think-cell Slide" r:id="rId4" imgW="538" imgH="540" progId="TCLayout.ActiveDocument.1">
                  <p:embed/>
                  <p:pic>
                    <p:nvPicPr>
                      <p:cNvPr id="6" name="think-cell data - do not delete" hidden="1">
                        <a:extLst>
                          <a:ext uri="{FF2B5EF4-FFF2-40B4-BE49-F238E27FC236}">
                            <a16:creationId xmlns:a16="http://schemas.microsoft.com/office/drawing/2014/main" id="{62F02365-C876-1B67-9B1F-3E96891004A1}"/>
                          </a:ext>
                        </a:extLst>
                      </p:cNvPr>
                      <p:cNvPicPr/>
                      <p:nvPr/>
                    </p:nvPicPr>
                    <p:blipFill>
                      <a:blip r:embed="rId5"/>
                      <a:stretch>
                        <a:fillRect/>
                      </a:stretch>
                    </p:blipFill>
                    <p:spPr>
                      <a:xfrm>
                        <a:off x="1588" y="1588"/>
                        <a:ext cx="1588" cy="1588"/>
                      </a:xfrm>
                      <a:prstGeom prst="rect">
                        <a:avLst/>
                      </a:prstGeom>
                    </p:spPr>
                  </p:pic>
                </p:oleObj>
              </mc:Fallback>
            </mc:AlternateContent>
          </a:graphicData>
        </a:graphic>
      </p:graphicFrame>
      <p:sp>
        <p:nvSpPr>
          <p:cNvPr id="2" name="Ellipse 42">
            <a:extLst>
              <a:ext uri="{FF2B5EF4-FFF2-40B4-BE49-F238E27FC236}">
                <a16:creationId xmlns:a16="http://schemas.microsoft.com/office/drawing/2014/main" id="{E3FD3503-57F7-91B3-EB52-D1BA509E9DE0}"/>
              </a:ext>
            </a:extLst>
          </p:cNvPr>
          <p:cNvSpPr>
            <a:spLocks/>
          </p:cNvSpPr>
          <p:nvPr/>
        </p:nvSpPr>
        <p:spPr bwMode="gray">
          <a:xfrm flipV="1">
            <a:off x="2176372" y="1563942"/>
            <a:ext cx="2612988" cy="1306347"/>
          </a:xfrm>
          <a:custGeom>
            <a:avLst/>
            <a:gdLst>
              <a:gd name="connsiteX0" fmla="*/ 0 w 2160180"/>
              <a:gd name="connsiteY0" fmla="*/ 1079971 h 2159942"/>
              <a:gd name="connsiteX1" fmla="*/ 1080090 w 2160180"/>
              <a:gd name="connsiteY1" fmla="*/ 0 h 2159942"/>
              <a:gd name="connsiteX2" fmla="*/ 2160180 w 2160180"/>
              <a:gd name="connsiteY2" fmla="*/ 1079971 h 2159942"/>
              <a:gd name="connsiteX3" fmla="*/ 1080090 w 2160180"/>
              <a:gd name="connsiteY3" fmla="*/ 2159942 h 2159942"/>
              <a:gd name="connsiteX4" fmla="*/ 0 w 2160180"/>
              <a:gd name="connsiteY4" fmla="*/ 1079971 h 2159942"/>
              <a:gd name="connsiteX0" fmla="*/ 1080090 w 2160180"/>
              <a:gd name="connsiteY0" fmla="*/ 0 h 2159942"/>
              <a:gd name="connsiteX1" fmla="*/ 2160180 w 2160180"/>
              <a:gd name="connsiteY1" fmla="*/ 1079971 h 2159942"/>
              <a:gd name="connsiteX2" fmla="*/ 1080090 w 2160180"/>
              <a:gd name="connsiteY2" fmla="*/ 2159942 h 2159942"/>
              <a:gd name="connsiteX3" fmla="*/ 0 w 2160180"/>
              <a:gd name="connsiteY3" fmla="*/ 1079971 h 2159942"/>
              <a:gd name="connsiteX4" fmla="*/ 1171530 w 2160180"/>
              <a:gd name="connsiteY4" fmla="*/ 91440 h 2159942"/>
              <a:gd name="connsiteX0" fmla="*/ 1080090 w 2160180"/>
              <a:gd name="connsiteY0" fmla="*/ 0 h 2159942"/>
              <a:gd name="connsiteX1" fmla="*/ 2160180 w 2160180"/>
              <a:gd name="connsiteY1" fmla="*/ 1079971 h 2159942"/>
              <a:gd name="connsiteX2" fmla="*/ 1080090 w 2160180"/>
              <a:gd name="connsiteY2" fmla="*/ 2159942 h 2159942"/>
              <a:gd name="connsiteX3" fmla="*/ 0 w 2160180"/>
              <a:gd name="connsiteY3" fmla="*/ 1079971 h 2159942"/>
              <a:gd name="connsiteX0" fmla="*/ 2160180 w 2160180"/>
              <a:gd name="connsiteY0" fmla="*/ 0 h 1079971"/>
              <a:gd name="connsiteX1" fmla="*/ 1080090 w 2160180"/>
              <a:gd name="connsiteY1" fmla="*/ 1079971 h 1079971"/>
              <a:gd name="connsiteX2" fmla="*/ 0 w 2160180"/>
              <a:gd name="connsiteY2" fmla="*/ 0 h 1079971"/>
            </a:gdLst>
            <a:ahLst/>
            <a:cxnLst>
              <a:cxn ang="0">
                <a:pos x="connsiteX0" y="connsiteY0"/>
              </a:cxn>
              <a:cxn ang="0">
                <a:pos x="connsiteX1" y="connsiteY1"/>
              </a:cxn>
              <a:cxn ang="0">
                <a:pos x="connsiteX2" y="connsiteY2"/>
              </a:cxn>
            </a:cxnLst>
            <a:rect l="l" t="t" r="r" b="b"/>
            <a:pathLst>
              <a:path w="2160180" h="1079971">
                <a:moveTo>
                  <a:pt x="2160180" y="0"/>
                </a:moveTo>
                <a:cubicBezTo>
                  <a:pt x="2160180" y="596452"/>
                  <a:pt x="1676607" y="1079971"/>
                  <a:pt x="1080090" y="1079971"/>
                </a:cubicBezTo>
                <a:cubicBezTo>
                  <a:pt x="483573" y="1079971"/>
                  <a:pt x="0" y="596452"/>
                  <a:pt x="0" y="0"/>
                </a:cubicBezTo>
              </a:path>
            </a:pathLst>
          </a:custGeom>
          <a:ln w="9525">
            <a:solidFill>
              <a:schemeClr val="tx2">
                <a:lumMod val="20000"/>
                <a:lumOff val="80000"/>
              </a:schemeClr>
            </a:solidFill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  <p:txBody>
          <a:bodyPr rtlCol="0" anchor="ctr"/>
          <a:lstStyle/>
          <a:p>
            <a:pPr marL="0" marR="0" lvl="0" indent="0" algn="ctr" defTabSz="91440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endParaRPr kumimoji="0" lang="en-US" sz="1799" b="0" i="0" u="none" strike="noStrike" kern="1200" cap="none" spc="0" normalizeH="0" baseline="0" noProof="0">
              <a:ln>
                <a:noFill/>
              </a:ln>
              <a:solidFill>
                <a:prstClr val="black"/>
              </a:solidFill>
              <a:effectLst/>
              <a:uLnTx/>
              <a:uFillTx/>
              <a:ea typeface="+mn-ea"/>
            </a:endParaRPr>
          </a:p>
        </p:txBody>
      </p:sp>
      <p:sp>
        <p:nvSpPr>
          <p:cNvPr id="3" name="Ellipse 43">
            <a:extLst>
              <a:ext uri="{FF2B5EF4-FFF2-40B4-BE49-F238E27FC236}">
                <a16:creationId xmlns:a16="http://schemas.microsoft.com/office/drawing/2014/main" id="{ABD1E8F9-ED13-DC42-5051-E664E0CCEB8E}"/>
              </a:ext>
            </a:extLst>
          </p:cNvPr>
          <p:cNvSpPr>
            <a:spLocks/>
          </p:cNvSpPr>
          <p:nvPr/>
        </p:nvSpPr>
        <p:spPr bwMode="gray">
          <a:xfrm flipV="1">
            <a:off x="4789360" y="2870291"/>
            <a:ext cx="2612988" cy="1306347"/>
          </a:xfrm>
          <a:custGeom>
            <a:avLst/>
            <a:gdLst>
              <a:gd name="connsiteX0" fmla="*/ 0 w 2160180"/>
              <a:gd name="connsiteY0" fmla="*/ 1079971 h 2159942"/>
              <a:gd name="connsiteX1" fmla="*/ 1080090 w 2160180"/>
              <a:gd name="connsiteY1" fmla="*/ 0 h 2159942"/>
              <a:gd name="connsiteX2" fmla="*/ 2160180 w 2160180"/>
              <a:gd name="connsiteY2" fmla="*/ 1079971 h 2159942"/>
              <a:gd name="connsiteX3" fmla="*/ 1080090 w 2160180"/>
              <a:gd name="connsiteY3" fmla="*/ 2159942 h 2159942"/>
              <a:gd name="connsiteX4" fmla="*/ 0 w 2160180"/>
              <a:gd name="connsiteY4" fmla="*/ 1079971 h 2159942"/>
              <a:gd name="connsiteX0" fmla="*/ 1080090 w 2160180"/>
              <a:gd name="connsiteY0" fmla="*/ 2159942 h 2251382"/>
              <a:gd name="connsiteX1" fmla="*/ 0 w 2160180"/>
              <a:gd name="connsiteY1" fmla="*/ 1079971 h 2251382"/>
              <a:gd name="connsiteX2" fmla="*/ 1080090 w 2160180"/>
              <a:gd name="connsiteY2" fmla="*/ 0 h 2251382"/>
              <a:gd name="connsiteX3" fmla="*/ 2160180 w 2160180"/>
              <a:gd name="connsiteY3" fmla="*/ 1079971 h 2251382"/>
              <a:gd name="connsiteX4" fmla="*/ 1171530 w 2160180"/>
              <a:gd name="connsiteY4" fmla="*/ 2251382 h 2251382"/>
              <a:gd name="connsiteX0" fmla="*/ 1080090 w 2160180"/>
              <a:gd name="connsiteY0" fmla="*/ 2159942 h 2159942"/>
              <a:gd name="connsiteX1" fmla="*/ 0 w 2160180"/>
              <a:gd name="connsiteY1" fmla="*/ 1079971 h 2159942"/>
              <a:gd name="connsiteX2" fmla="*/ 1080090 w 2160180"/>
              <a:gd name="connsiteY2" fmla="*/ 0 h 2159942"/>
              <a:gd name="connsiteX3" fmla="*/ 2160180 w 2160180"/>
              <a:gd name="connsiteY3" fmla="*/ 1079971 h 2159942"/>
              <a:gd name="connsiteX0" fmla="*/ 0 w 2160180"/>
              <a:gd name="connsiteY0" fmla="*/ 1079971 h 1079971"/>
              <a:gd name="connsiteX1" fmla="*/ 1080090 w 2160180"/>
              <a:gd name="connsiteY1" fmla="*/ 0 h 1079971"/>
              <a:gd name="connsiteX2" fmla="*/ 2160180 w 2160180"/>
              <a:gd name="connsiteY2" fmla="*/ 1079971 h 1079971"/>
            </a:gdLst>
            <a:ahLst/>
            <a:cxnLst>
              <a:cxn ang="0">
                <a:pos x="connsiteX0" y="connsiteY0"/>
              </a:cxn>
              <a:cxn ang="0">
                <a:pos x="connsiteX1" y="connsiteY1"/>
              </a:cxn>
              <a:cxn ang="0">
                <a:pos x="connsiteX2" y="connsiteY2"/>
              </a:cxn>
            </a:cxnLst>
            <a:rect l="l" t="t" r="r" b="b"/>
            <a:pathLst>
              <a:path w="2160180" h="1079971">
                <a:moveTo>
                  <a:pt x="0" y="1079971"/>
                </a:moveTo>
                <a:cubicBezTo>
                  <a:pt x="0" y="483519"/>
                  <a:pt x="483573" y="0"/>
                  <a:pt x="1080090" y="0"/>
                </a:cubicBezTo>
                <a:cubicBezTo>
                  <a:pt x="1676607" y="0"/>
                  <a:pt x="2160180" y="483519"/>
                  <a:pt x="2160180" y="1079971"/>
                </a:cubicBezTo>
              </a:path>
            </a:pathLst>
          </a:custGeom>
          <a:ln w="9525">
            <a:solidFill>
              <a:schemeClr val="tx2">
                <a:lumMod val="20000"/>
                <a:lumOff val="80000"/>
              </a:schemeClr>
            </a:solidFill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  <p:txBody>
          <a:bodyPr rtlCol="0" anchor="ctr"/>
          <a:lstStyle/>
          <a:p>
            <a:pPr marL="0" marR="0" lvl="0" indent="0" algn="ctr" defTabSz="91440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endParaRPr kumimoji="0" lang="en-US" sz="1799" b="0" i="0" u="none" strike="noStrike" kern="1200" cap="none" spc="0" normalizeH="0" baseline="0" noProof="0">
              <a:ln>
                <a:noFill/>
              </a:ln>
              <a:solidFill>
                <a:prstClr val="black"/>
              </a:solidFill>
              <a:effectLst/>
              <a:uLnTx/>
              <a:uFillTx/>
              <a:ea typeface="+mn-ea"/>
            </a:endParaRPr>
          </a:p>
        </p:txBody>
      </p:sp>
      <p:sp>
        <p:nvSpPr>
          <p:cNvPr id="4" name="Ellipse 44">
            <a:extLst>
              <a:ext uri="{FF2B5EF4-FFF2-40B4-BE49-F238E27FC236}">
                <a16:creationId xmlns:a16="http://schemas.microsoft.com/office/drawing/2014/main" id="{45CCD39A-5437-C8C6-1B2F-B1233C70A731}"/>
              </a:ext>
            </a:extLst>
          </p:cNvPr>
          <p:cNvSpPr>
            <a:spLocks/>
          </p:cNvSpPr>
          <p:nvPr/>
        </p:nvSpPr>
        <p:spPr bwMode="gray">
          <a:xfrm flipV="1">
            <a:off x="7402640" y="1563942"/>
            <a:ext cx="2612988" cy="1306347"/>
          </a:xfrm>
          <a:custGeom>
            <a:avLst/>
            <a:gdLst>
              <a:gd name="connsiteX0" fmla="*/ 0 w 2160180"/>
              <a:gd name="connsiteY0" fmla="*/ 1079971 h 2159942"/>
              <a:gd name="connsiteX1" fmla="*/ 1080090 w 2160180"/>
              <a:gd name="connsiteY1" fmla="*/ 0 h 2159942"/>
              <a:gd name="connsiteX2" fmla="*/ 2160180 w 2160180"/>
              <a:gd name="connsiteY2" fmla="*/ 1079971 h 2159942"/>
              <a:gd name="connsiteX3" fmla="*/ 1080090 w 2160180"/>
              <a:gd name="connsiteY3" fmla="*/ 2159942 h 2159942"/>
              <a:gd name="connsiteX4" fmla="*/ 0 w 2160180"/>
              <a:gd name="connsiteY4" fmla="*/ 1079971 h 2159942"/>
              <a:gd name="connsiteX0" fmla="*/ 1080090 w 2160180"/>
              <a:gd name="connsiteY0" fmla="*/ 0 h 2159942"/>
              <a:gd name="connsiteX1" fmla="*/ 2160180 w 2160180"/>
              <a:gd name="connsiteY1" fmla="*/ 1079971 h 2159942"/>
              <a:gd name="connsiteX2" fmla="*/ 1080090 w 2160180"/>
              <a:gd name="connsiteY2" fmla="*/ 2159942 h 2159942"/>
              <a:gd name="connsiteX3" fmla="*/ 0 w 2160180"/>
              <a:gd name="connsiteY3" fmla="*/ 1079971 h 2159942"/>
              <a:gd name="connsiteX4" fmla="*/ 1171530 w 2160180"/>
              <a:gd name="connsiteY4" fmla="*/ 91440 h 2159942"/>
              <a:gd name="connsiteX0" fmla="*/ 1080090 w 2160180"/>
              <a:gd name="connsiteY0" fmla="*/ 0 h 2159942"/>
              <a:gd name="connsiteX1" fmla="*/ 2160180 w 2160180"/>
              <a:gd name="connsiteY1" fmla="*/ 1079971 h 2159942"/>
              <a:gd name="connsiteX2" fmla="*/ 1080090 w 2160180"/>
              <a:gd name="connsiteY2" fmla="*/ 2159942 h 2159942"/>
              <a:gd name="connsiteX3" fmla="*/ 0 w 2160180"/>
              <a:gd name="connsiteY3" fmla="*/ 1079971 h 2159942"/>
              <a:gd name="connsiteX0" fmla="*/ 2160180 w 2160180"/>
              <a:gd name="connsiteY0" fmla="*/ 0 h 1079971"/>
              <a:gd name="connsiteX1" fmla="*/ 1080090 w 2160180"/>
              <a:gd name="connsiteY1" fmla="*/ 1079971 h 1079971"/>
              <a:gd name="connsiteX2" fmla="*/ 0 w 2160180"/>
              <a:gd name="connsiteY2" fmla="*/ 0 h 1079971"/>
            </a:gdLst>
            <a:ahLst/>
            <a:cxnLst>
              <a:cxn ang="0">
                <a:pos x="connsiteX0" y="connsiteY0"/>
              </a:cxn>
              <a:cxn ang="0">
                <a:pos x="connsiteX1" y="connsiteY1"/>
              </a:cxn>
              <a:cxn ang="0">
                <a:pos x="connsiteX2" y="connsiteY2"/>
              </a:cxn>
            </a:cxnLst>
            <a:rect l="l" t="t" r="r" b="b"/>
            <a:pathLst>
              <a:path w="2160180" h="1079971">
                <a:moveTo>
                  <a:pt x="2160180" y="0"/>
                </a:moveTo>
                <a:cubicBezTo>
                  <a:pt x="2160180" y="596452"/>
                  <a:pt x="1676607" y="1079971"/>
                  <a:pt x="1080090" y="1079971"/>
                </a:cubicBezTo>
                <a:cubicBezTo>
                  <a:pt x="483573" y="1079971"/>
                  <a:pt x="0" y="596452"/>
                  <a:pt x="0" y="0"/>
                </a:cubicBezTo>
              </a:path>
            </a:pathLst>
          </a:custGeom>
          <a:ln w="9525">
            <a:solidFill>
              <a:schemeClr val="tx2">
                <a:lumMod val="20000"/>
                <a:lumOff val="80000"/>
              </a:schemeClr>
            </a:solidFill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  <p:txBody>
          <a:bodyPr rtlCol="0" anchor="ctr"/>
          <a:lstStyle/>
          <a:p>
            <a:pPr marL="0" marR="0" lvl="0" indent="0" algn="ctr" defTabSz="91440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endParaRPr kumimoji="0" lang="en-US" sz="1799" b="0" i="0" u="none" strike="noStrike" kern="1200" cap="none" spc="0" normalizeH="0" baseline="0" noProof="0">
              <a:ln>
                <a:noFill/>
              </a:ln>
              <a:solidFill>
                <a:prstClr val="black"/>
              </a:solidFill>
              <a:effectLst/>
              <a:uLnTx/>
              <a:uFillTx/>
              <a:ea typeface="+mn-ea"/>
            </a:endParaRPr>
          </a:p>
        </p:txBody>
      </p:sp>
      <p:sp>
        <p:nvSpPr>
          <p:cNvPr id="5" name="Title 4">
            <a:extLst>
              <a:ext uri="{FF2B5EF4-FFF2-40B4-BE49-F238E27FC236}">
                <a16:creationId xmlns:a16="http://schemas.microsoft.com/office/drawing/2014/main" id="{83442F60-F4AE-C57A-6E7C-EE6D6E2726E8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 vert="horz" rIns="0">
            <a:spAutoFit/>
          </a:bodyPr>
          <a:lstStyle/>
          <a:p>
            <a:r>
              <a:rPr lang="en-US"/>
              <a:t>Infographic process IV</a:t>
            </a:r>
          </a:p>
        </p:txBody>
      </p:sp>
      <p:sp>
        <p:nvSpPr>
          <p:cNvPr id="9" name="Ellipse 42">
            <a:extLst>
              <a:ext uri="{FF2B5EF4-FFF2-40B4-BE49-F238E27FC236}">
                <a16:creationId xmlns:a16="http://schemas.microsoft.com/office/drawing/2014/main" id="{630F992E-6FAD-3F0C-9DF3-55779FD9A712}"/>
              </a:ext>
            </a:extLst>
          </p:cNvPr>
          <p:cNvSpPr>
            <a:spLocks/>
          </p:cNvSpPr>
          <p:nvPr/>
        </p:nvSpPr>
        <p:spPr bwMode="gray">
          <a:xfrm>
            <a:off x="2176372" y="2870291"/>
            <a:ext cx="2612988" cy="1306347"/>
          </a:xfrm>
          <a:custGeom>
            <a:avLst/>
            <a:gdLst>
              <a:gd name="connsiteX0" fmla="*/ 0 w 2160180"/>
              <a:gd name="connsiteY0" fmla="*/ 1079971 h 2159942"/>
              <a:gd name="connsiteX1" fmla="*/ 1080090 w 2160180"/>
              <a:gd name="connsiteY1" fmla="*/ 0 h 2159942"/>
              <a:gd name="connsiteX2" fmla="*/ 2160180 w 2160180"/>
              <a:gd name="connsiteY2" fmla="*/ 1079971 h 2159942"/>
              <a:gd name="connsiteX3" fmla="*/ 1080090 w 2160180"/>
              <a:gd name="connsiteY3" fmla="*/ 2159942 h 2159942"/>
              <a:gd name="connsiteX4" fmla="*/ 0 w 2160180"/>
              <a:gd name="connsiteY4" fmla="*/ 1079971 h 2159942"/>
              <a:gd name="connsiteX0" fmla="*/ 1080090 w 2160180"/>
              <a:gd name="connsiteY0" fmla="*/ 0 h 2159942"/>
              <a:gd name="connsiteX1" fmla="*/ 2160180 w 2160180"/>
              <a:gd name="connsiteY1" fmla="*/ 1079971 h 2159942"/>
              <a:gd name="connsiteX2" fmla="*/ 1080090 w 2160180"/>
              <a:gd name="connsiteY2" fmla="*/ 2159942 h 2159942"/>
              <a:gd name="connsiteX3" fmla="*/ 0 w 2160180"/>
              <a:gd name="connsiteY3" fmla="*/ 1079971 h 2159942"/>
              <a:gd name="connsiteX4" fmla="*/ 1171530 w 2160180"/>
              <a:gd name="connsiteY4" fmla="*/ 91440 h 2159942"/>
              <a:gd name="connsiteX0" fmla="*/ 1080090 w 2160180"/>
              <a:gd name="connsiteY0" fmla="*/ 0 h 2159942"/>
              <a:gd name="connsiteX1" fmla="*/ 2160180 w 2160180"/>
              <a:gd name="connsiteY1" fmla="*/ 1079971 h 2159942"/>
              <a:gd name="connsiteX2" fmla="*/ 1080090 w 2160180"/>
              <a:gd name="connsiteY2" fmla="*/ 2159942 h 2159942"/>
              <a:gd name="connsiteX3" fmla="*/ 0 w 2160180"/>
              <a:gd name="connsiteY3" fmla="*/ 1079971 h 2159942"/>
              <a:gd name="connsiteX0" fmla="*/ 2160180 w 2160180"/>
              <a:gd name="connsiteY0" fmla="*/ 0 h 1079971"/>
              <a:gd name="connsiteX1" fmla="*/ 1080090 w 2160180"/>
              <a:gd name="connsiteY1" fmla="*/ 1079971 h 1079971"/>
              <a:gd name="connsiteX2" fmla="*/ 0 w 2160180"/>
              <a:gd name="connsiteY2" fmla="*/ 0 h 1079971"/>
            </a:gdLst>
            <a:ahLst/>
            <a:cxnLst>
              <a:cxn ang="0">
                <a:pos x="connsiteX0" y="connsiteY0"/>
              </a:cxn>
              <a:cxn ang="0">
                <a:pos x="connsiteX1" y="connsiteY1"/>
              </a:cxn>
              <a:cxn ang="0">
                <a:pos x="connsiteX2" y="connsiteY2"/>
              </a:cxn>
            </a:cxnLst>
            <a:rect l="l" t="t" r="r" b="b"/>
            <a:pathLst>
              <a:path w="2160180" h="1079971">
                <a:moveTo>
                  <a:pt x="2160180" y="0"/>
                </a:moveTo>
                <a:cubicBezTo>
                  <a:pt x="2160180" y="596452"/>
                  <a:pt x="1676607" y="1079971"/>
                  <a:pt x="1080090" y="1079971"/>
                </a:cubicBezTo>
                <a:cubicBezTo>
                  <a:pt x="483573" y="1079971"/>
                  <a:pt x="0" y="596452"/>
                  <a:pt x="0" y="0"/>
                </a:cubicBezTo>
              </a:path>
            </a:pathLst>
          </a:custGeom>
          <a:noFill/>
          <a:ln w="38100" cap="rnd" cmpd="sng" algn="ctr">
            <a:solidFill>
              <a:schemeClr val="accent1"/>
            </a:solidFill>
            <a:prstDash val="solid"/>
            <a:round/>
            <a:headEnd type="none" w="med" len="med"/>
            <a:tailEnd type="none" w="med" len="med"/>
          </a:ln>
          <a:effectLst/>
        </p:spPr>
        <p:txBody>
          <a:bodyPr rtlCol="0" anchor="ctr"/>
          <a:lstStyle/>
          <a:p>
            <a:pPr marL="0" marR="0" lvl="0" indent="0" algn="ctr" defTabSz="91440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endParaRPr kumimoji="0" lang="en-US" sz="1799" b="0" i="0" u="none" strike="noStrike" kern="1200" cap="none" spc="0" normalizeH="0" baseline="0" noProof="0">
              <a:ln>
                <a:noFill/>
              </a:ln>
              <a:solidFill>
                <a:prstClr val="black"/>
              </a:solidFill>
              <a:effectLst/>
              <a:uLnTx/>
              <a:uFillTx/>
              <a:ea typeface="+mn-ea"/>
            </a:endParaRPr>
          </a:p>
        </p:txBody>
      </p:sp>
      <p:sp>
        <p:nvSpPr>
          <p:cNvPr id="11" name="Ellipse 43">
            <a:extLst>
              <a:ext uri="{FF2B5EF4-FFF2-40B4-BE49-F238E27FC236}">
                <a16:creationId xmlns:a16="http://schemas.microsoft.com/office/drawing/2014/main" id="{26FBE6B3-63BE-84D1-00DB-7ED672289410}"/>
              </a:ext>
            </a:extLst>
          </p:cNvPr>
          <p:cNvSpPr>
            <a:spLocks/>
          </p:cNvSpPr>
          <p:nvPr/>
        </p:nvSpPr>
        <p:spPr bwMode="gray">
          <a:xfrm>
            <a:off x="4789360" y="1563942"/>
            <a:ext cx="2612988" cy="1306347"/>
          </a:xfrm>
          <a:custGeom>
            <a:avLst/>
            <a:gdLst>
              <a:gd name="connsiteX0" fmla="*/ 0 w 2160180"/>
              <a:gd name="connsiteY0" fmla="*/ 1079971 h 2159942"/>
              <a:gd name="connsiteX1" fmla="*/ 1080090 w 2160180"/>
              <a:gd name="connsiteY1" fmla="*/ 0 h 2159942"/>
              <a:gd name="connsiteX2" fmla="*/ 2160180 w 2160180"/>
              <a:gd name="connsiteY2" fmla="*/ 1079971 h 2159942"/>
              <a:gd name="connsiteX3" fmla="*/ 1080090 w 2160180"/>
              <a:gd name="connsiteY3" fmla="*/ 2159942 h 2159942"/>
              <a:gd name="connsiteX4" fmla="*/ 0 w 2160180"/>
              <a:gd name="connsiteY4" fmla="*/ 1079971 h 2159942"/>
              <a:gd name="connsiteX0" fmla="*/ 1080090 w 2160180"/>
              <a:gd name="connsiteY0" fmla="*/ 2159942 h 2251382"/>
              <a:gd name="connsiteX1" fmla="*/ 0 w 2160180"/>
              <a:gd name="connsiteY1" fmla="*/ 1079971 h 2251382"/>
              <a:gd name="connsiteX2" fmla="*/ 1080090 w 2160180"/>
              <a:gd name="connsiteY2" fmla="*/ 0 h 2251382"/>
              <a:gd name="connsiteX3" fmla="*/ 2160180 w 2160180"/>
              <a:gd name="connsiteY3" fmla="*/ 1079971 h 2251382"/>
              <a:gd name="connsiteX4" fmla="*/ 1171530 w 2160180"/>
              <a:gd name="connsiteY4" fmla="*/ 2251382 h 2251382"/>
              <a:gd name="connsiteX0" fmla="*/ 1080090 w 2160180"/>
              <a:gd name="connsiteY0" fmla="*/ 2159942 h 2159942"/>
              <a:gd name="connsiteX1" fmla="*/ 0 w 2160180"/>
              <a:gd name="connsiteY1" fmla="*/ 1079971 h 2159942"/>
              <a:gd name="connsiteX2" fmla="*/ 1080090 w 2160180"/>
              <a:gd name="connsiteY2" fmla="*/ 0 h 2159942"/>
              <a:gd name="connsiteX3" fmla="*/ 2160180 w 2160180"/>
              <a:gd name="connsiteY3" fmla="*/ 1079971 h 2159942"/>
              <a:gd name="connsiteX0" fmla="*/ 0 w 2160180"/>
              <a:gd name="connsiteY0" fmla="*/ 1079971 h 1079971"/>
              <a:gd name="connsiteX1" fmla="*/ 1080090 w 2160180"/>
              <a:gd name="connsiteY1" fmla="*/ 0 h 1079971"/>
              <a:gd name="connsiteX2" fmla="*/ 2160180 w 2160180"/>
              <a:gd name="connsiteY2" fmla="*/ 1079971 h 1079971"/>
            </a:gdLst>
            <a:ahLst/>
            <a:cxnLst>
              <a:cxn ang="0">
                <a:pos x="connsiteX0" y="connsiteY0"/>
              </a:cxn>
              <a:cxn ang="0">
                <a:pos x="connsiteX1" y="connsiteY1"/>
              </a:cxn>
              <a:cxn ang="0">
                <a:pos x="connsiteX2" y="connsiteY2"/>
              </a:cxn>
            </a:cxnLst>
            <a:rect l="l" t="t" r="r" b="b"/>
            <a:pathLst>
              <a:path w="2160180" h="1079971">
                <a:moveTo>
                  <a:pt x="0" y="1079971"/>
                </a:moveTo>
                <a:cubicBezTo>
                  <a:pt x="0" y="483519"/>
                  <a:pt x="483573" y="0"/>
                  <a:pt x="1080090" y="0"/>
                </a:cubicBezTo>
                <a:cubicBezTo>
                  <a:pt x="1676607" y="0"/>
                  <a:pt x="2160180" y="483519"/>
                  <a:pt x="2160180" y="1079971"/>
                </a:cubicBezTo>
              </a:path>
            </a:pathLst>
          </a:custGeom>
          <a:noFill/>
          <a:ln w="38100" cap="rnd" cmpd="sng" algn="ctr">
            <a:solidFill>
              <a:schemeClr val="accent1"/>
            </a:solidFill>
            <a:prstDash val="solid"/>
            <a:round/>
            <a:headEnd type="none" w="med" len="med"/>
            <a:tailEnd type="none" w="med" len="med"/>
          </a:ln>
          <a:effectLst/>
        </p:spPr>
        <p:txBody>
          <a:bodyPr rtlCol="0" anchor="ctr"/>
          <a:lstStyle/>
          <a:p>
            <a:pPr marL="0" marR="0" lvl="0" indent="0" algn="ctr" defTabSz="91440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endParaRPr kumimoji="0" lang="en-US" sz="1799" b="0" i="0" u="none" strike="noStrike" kern="1200" cap="none" spc="0" normalizeH="0" baseline="0" noProof="0">
              <a:ln>
                <a:noFill/>
              </a:ln>
              <a:solidFill>
                <a:prstClr val="black"/>
              </a:solidFill>
              <a:effectLst/>
              <a:uLnTx/>
              <a:uFillTx/>
              <a:ea typeface="+mn-ea"/>
            </a:endParaRPr>
          </a:p>
        </p:txBody>
      </p:sp>
      <p:sp>
        <p:nvSpPr>
          <p:cNvPr id="12" name="Ellipse 44">
            <a:extLst>
              <a:ext uri="{FF2B5EF4-FFF2-40B4-BE49-F238E27FC236}">
                <a16:creationId xmlns:a16="http://schemas.microsoft.com/office/drawing/2014/main" id="{F2AB4F52-A83F-9C0B-5AC1-71F34561391A}"/>
              </a:ext>
            </a:extLst>
          </p:cNvPr>
          <p:cNvSpPr>
            <a:spLocks/>
          </p:cNvSpPr>
          <p:nvPr/>
        </p:nvSpPr>
        <p:spPr bwMode="gray">
          <a:xfrm>
            <a:off x="7402640" y="2870291"/>
            <a:ext cx="2612988" cy="1306347"/>
          </a:xfrm>
          <a:custGeom>
            <a:avLst/>
            <a:gdLst>
              <a:gd name="connsiteX0" fmla="*/ 0 w 2160180"/>
              <a:gd name="connsiteY0" fmla="*/ 1079971 h 2159942"/>
              <a:gd name="connsiteX1" fmla="*/ 1080090 w 2160180"/>
              <a:gd name="connsiteY1" fmla="*/ 0 h 2159942"/>
              <a:gd name="connsiteX2" fmla="*/ 2160180 w 2160180"/>
              <a:gd name="connsiteY2" fmla="*/ 1079971 h 2159942"/>
              <a:gd name="connsiteX3" fmla="*/ 1080090 w 2160180"/>
              <a:gd name="connsiteY3" fmla="*/ 2159942 h 2159942"/>
              <a:gd name="connsiteX4" fmla="*/ 0 w 2160180"/>
              <a:gd name="connsiteY4" fmla="*/ 1079971 h 2159942"/>
              <a:gd name="connsiteX0" fmla="*/ 1080090 w 2160180"/>
              <a:gd name="connsiteY0" fmla="*/ 0 h 2159942"/>
              <a:gd name="connsiteX1" fmla="*/ 2160180 w 2160180"/>
              <a:gd name="connsiteY1" fmla="*/ 1079971 h 2159942"/>
              <a:gd name="connsiteX2" fmla="*/ 1080090 w 2160180"/>
              <a:gd name="connsiteY2" fmla="*/ 2159942 h 2159942"/>
              <a:gd name="connsiteX3" fmla="*/ 0 w 2160180"/>
              <a:gd name="connsiteY3" fmla="*/ 1079971 h 2159942"/>
              <a:gd name="connsiteX4" fmla="*/ 1171530 w 2160180"/>
              <a:gd name="connsiteY4" fmla="*/ 91440 h 2159942"/>
              <a:gd name="connsiteX0" fmla="*/ 1080090 w 2160180"/>
              <a:gd name="connsiteY0" fmla="*/ 0 h 2159942"/>
              <a:gd name="connsiteX1" fmla="*/ 2160180 w 2160180"/>
              <a:gd name="connsiteY1" fmla="*/ 1079971 h 2159942"/>
              <a:gd name="connsiteX2" fmla="*/ 1080090 w 2160180"/>
              <a:gd name="connsiteY2" fmla="*/ 2159942 h 2159942"/>
              <a:gd name="connsiteX3" fmla="*/ 0 w 2160180"/>
              <a:gd name="connsiteY3" fmla="*/ 1079971 h 2159942"/>
              <a:gd name="connsiteX0" fmla="*/ 2160180 w 2160180"/>
              <a:gd name="connsiteY0" fmla="*/ 0 h 1079971"/>
              <a:gd name="connsiteX1" fmla="*/ 1080090 w 2160180"/>
              <a:gd name="connsiteY1" fmla="*/ 1079971 h 1079971"/>
              <a:gd name="connsiteX2" fmla="*/ 0 w 2160180"/>
              <a:gd name="connsiteY2" fmla="*/ 0 h 1079971"/>
            </a:gdLst>
            <a:ahLst/>
            <a:cxnLst>
              <a:cxn ang="0">
                <a:pos x="connsiteX0" y="connsiteY0"/>
              </a:cxn>
              <a:cxn ang="0">
                <a:pos x="connsiteX1" y="connsiteY1"/>
              </a:cxn>
              <a:cxn ang="0">
                <a:pos x="connsiteX2" y="connsiteY2"/>
              </a:cxn>
            </a:cxnLst>
            <a:rect l="l" t="t" r="r" b="b"/>
            <a:pathLst>
              <a:path w="2160180" h="1079971">
                <a:moveTo>
                  <a:pt x="2160180" y="0"/>
                </a:moveTo>
                <a:cubicBezTo>
                  <a:pt x="2160180" y="596452"/>
                  <a:pt x="1676607" y="1079971"/>
                  <a:pt x="1080090" y="1079971"/>
                </a:cubicBezTo>
                <a:cubicBezTo>
                  <a:pt x="483573" y="1079971"/>
                  <a:pt x="0" y="596452"/>
                  <a:pt x="0" y="0"/>
                </a:cubicBezTo>
              </a:path>
            </a:pathLst>
          </a:custGeom>
          <a:noFill/>
          <a:ln w="38100" cap="rnd" cmpd="sng" algn="ctr">
            <a:solidFill>
              <a:schemeClr val="accent1"/>
            </a:solidFill>
            <a:prstDash val="solid"/>
            <a:round/>
            <a:headEnd type="none" w="med" len="med"/>
            <a:tailEnd type="none" w="med" len="med"/>
          </a:ln>
          <a:effectLst/>
        </p:spPr>
        <p:txBody>
          <a:bodyPr rtlCol="0" anchor="ctr"/>
          <a:lstStyle/>
          <a:p>
            <a:pPr marL="0" marR="0" lvl="0" indent="0" algn="ctr" defTabSz="91440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endParaRPr kumimoji="0" lang="en-US" sz="1799" b="0" i="0" u="none" strike="noStrike" kern="1200" cap="none" spc="0" normalizeH="0" baseline="0" noProof="0">
              <a:ln>
                <a:noFill/>
              </a:ln>
              <a:solidFill>
                <a:prstClr val="black"/>
              </a:solidFill>
              <a:effectLst/>
              <a:uLnTx/>
              <a:uFillTx/>
              <a:ea typeface="+mn-ea"/>
            </a:endParaRPr>
          </a:p>
        </p:txBody>
      </p:sp>
      <p:sp>
        <p:nvSpPr>
          <p:cNvPr id="14" name="Textplatzhalter 9">
            <a:extLst>
              <a:ext uri="{FF2B5EF4-FFF2-40B4-BE49-F238E27FC236}">
                <a16:creationId xmlns:a16="http://schemas.microsoft.com/office/drawing/2014/main" id="{01F5D0C3-8817-0293-6BE0-7BA580A1F21A}"/>
              </a:ext>
            </a:extLst>
          </p:cNvPr>
          <p:cNvSpPr txBox="1">
            <a:spLocks/>
          </p:cNvSpPr>
          <p:nvPr/>
        </p:nvSpPr>
        <p:spPr bwMode="gray">
          <a:xfrm>
            <a:off x="2346265" y="4346803"/>
            <a:ext cx="2273202" cy="307777"/>
          </a:xfrm>
          <a:prstGeom prst="rect">
            <a:avLst/>
          </a:prstGeom>
          <a:noFill/>
          <a:ln w="6350">
            <a:noFill/>
          </a:ln>
        </p:spPr>
        <p:txBody>
          <a:bodyPr vert="horz" wrap="square" lIns="0" tIns="0" rIns="0" bIns="0" rtlCol="0" anchor="b">
            <a:spAutoFit/>
          </a:bodyPr>
          <a:lstStyle>
            <a:lvl1pPr marL="0" indent="0" algn="l" defTabSz="914400" rtl="0" eaLnBrk="1" latinLnBrk="0" hangingPunct="1">
              <a:spcBef>
                <a:spcPts val="600"/>
              </a:spcBef>
              <a:buClr>
                <a:schemeClr val="tx1"/>
              </a:buClr>
              <a:buFont typeface="Arial" panose="020B0604020202020204" pitchFamily="34" charset="0"/>
              <a:buNone/>
              <a:defRPr sz="1200" kern="1200">
                <a:solidFill>
                  <a:schemeClr val="tx1"/>
                </a:solidFill>
                <a:latin typeface="+mn-lt"/>
                <a:ea typeface="+mn-ea"/>
                <a:cs typeface="+mn-cs"/>
                <a:sym typeface="Futura"/>
              </a:defRPr>
            </a:lvl1pPr>
            <a:lvl2pPr marL="180975" indent="-180975" algn="l" defTabSz="914400" rtl="0" eaLnBrk="1" latinLnBrk="0" hangingPunct="1">
              <a:spcBef>
                <a:spcPts val="600"/>
              </a:spcBef>
              <a:buClr>
                <a:schemeClr val="tx1"/>
              </a:buClr>
              <a:buFont typeface="Arial" panose="020B0604020202020204" pitchFamily="34" charset="0"/>
              <a:buChar char="•"/>
              <a:defRPr sz="1200" kern="1200">
                <a:solidFill>
                  <a:schemeClr val="tx1"/>
                </a:solidFill>
                <a:latin typeface="+mn-lt"/>
                <a:ea typeface="+mn-ea"/>
                <a:cs typeface="+mn-cs"/>
                <a:sym typeface="Futura"/>
              </a:defRPr>
            </a:lvl2pPr>
            <a:lvl3pPr marL="360000" indent="-180975" algn="l" defTabSz="914400" rtl="0" eaLnBrk="1" latinLnBrk="0" hangingPunct="1">
              <a:spcBef>
                <a:spcPts val="600"/>
              </a:spcBef>
              <a:buClr>
                <a:schemeClr val="tx1"/>
              </a:buClr>
              <a:buFont typeface="Arial" panose="020B0604020202020204" pitchFamily="34" charset="0"/>
              <a:buChar char="•"/>
              <a:defRPr sz="1200" kern="1200">
                <a:solidFill>
                  <a:schemeClr val="tx1"/>
                </a:solidFill>
                <a:latin typeface="+mn-lt"/>
                <a:ea typeface="+mn-ea"/>
                <a:cs typeface="+mn-cs"/>
                <a:sym typeface="Futura"/>
              </a:defRPr>
            </a:lvl3pPr>
            <a:lvl4pPr marL="541338" indent="-179388" algn="l" defTabSz="914400" rtl="0" eaLnBrk="1" latinLnBrk="0" hangingPunct="1">
              <a:spcBef>
                <a:spcPts val="600"/>
              </a:spcBef>
              <a:buClr>
                <a:schemeClr val="tx1"/>
              </a:buClr>
              <a:buFont typeface="Arial" panose="020B0604020202020204" pitchFamily="34" charset="0"/>
              <a:buChar char="•"/>
              <a:tabLst/>
              <a:defRPr sz="1200" kern="1200">
                <a:solidFill>
                  <a:schemeClr val="tx1"/>
                </a:solidFill>
                <a:latin typeface="+mn-lt"/>
                <a:ea typeface="+mn-ea"/>
                <a:cs typeface="+mn-cs"/>
                <a:sym typeface="Futura"/>
              </a:defRPr>
            </a:lvl4pPr>
            <a:lvl5pPr marL="720000" indent="-180975" algn="l" defTabSz="914400" rtl="0" eaLnBrk="1" latinLnBrk="0" hangingPunct="1">
              <a:spcBef>
                <a:spcPts val="600"/>
              </a:spcBef>
              <a:buClr>
                <a:schemeClr val="tx1"/>
              </a:buClr>
              <a:buFont typeface="Arial" panose="020B0604020202020204" pitchFamily="34" charset="0"/>
              <a:buChar char="•"/>
              <a:defRPr sz="1200" kern="1200">
                <a:solidFill>
                  <a:schemeClr val="tx1"/>
                </a:solidFill>
                <a:latin typeface="+mn-lt"/>
                <a:ea typeface="+mn-ea"/>
                <a:cs typeface="+mn-cs"/>
                <a:sym typeface="Futura"/>
              </a:defRPr>
            </a:lvl5pPr>
            <a:lvl6pPr marL="2514600" indent="-228600" algn="l" defTabSz="914400" rtl="0" eaLnBrk="1" latinLnBrk="0" hangingPunct="1">
              <a:spcBef>
                <a:spcPct val="20000"/>
              </a:spcBef>
              <a:buFont typeface="Arial" panose="020B0604020202020204" pitchFamily="34" charset="0"/>
              <a:buChar char="•"/>
              <a:defRPr sz="20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6pPr>
            <a:lvl7pPr marL="2971800" indent="-228600" algn="l" defTabSz="914400" rtl="0" eaLnBrk="1" latinLnBrk="0" hangingPunct="1">
              <a:spcBef>
                <a:spcPct val="20000"/>
              </a:spcBef>
              <a:buFont typeface="Arial" panose="020B0604020202020204" pitchFamily="34" charset="0"/>
              <a:buChar char="•"/>
              <a:defRPr sz="20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7pPr>
            <a:lvl8pPr marL="3429000" indent="-228600" algn="l" defTabSz="914400" rtl="0" eaLnBrk="1" latinLnBrk="0" hangingPunct="1">
              <a:spcBef>
                <a:spcPct val="20000"/>
              </a:spcBef>
              <a:buFont typeface="Arial" panose="020B0604020202020204" pitchFamily="34" charset="0"/>
              <a:buChar char="•"/>
              <a:defRPr sz="20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8pPr>
            <a:lvl9pPr marL="3886200" indent="-228600" algn="l" defTabSz="914400" rtl="0" eaLnBrk="1" latinLnBrk="0" hangingPunct="1">
              <a:spcBef>
                <a:spcPct val="20000"/>
              </a:spcBef>
              <a:buFont typeface="Arial" panose="020B0604020202020204" pitchFamily="34" charset="0"/>
              <a:buChar char="•"/>
              <a:defRPr sz="20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9pPr>
          </a:lstStyle>
          <a:p>
            <a:pPr algn="ctr">
              <a:spcBef>
                <a:spcPts val="0"/>
              </a:spcBef>
              <a:buClr>
                <a:srgbClr val="000000"/>
              </a:buClr>
            </a:pPr>
            <a:r>
              <a:rPr lang="en-US" sz="2000" dirty="0"/>
              <a:t>Sample text</a:t>
            </a:r>
          </a:p>
        </p:txBody>
      </p:sp>
      <p:sp>
        <p:nvSpPr>
          <p:cNvPr id="15" name="Inhaltsplatzhalter 2">
            <a:extLst>
              <a:ext uri="{FF2B5EF4-FFF2-40B4-BE49-F238E27FC236}">
                <a16:creationId xmlns:a16="http://schemas.microsoft.com/office/drawing/2014/main" id="{C1812416-8033-0196-6D17-99BFE8DDE27E}"/>
              </a:ext>
            </a:extLst>
          </p:cNvPr>
          <p:cNvSpPr txBox="1">
            <a:spLocks/>
          </p:cNvSpPr>
          <p:nvPr/>
        </p:nvSpPr>
        <p:spPr>
          <a:xfrm>
            <a:off x="2346265" y="4754017"/>
            <a:ext cx="2273202" cy="861774"/>
          </a:xfrm>
          <a:prstGeom prst="rect">
            <a:avLst/>
          </a:prstGeom>
        </p:spPr>
        <p:txBody>
          <a:bodyPr wrap="square" lIns="0" tIns="0" rIns="0" bIns="0">
            <a:spAutoFit/>
          </a:bodyPr>
          <a:lstStyle>
            <a:lvl1pPr marL="228600" indent="-228600" algn="l" defTabSz="914400" rtl="0" eaLnBrk="1" latinLnBrk="0" hangingPunct="1">
              <a:lnSpc>
                <a:spcPct val="100000"/>
              </a:lnSpc>
              <a:spcBef>
                <a:spcPts val="1000"/>
              </a:spcBef>
              <a:buFont typeface="Arial" panose="020B0604020202020204" pitchFamily="34" charset="0"/>
              <a:buChar char="•"/>
              <a:defRPr sz="24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1pPr>
            <a:lvl2pPr marL="466725" indent="-222250" algn="l" defTabSz="914400" rtl="0" eaLnBrk="1" latinLnBrk="0" hangingPunct="1">
              <a:lnSpc>
                <a:spcPct val="10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22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2pPr>
            <a:lvl3pPr marL="720725" indent="-217488" algn="l" defTabSz="914400" rtl="0" eaLnBrk="1" latinLnBrk="0" hangingPunct="1">
              <a:lnSpc>
                <a:spcPct val="10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2000" kern="1200">
                <a:solidFill>
                  <a:schemeClr val="accent1"/>
                </a:solidFill>
                <a:latin typeface="+mn-lt"/>
                <a:ea typeface="+mn-ea"/>
                <a:cs typeface="+mn-cs"/>
              </a:defRPr>
            </a:lvl3pPr>
            <a:lvl4pPr marL="900113" indent="-193675" algn="l" defTabSz="914400" rtl="0" eaLnBrk="1" latinLnBrk="0" hangingPunct="1">
              <a:lnSpc>
                <a:spcPct val="10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accent3"/>
                </a:solidFill>
                <a:latin typeface="+mn-lt"/>
                <a:ea typeface="+mn-ea"/>
                <a:cs typeface="+mn-cs"/>
              </a:defRPr>
            </a:lvl4pPr>
            <a:lvl5pPr marL="1136650" indent="-185738" algn="l" defTabSz="914400" rtl="0" eaLnBrk="1" latinLnBrk="0" hangingPunct="1">
              <a:lnSpc>
                <a:spcPct val="10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6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5pPr>
            <a:lvl6pPr marL="25146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6pPr>
            <a:lvl7pPr marL="29718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7pPr>
            <a:lvl8pPr marL="34290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8pPr>
            <a:lvl9pPr marL="38862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9pPr>
          </a:lstStyle>
          <a:p>
            <a:pPr marL="0" indent="0" algn="ctr">
              <a:spcBef>
                <a:spcPts val="600"/>
              </a:spcBef>
              <a:buNone/>
            </a:pPr>
            <a:r>
              <a:rPr lang="en-US" sz="1400" dirty="0"/>
              <a:t>Lorem ipsum dolor sit </a:t>
            </a:r>
            <a:r>
              <a:rPr lang="en-US" sz="1400" dirty="0" err="1"/>
              <a:t>amet</a:t>
            </a:r>
            <a:r>
              <a:rPr lang="en-US" sz="1400" dirty="0"/>
              <a:t>, </a:t>
            </a:r>
            <a:r>
              <a:rPr lang="en-US" sz="1400" dirty="0" err="1"/>
              <a:t>consectetur</a:t>
            </a:r>
            <a:r>
              <a:rPr lang="en-US" sz="1400" dirty="0"/>
              <a:t> </a:t>
            </a:r>
            <a:r>
              <a:rPr lang="en-US" sz="1400" dirty="0" err="1"/>
              <a:t>adipiscing</a:t>
            </a:r>
            <a:r>
              <a:rPr lang="en-US" sz="1400" dirty="0"/>
              <a:t> </a:t>
            </a:r>
            <a:r>
              <a:rPr lang="en-US" sz="1400" dirty="0" err="1"/>
              <a:t>elit</a:t>
            </a:r>
            <a:r>
              <a:rPr lang="en-US" sz="1400" dirty="0"/>
              <a:t>. Sed do </a:t>
            </a:r>
            <a:r>
              <a:rPr lang="en-US" sz="1400" dirty="0" err="1"/>
              <a:t>eiusmod</a:t>
            </a:r>
            <a:r>
              <a:rPr lang="en-US" sz="1400" dirty="0"/>
              <a:t> </a:t>
            </a:r>
            <a:r>
              <a:rPr lang="en-US" sz="1400" dirty="0" err="1"/>
              <a:t>tempor</a:t>
            </a:r>
            <a:r>
              <a:rPr lang="en-US" sz="1400" dirty="0"/>
              <a:t> </a:t>
            </a:r>
            <a:r>
              <a:rPr lang="en-US" sz="1400" dirty="0" err="1"/>
              <a:t>incididunt</a:t>
            </a:r>
            <a:r>
              <a:rPr lang="en-US" sz="1400" dirty="0"/>
              <a:t> </a:t>
            </a:r>
            <a:r>
              <a:rPr lang="en-US" sz="1400" dirty="0" err="1"/>
              <a:t>ut</a:t>
            </a:r>
            <a:r>
              <a:rPr lang="en-US" sz="1400" dirty="0"/>
              <a:t> labore. </a:t>
            </a:r>
          </a:p>
        </p:txBody>
      </p:sp>
      <p:sp>
        <p:nvSpPr>
          <p:cNvPr id="16" name="Textplatzhalter 9">
            <a:extLst>
              <a:ext uri="{FF2B5EF4-FFF2-40B4-BE49-F238E27FC236}">
                <a16:creationId xmlns:a16="http://schemas.microsoft.com/office/drawing/2014/main" id="{32F22C9E-C6C5-E216-7F4A-7E8114AD5831}"/>
              </a:ext>
            </a:extLst>
          </p:cNvPr>
          <p:cNvSpPr txBox="1">
            <a:spLocks/>
          </p:cNvSpPr>
          <p:nvPr/>
        </p:nvSpPr>
        <p:spPr bwMode="gray">
          <a:xfrm>
            <a:off x="4959253" y="4346803"/>
            <a:ext cx="2273202" cy="307777"/>
          </a:xfrm>
          <a:prstGeom prst="rect">
            <a:avLst/>
          </a:prstGeom>
          <a:noFill/>
          <a:ln w="6350">
            <a:noFill/>
          </a:ln>
        </p:spPr>
        <p:txBody>
          <a:bodyPr vert="horz" wrap="square" lIns="0" tIns="0" rIns="0" bIns="0" rtlCol="0" anchor="b">
            <a:spAutoFit/>
          </a:bodyPr>
          <a:lstStyle>
            <a:lvl1pPr marL="0" indent="0" algn="l" defTabSz="914400" rtl="0" eaLnBrk="1" latinLnBrk="0" hangingPunct="1">
              <a:spcBef>
                <a:spcPts val="600"/>
              </a:spcBef>
              <a:buClr>
                <a:schemeClr val="tx1"/>
              </a:buClr>
              <a:buFont typeface="Arial" panose="020B0604020202020204" pitchFamily="34" charset="0"/>
              <a:buNone/>
              <a:defRPr sz="1200" kern="1200">
                <a:solidFill>
                  <a:schemeClr val="tx1"/>
                </a:solidFill>
                <a:latin typeface="+mn-lt"/>
                <a:ea typeface="+mn-ea"/>
                <a:cs typeface="+mn-cs"/>
                <a:sym typeface="Futura"/>
              </a:defRPr>
            </a:lvl1pPr>
            <a:lvl2pPr marL="180975" indent="-180975" algn="l" defTabSz="914400" rtl="0" eaLnBrk="1" latinLnBrk="0" hangingPunct="1">
              <a:spcBef>
                <a:spcPts val="600"/>
              </a:spcBef>
              <a:buClr>
                <a:schemeClr val="tx1"/>
              </a:buClr>
              <a:buFont typeface="Arial" panose="020B0604020202020204" pitchFamily="34" charset="0"/>
              <a:buChar char="•"/>
              <a:defRPr sz="1200" kern="1200">
                <a:solidFill>
                  <a:schemeClr val="tx1"/>
                </a:solidFill>
                <a:latin typeface="+mn-lt"/>
                <a:ea typeface="+mn-ea"/>
                <a:cs typeface="+mn-cs"/>
                <a:sym typeface="Futura"/>
              </a:defRPr>
            </a:lvl2pPr>
            <a:lvl3pPr marL="360000" indent="-180975" algn="l" defTabSz="914400" rtl="0" eaLnBrk="1" latinLnBrk="0" hangingPunct="1">
              <a:spcBef>
                <a:spcPts val="600"/>
              </a:spcBef>
              <a:buClr>
                <a:schemeClr val="tx1"/>
              </a:buClr>
              <a:buFont typeface="Arial" panose="020B0604020202020204" pitchFamily="34" charset="0"/>
              <a:buChar char="•"/>
              <a:defRPr sz="1200" kern="1200">
                <a:solidFill>
                  <a:schemeClr val="tx1"/>
                </a:solidFill>
                <a:latin typeface="+mn-lt"/>
                <a:ea typeface="+mn-ea"/>
                <a:cs typeface="+mn-cs"/>
                <a:sym typeface="Futura"/>
              </a:defRPr>
            </a:lvl3pPr>
            <a:lvl4pPr marL="541338" indent="-179388" algn="l" defTabSz="914400" rtl="0" eaLnBrk="1" latinLnBrk="0" hangingPunct="1">
              <a:spcBef>
                <a:spcPts val="600"/>
              </a:spcBef>
              <a:buClr>
                <a:schemeClr val="tx1"/>
              </a:buClr>
              <a:buFont typeface="Arial" panose="020B0604020202020204" pitchFamily="34" charset="0"/>
              <a:buChar char="•"/>
              <a:tabLst/>
              <a:defRPr sz="1200" kern="1200">
                <a:solidFill>
                  <a:schemeClr val="tx1"/>
                </a:solidFill>
                <a:latin typeface="+mn-lt"/>
                <a:ea typeface="+mn-ea"/>
                <a:cs typeface="+mn-cs"/>
                <a:sym typeface="Futura"/>
              </a:defRPr>
            </a:lvl4pPr>
            <a:lvl5pPr marL="720000" indent="-180975" algn="l" defTabSz="914400" rtl="0" eaLnBrk="1" latinLnBrk="0" hangingPunct="1">
              <a:spcBef>
                <a:spcPts val="600"/>
              </a:spcBef>
              <a:buClr>
                <a:schemeClr val="tx1"/>
              </a:buClr>
              <a:buFont typeface="Arial" panose="020B0604020202020204" pitchFamily="34" charset="0"/>
              <a:buChar char="•"/>
              <a:defRPr sz="1200" kern="1200">
                <a:solidFill>
                  <a:schemeClr val="tx1"/>
                </a:solidFill>
                <a:latin typeface="+mn-lt"/>
                <a:ea typeface="+mn-ea"/>
                <a:cs typeface="+mn-cs"/>
                <a:sym typeface="Futura"/>
              </a:defRPr>
            </a:lvl5pPr>
            <a:lvl6pPr marL="2514600" indent="-228600" algn="l" defTabSz="914400" rtl="0" eaLnBrk="1" latinLnBrk="0" hangingPunct="1">
              <a:spcBef>
                <a:spcPct val="20000"/>
              </a:spcBef>
              <a:buFont typeface="Arial" panose="020B0604020202020204" pitchFamily="34" charset="0"/>
              <a:buChar char="•"/>
              <a:defRPr sz="20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6pPr>
            <a:lvl7pPr marL="2971800" indent="-228600" algn="l" defTabSz="914400" rtl="0" eaLnBrk="1" latinLnBrk="0" hangingPunct="1">
              <a:spcBef>
                <a:spcPct val="20000"/>
              </a:spcBef>
              <a:buFont typeface="Arial" panose="020B0604020202020204" pitchFamily="34" charset="0"/>
              <a:buChar char="•"/>
              <a:defRPr sz="20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7pPr>
            <a:lvl8pPr marL="3429000" indent="-228600" algn="l" defTabSz="914400" rtl="0" eaLnBrk="1" latinLnBrk="0" hangingPunct="1">
              <a:spcBef>
                <a:spcPct val="20000"/>
              </a:spcBef>
              <a:buFont typeface="Arial" panose="020B0604020202020204" pitchFamily="34" charset="0"/>
              <a:buChar char="•"/>
              <a:defRPr sz="20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8pPr>
            <a:lvl9pPr marL="3886200" indent="-228600" algn="l" defTabSz="914400" rtl="0" eaLnBrk="1" latinLnBrk="0" hangingPunct="1">
              <a:spcBef>
                <a:spcPct val="20000"/>
              </a:spcBef>
              <a:buFont typeface="Arial" panose="020B0604020202020204" pitchFamily="34" charset="0"/>
              <a:buChar char="•"/>
              <a:defRPr sz="20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9pPr>
          </a:lstStyle>
          <a:p>
            <a:pPr algn="ctr">
              <a:spcBef>
                <a:spcPts val="0"/>
              </a:spcBef>
              <a:buClr>
                <a:srgbClr val="000000"/>
              </a:buClr>
            </a:pPr>
            <a:r>
              <a:rPr lang="en-US" sz="2000"/>
              <a:t>Sample text</a:t>
            </a:r>
          </a:p>
        </p:txBody>
      </p:sp>
      <p:sp>
        <p:nvSpPr>
          <p:cNvPr id="17" name="Inhaltsplatzhalter 2">
            <a:extLst>
              <a:ext uri="{FF2B5EF4-FFF2-40B4-BE49-F238E27FC236}">
                <a16:creationId xmlns:a16="http://schemas.microsoft.com/office/drawing/2014/main" id="{0F33AD52-91A7-F500-8612-CAE572D4AB99}"/>
              </a:ext>
            </a:extLst>
          </p:cNvPr>
          <p:cNvSpPr txBox="1">
            <a:spLocks/>
          </p:cNvSpPr>
          <p:nvPr/>
        </p:nvSpPr>
        <p:spPr>
          <a:xfrm>
            <a:off x="4959253" y="4754017"/>
            <a:ext cx="2273202" cy="861774"/>
          </a:xfrm>
          <a:prstGeom prst="rect">
            <a:avLst/>
          </a:prstGeom>
        </p:spPr>
        <p:txBody>
          <a:bodyPr wrap="square" lIns="0" tIns="0" rIns="0" bIns="0">
            <a:spAutoFit/>
          </a:bodyPr>
          <a:lstStyle>
            <a:lvl1pPr marL="228600" indent="-228600" algn="l" defTabSz="914400" rtl="0" eaLnBrk="1" latinLnBrk="0" hangingPunct="1">
              <a:lnSpc>
                <a:spcPct val="100000"/>
              </a:lnSpc>
              <a:spcBef>
                <a:spcPts val="1000"/>
              </a:spcBef>
              <a:buFont typeface="Arial" panose="020B0604020202020204" pitchFamily="34" charset="0"/>
              <a:buChar char="•"/>
              <a:defRPr sz="24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1pPr>
            <a:lvl2pPr marL="466725" indent="-222250" algn="l" defTabSz="914400" rtl="0" eaLnBrk="1" latinLnBrk="0" hangingPunct="1">
              <a:lnSpc>
                <a:spcPct val="10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22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2pPr>
            <a:lvl3pPr marL="720725" indent="-217488" algn="l" defTabSz="914400" rtl="0" eaLnBrk="1" latinLnBrk="0" hangingPunct="1">
              <a:lnSpc>
                <a:spcPct val="10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2000" kern="1200">
                <a:solidFill>
                  <a:schemeClr val="accent1"/>
                </a:solidFill>
                <a:latin typeface="+mn-lt"/>
                <a:ea typeface="+mn-ea"/>
                <a:cs typeface="+mn-cs"/>
              </a:defRPr>
            </a:lvl3pPr>
            <a:lvl4pPr marL="900113" indent="-193675" algn="l" defTabSz="914400" rtl="0" eaLnBrk="1" latinLnBrk="0" hangingPunct="1">
              <a:lnSpc>
                <a:spcPct val="10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accent3"/>
                </a:solidFill>
                <a:latin typeface="+mn-lt"/>
                <a:ea typeface="+mn-ea"/>
                <a:cs typeface="+mn-cs"/>
              </a:defRPr>
            </a:lvl4pPr>
            <a:lvl5pPr marL="1136650" indent="-185738" algn="l" defTabSz="914400" rtl="0" eaLnBrk="1" latinLnBrk="0" hangingPunct="1">
              <a:lnSpc>
                <a:spcPct val="10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6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5pPr>
            <a:lvl6pPr marL="25146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6pPr>
            <a:lvl7pPr marL="29718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7pPr>
            <a:lvl8pPr marL="34290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8pPr>
            <a:lvl9pPr marL="38862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9pPr>
          </a:lstStyle>
          <a:p>
            <a:pPr marL="0" indent="0" algn="ctr">
              <a:spcBef>
                <a:spcPts val="600"/>
              </a:spcBef>
              <a:buNone/>
            </a:pPr>
            <a:r>
              <a:rPr lang="en-US" sz="1400"/>
              <a:t>Lorem ipsum dolor sit </a:t>
            </a:r>
            <a:r>
              <a:rPr lang="en-US" sz="1400" err="1"/>
              <a:t>amet</a:t>
            </a:r>
            <a:r>
              <a:rPr lang="en-US" sz="1400"/>
              <a:t>, </a:t>
            </a:r>
            <a:r>
              <a:rPr lang="en-US" sz="1400" err="1"/>
              <a:t>consectetur</a:t>
            </a:r>
            <a:r>
              <a:rPr lang="en-US" sz="1400"/>
              <a:t> </a:t>
            </a:r>
            <a:r>
              <a:rPr lang="en-US" sz="1400" err="1"/>
              <a:t>adipiscing</a:t>
            </a:r>
            <a:r>
              <a:rPr lang="en-US" sz="1400"/>
              <a:t> </a:t>
            </a:r>
            <a:r>
              <a:rPr lang="en-US" sz="1400" err="1"/>
              <a:t>elit</a:t>
            </a:r>
            <a:r>
              <a:rPr lang="en-US" sz="1400"/>
              <a:t>. Sed do </a:t>
            </a:r>
            <a:r>
              <a:rPr lang="en-US" sz="1400" err="1"/>
              <a:t>eiusmod</a:t>
            </a:r>
            <a:r>
              <a:rPr lang="en-US" sz="1400"/>
              <a:t> </a:t>
            </a:r>
            <a:r>
              <a:rPr lang="en-US" sz="1400" err="1"/>
              <a:t>tempor</a:t>
            </a:r>
            <a:r>
              <a:rPr lang="en-US" sz="1400"/>
              <a:t> </a:t>
            </a:r>
            <a:r>
              <a:rPr lang="en-US" sz="1400" err="1"/>
              <a:t>incididunt</a:t>
            </a:r>
            <a:r>
              <a:rPr lang="en-US" sz="1400"/>
              <a:t> </a:t>
            </a:r>
            <a:r>
              <a:rPr lang="en-US" sz="1400" err="1"/>
              <a:t>ut</a:t>
            </a:r>
            <a:r>
              <a:rPr lang="en-US" sz="1400"/>
              <a:t> labore. </a:t>
            </a:r>
          </a:p>
        </p:txBody>
      </p:sp>
      <p:sp>
        <p:nvSpPr>
          <p:cNvPr id="18" name="Textplatzhalter 9">
            <a:extLst>
              <a:ext uri="{FF2B5EF4-FFF2-40B4-BE49-F238E27FC236}">
                <a16:creationId xmlns:a16="http://schemas.microsoft.com/office/drawing/2014/main" id="{C4C2FEB0-24B7-87BC-10CC-68EA6FF16A5D}"/>
              </a:ext>
            </a:extLst>
          </p:cNvPr>
          <p:cNvSpPr txBox="1">
            <a:spLocks/>
          </p:cNvSpPr>
          <p:nvPr/>
        </p:nvSpPr>
        <p:spPr bwMode="gray">
          <a:xfrm>
            <a:off x="7572533" y="4346803"/>
            <a:ext cx="2273202" cy="307777"/>
          </a:xfrm>
          <a:prstGeom prst="rect">
            <a:avLst/>
          </a:prstGeom>
          <a:noFill/>
          <a:ln w="6350">
            <a:noFill/>
          </a:ln>
        </p:spPr>
        <p:txBody>
          <a:bodyPr vert="horz" wrap="square" lIns="0" tIns="0" rIns="0" bIns="0" rtlCol="0" anchor="b">
            <a:spAutoFit/>
          </a:bodyPr>
          <a:lstStyle>
            <a:lvl1pPr marL="0" indent="0" algn="l" defTabSz="914400" rtl="0" eaLnBrk="1" latinLnBrk="0" hangingPunct="1">
              <a:spcBef>
                <a:spcPts val="600"/>
              </a:spcBef>
              <a:buClr>
                <a:schemeClr val="tx1"/>
              </a:buClr>
              <a:buFont typeface="Arial" panose="020B0604020202020204" pitchFamily="34" charset="0"/>
              <a:buNone/>
              <a:defRPr sz="1200" kern="1200">
                <a:solidFill>
                  <a:schemeClr val="tx1"/>
                </a:solidFill>
                <a:latin typeface="+mn-lt"/>
                <a:ea typeface="+mn-ea"/>
                <a:cs typeface="+mn-cs"/>
                <a:sym typeface="Futura"/>
              </a:defRPr>
            </a:lvl1pPr>
            <a:lvl2pPr marL="180975" indent="-180975" algn="l" defTabSz="914400" rtl="0" eaLnBrk="1" latinLnBrk="0" hangingPunct="1">
              <a:spcBef>
                <a:spcPts val="600"/>
              </a:spcBef>
              <a:buClr>
                <a:schemeClr val="tx1"/>
              </a:buClr>
              <a:buFont typeface="Arial" panose="020B0604020202020204" pitchFamily="34" charset="0"/>
              <a:buChar char="•"/>
              <a:defRPr sz="1200" kern="1200">
                <a:solidFill>
                  <a:schemeClr val="tx1"/>
                </a:solidFill>
                <a:latin typeface="+mn-lt"/>
                <a:ea typeface="+mn-ea"/>
                <a:cs typeface="+mn-cs"/>
                <a:sym typeface="Futura"/>
              </a:defRPr>
            </a:lvl2pPr>
            <a:lvl3pPr marL="360000" indent="-180975" algn="l" defTabSz="914400" rtl="0" eaLnBrk="1" latinLnBrk="0" hangingPunct="1">
              <a:spcBef>
                <a:spcPts val="600"/>
              </a:spcBef>
              <a:buClr>
                <a:schemeClr val="tx1"/>
              </a:buClr>
              <a:buFont typeface="Arial" panose="020B0604020202020204" pitchFamily="34" charset="0"/>
              <a:buChar char="•"/>
              <a:defRPr sz="1200" kern="1200">
                <a:solidFill>
                  <a:schemeClr val="tx1"/>
                </a:solidFill>
                <a:latin typeface="+mn-lt"/>
                <a:ea typeface="+mn-ea"/>
                <a:cs typeface="+mn-cs"/>
                <a:sym typeface="Futura"/>
              </a:defRPr>
            </a:lvl3pPr>
            <a:lvl4pPr marL="541338" indent="-179388" algn="l" defTabSz="914400" rtl="0" eaLnBrk="1" latinLnBrk="0" hangingPunct="1">
              <a:spcBef>
                <a:spcPts val="600"/>
              </a:spcBef>
              <a:buClr>
                <a:schemeClr val="tx1"/>
              </a:buClr>
              <a:buFont typeface="Arial" panose="020B0604020202020204" pitchFamily="34" charset="0"/>
              <a:buChar char="•"/>
              <a:tabLst/>
              <a:defRPr sz="1200" kern="1200">
                <a:solidFill>
                  <a:schemeClr val="tx1"/>
                </a:solidFill>
                <a:latin typeface="+mn-lt"/>
                <a:ea typeface="+mn-ea"/>
                <a:cs typeface="+mn-cs"/>
                <a:sym typeface="Futura"/>
              </a:defRPr>
            </a:lvl4pPr>
            <a:lvl5pPr marL="720000" indent="-180975" algn="l" defTabSz="914400" rtl="0" eaLnBrk="1" latinLnBrk="0" hangingPunct="1">
              <a:spcBef>
                <a:spcPts val="600"/>
              </a:spcBef>
              <a:buClr>
                <a:schemeClr val="tx1"/>
              </a:buClr>
              <a:buFont typeface="Arial" panose="020B0604020202020204" pitchFamily="34" charset="0"/>
              <a:buChar char="•"/>
              <a:defRPr sz="1200" kern="1200">
                <a:solidFill>
                  <a:schemeClr val="tx1"/>
                </a:solidFill>
                <a:latin typeface="+mn-lt"/>
                <a:ea typeface="+mn-ea"/>
                <a:cs typeface="+mn-cs"/>
                <a:sym typeface="Futura"/>
              </a:defRPr>
            </a:lvl5pPr>
            <a:lvl6pPr marL="2514600" indent="-228600" algn="l" defTabSz="914400" rtl="0" eaLnBrk="1" latinLnBrk="0" hangingPunct="1">
              <a:spcBef>
                <a:spcPct val="20000"/>
              </a:spcBef>
              <a:buFont typeface="Arial" panose="020B0604020202020204" pitchFamily="34" charset="0"/>
              <a:buChar char="•"/>
              <a:defRPr sz="20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6pPr>
            <a:lvl7pPr marL="2971800" indent="-228600" algn="l" defTabSz="914400" rtl="0" eaLnBrk="1" latinLnBrk="0" hangingPunct="1">
              <a:spcBef>
                <a:spcPct val="20000"/>
              </a:spcBef>
              <a:buFont typeface="Arial" panose="020B0604020202020204" pitchFamily="34" charset="0"/>
              <a:buChar char="•"/>
              <a:defRPr sz="20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7pPr>
            <a:lvl8pPr marL="3429000" indent="-228600" algn="l" defTabSz="914400" rtl="0" eaLnBrk="1" latinLnBrk="0" hangingPunct="1">
              <a:spcBef>
                <a:spcPct val="20000"/>
              </a:spcBef>
              <a:buFont typeface="Arial" panose="020B0604020202020204" pitchFamily="34" charset="0"/>
              <a:buChar char="•"/>
              <a:defRPr sz="20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8pPr>
            <a:lvl9pPr marL="3886200" indent="-228600" algn="l" defTabSz="914400" rtl="0" eaLnBrk="1" latinLnBrk="0" hangingPunct="1">
              <a:spcBef>
                <a:spcPct val="20000"/>
              </a:spcBef>
              <a:buFont typeface="Arial" panose="020B0604020202020204" pitchFamily="34" charset="0"/>
              <a:buChar char="•"/>
              <a:defRPr sz="20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9pPr>
          </a:lstStyle>
          <a:p>
            <a:pPr algn="ctr">
              <a:spcBef>
                <a:spcPts val="0"/>
              </a:spcBef>
              <a:buClr>
                <a:srgbClr val="000000"/>
              </a:buClr>
            </a:pPr>
            <a:r>
              <a:rPr lang="en-US" sz="2000"/>
              <a:t>Sample text</a:t>
            </a:r>
          </a:p>
        </p:txBody>
      </p:sp>
      <p:sp>
        <p:nvSpPr>
          <p:cNvPr id="19" name="Inhaltsplatzhalter 2">
            <a:extLst>
              <a:ext uri="{FF2B5EF4-FFF2-40B4-BE49-F238E27FC236}">
                <a16:creationId xmlns:a16="http://schemas.microsoft.com/office/drawing/2014/main" id="{D8A1C794-6440-C6A3-E5E6-FA95B690F289}"/>
              </a:ext>
            </a:extLst>
          </p:cNvPr>
          <p:cNvSpPr txBox="1">
            <a:spLocks/>
          </p:cNvSpPr>
          <p:nvPr/>
        </p:nvSpPr>
        <p:spPr>
          <a:xfrm>
            <a:off x="7572533" y="4754017"/>
            <a:ext cx="2273202" cy="861774"/>
          </a:xfrm>
          <a:prstGeom prst="rect">
            <a:avLst/>
          </a:prstGeom>
        </p:spPr>
        <p:txBody>
          <a:bodyPr wrap="square" lIns="0" tIns="0" rIns="0" bIns="0">
            <a:spAutoFit/>
          </a:bodyPr>
          <a:lstStyle>
            <a:lvl1pPr marL="228600" indent="-228600" algn="l" defTabSz="914400" rtl="0" eaLnBrk="1" latinLnBrk="0" hangingPunct="1">
              <a:lnSpc>
                <a:spcPct val="100000"/>
              </a:lnSpc>
              <a:spcBef>
                <a:spcPts val="1000"/>
              </a:spcBef>
              <a:buFont typeface="Arial" panose="020B0604020202020204" pitchFamily="34" charset="0"/>
              <a:buChar char="•"/>
              <a:defRPr sz="24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1pPr>
            <a:lvl2pPr marL="466725" indent="-222250" algn="l" defTabSz="914400" rtl="0" eaLnBrk="1" latinLnBrk="0" hangingPunct="1">
              <a:lnSpc>
                <a:spcPct val="10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22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2pPr>
            <a:lvl3pPr marL="720725" indent="-217488" algn="l" defTabSz="914400" rtl="0" eaLnBrk="1" latinLnBrk="0" hangingPunct="1">
              <a:lnSpc>
                <a:spcPct val="10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2000" kern="1200">
                <a:solidFill>
                  <a:schemeClr val="accent1"/>
                </a:solidFill>
                <a:latin typeface="+mn-lt"/>
                <a:ea typeface="+mn-ea"/>
                <a:cs typeface="+mn-cs"/>
              </a:defRPr>
            </a:lvl3pPr>
            <a:lvl4pPr marL="900113" indent="-193675" algn="l" defTabSz="914400" rtl="0" eaLnBrk="1" latinLnBrk="0" hangingPunct="1">
              <a:lnSpc>
                <a:spcPct val="10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accent3"/>
                </a:solidFill>
                <a:latin typeface="+mn-lt"/>
                <a:ea typeface="+mn-ea"/>
                <a:cs typeface="+mn-cs"/>
              </a:defRPr>
            </a:lvl4pPr>
            <a:lvl5pPr marL="1136650" indent="-185738" algn="l" defTabSz="914400" rtl="0" eaLnBrk="1" latinLnBrk="0" hangingPunct="1">
              <a:lnSpc>
                <a:spcPct val="10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6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5pPr>
            <a:lvl6pPr marL="25146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6pPr>
            <a:lvl7pPr marL="29718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7pPr>
            <a:lvl8pPr marL="34290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8pPr>
            <a:lvl9pPr marL="38862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9pPr>
          </a:lstStyle>
          <a:p>
            <a:pPr marL="0" indent="0" algn="ctr">
              <a:spcBef>
                <a:spcPts val="600"/>
              </a:spcBef>
              <a:buNone/>
            </a:pPr>
            <a:r>
              <a:rPr lang="en-US" sz="1400" dirty="0"/>
              <a:t>Lorem ipsum dolor sit </a:t>
            </a:r>
            <a:r>
              <a:rPr lang="en-US" sz="1400" dirty="0" err="1"/>
              <a:t>amet</a:t>
            </a:r>
            <a:r>
              <a:rPr lang="en-US" sz="1400" dirty="0"/>
              <a:t>, </a:t>
            </a:r>
            <a:r>
              <a:rPr lang="en-US" sz="1400" dirty="0" err="1"/>
              <a:t>consectetur</a:t>
            </a:r>
            <a:r>
              <a:rPr lang="en-US" sz="1400" dirty="0"/>
              <a:t> </a:t>
            </a:r>
            <a:r>
              <a:rPr lang="en-US" sz="1400" dirty="0" err="1"/>
              <a:t>adipiscing</a:t>
            </a:r>
            <a:r>
              <a:rPr lang="en-US" sz="1400" dirty="0"/>
              <a:t> </a:t>
            </a:r>
            <a:r>
              <a:rPr lang="en-US" sz="1400" dirty="0" err="1"/>
              <a:t>elit</a:t>
            </a:r>
            <a:r>
              <a:rPr lang="en-US" sz="1400" dirty="0"/>
              <a:t>. Sed do </a:t>
            </a:r>
            <a:r>
              <a:rPr lang="en-US" sz="1400" dirty="0" err="1"/>
              <a:t>eiusmod</a:t>
            </a:r>
            <a:r>
              <a:rPr lang="en-US" sz="1400" dirty="0"/>
              <a:t> </a:t>
            </a:r>
            <a:r>
              <a:rPr lang="en-US" sz="1400" dirty="0" err="1"/>
              <a:t>tempor</a:t>
            </a:r>
            <a:r>
              <a:rPr lang="en-US" sz="1400" dirty="0"/>
              <a:t> </a:t>
            </a:r>
            <a:r>
              <a:rPr lang="en-US" sz="1400" dirty="0" err="1"/>
              <a:t>incididunt</a:t>
            </a:r>
            <a:r>
              <a:rPr lang="en-US" sz="1400" dirty="0"/>
              <a:t> </a:t>
            </a:r>
            <a:r>
              <a:rPr lang="en-US" sz="1400" dirty="0" err="1"/>
              <a:t>ut</a:t>
            </a:r>
            <a:r>
              <a:rPr lang="en-US" sz="1400" dirty="0"/>
              <a:t> labore. </a:t>
            </a:r>
          </a:p>
        </p:txBody>
      </p:sp>
      <p:pic>
        <p:nvPicPr>
          <p:cNvPr id="23" name="Grafik 30">
            <a:extLst>
              <a:ext uri="{FF2B5EF4-FFF2-40B4-BE49-F238E27FC236}">
                <a16:creationId xmlns:a16="http://schemas.microsoft.com/office/drawing/2014/main" id="{4BBAD7B1-EF14-11C6-6FCC-E0019B989EAF}"/>
              </a:ext>
            </a:extLst>
          </p:cNvPr>
          <p:cNvPicPr>
            <a:picLocks noChangeAspect="1"/>
          </p:cNvPicPr>
          <p:nvPr/>
        </p:nvPicPr>
        <p:blipFill>
          <a:blip r:embed="rId6">
            <a:extLst>
              <a:ext uri="{28A0092B-C50C-407E-A947-70E740481C1C}">
                <a14:useLocalDpi xmlns:a14="http://schemas.microsoft.com/office/drawing/2010/main" val="0"/>
              </a:ext>
              <a:ext uri="{96DAC541-7B7A-43D3-8B79-37D633B846F1}">
                <asvg:svgBlip xmlns:asvg="http://schemas.microsoft.com/office/drawing/2016/SVG/main" r:embed="rId7"/>
              </a:ext>
            </a:extLst>
          </a:blip>
          <a:stretch>
            <a:fillRect/>
          </a:stretch>
        </p:blipFill>
        <p:spPr>
          <a:xfrm>
            <a:off x="8251934" y="2413090"/>
            <a:ext cx="914400" cy="914400"/>
          </a:xfrm>
          <a:prstGeom prst="rect">
            <a:avLst/>
          </a:prstGeom>
        </p:spPr>
      </p:pic>
      <p:pic>
        <p:nvPicPr>
          <p:cNvPr id="24" name="Grafik 32">
            <a:extLst>
              <a:ext uri="{FF2B5EF4-FFF2-40B4-BE49-F238E27FC236}">
                <a16:creationId xmlns:a16="http://schemas.microsoft.com/office/drawing/2014/main" id="{CD4E9BE9-339A-D138-0171-3254E9694F7F}"/>
              </a:ext>
            </a:extLst>
          </p:cNvPr>
          <p:cNvPicPr>
            <a:picLocks noChangeAspect="1"/>
          </p:cNvPicPr>
          <p:nvPr/>
        </p:nvPicPr>
        <p:blipFill>
          <a:blip r:embed="rId8">
            <a:extLst>
              <a:ext uri="{28A0092B-C50C-407E-A947-70E740481C1C}">
                <a14:useLocalDpi xmlns:a14="http://schemas.microsoft.com/office/drawing/2010/main" val="0"/>
              </a:ext>
              <a:ext uri="{96DAC541-7B7A-43D3-8B79-37D633B846F1}">
                <asvg:svgBlip xmlns:asvg="http://schemas.microsoft.com/office/drawing/2016/SVG/main" r:embed="rId9"/>
              </a:ext>
            </a:extLst>
          </a:blip>
          <a:stretch>
            <a:fillRect/>
          </a:stretch>
        </p:blipFill>
        <p:spPr>
          <a:xfrm>
            <a:off x="5638654" y="2413090"/>
            <a:ext cx="914400" cy="914400"/>
          </a:xfrm>
          <a:prstGeom prst="rect">
            <a:avLst/>
          </a:prstGeom>
        </p:spPr>
      </p:pic>
      <p:pic>
        <p:nvPicPr>
          <p:cNvPr id="25" name="Grafik 34">
            <a:extLst>
              <a:ext uri="{FF2B5EF4-FFF2-40B4-BE49-F238E27FC236}">
                <a16:creationId xmlns:a16="http://schemas.microsoft.com/office/drawing/2014/main" id="{5D6BE8E0-2E8F-54AE-F95A-5B2DAE7F4ECF}"/>
              </a:ext>
            </a:extLst>
          </p:cNvPr>
          <p:cNvPicPr>
            <a:picLocks noChangeAspect="1"/>
          </p:cNvPicPr>
          <p:nvPr/>
        </p:nvPicPr>
        <p:blipFill>
          <a:blip r:embed="rId10">
            <a:extLst>
              <a:ext uri="{28A0092B-C50C-407E-A947-70E740481C1C}">
                <a14:useLocalDpi xmlns:a14="http://schemas.microsoft.com/office/drawing/2010/main" val="0"/>
              </a:ext>
              <a:ext uri="{96DAC541-7B7A-43D3-8B79-37D633B846F1}">
                <asvg:svgBlip xmlns:asvg="http://schemas.microsoft.com/office/drawing/2016/SVG/main" r:embed="rId11"/>
              </a:ext>
            </a:extLst>
          </a:blip>
          <a:stretch>
            <a:fillRect/>
          </a:stretch>
        </p:blipFill>
        <p:spPr>
          <a:xfrm>
            <a:off x="3025666" y="2413090"/>
            <a:ext cx="914400" cy="914400"/>
          </a:xfrm>
          <a:prstGeom prst="rect">
            <a:avLst/>
          </a:prstGeom>
        </p:spPr>
      </p:pic>
      <p:sp>
        <p:nvSpPr>
          <p:cNvPr id="7" name="Text Placeholder 15">
            <a:extLst>
              <a:ext uri="{FF2B5EF4-FFF2-40B4-BE49-F238E27FC236}">
                <a16:creationId xmlns:a16="http://schemas.microsoft.com/office/drawing/2014/main" id="{580C5BB8-886E-1769-2329-427A2BA63DD5}"/>
              </a:ext>
            </a:extLst>
          </p:cNvPr>
          <p:cNvSpPr/>
          <p:nvPr/>
        </p:nvSpPr>
        <p:spPr>
          <a:xfrm>
            <a:off x="407988" y="6275487"/>
            <a:ext cx="5200142" cy="138499"/>
          </a:xfrm>
          <a:prstGeom prst="rect">
            <a:avLst/>
          </a:prstGeom>
          <a:noFill/>
          <a:ln w="9525" cap="flat" cmpd="sng" algn="ctr">
            <a:noFill/>
            <a:prstDash val="solid"/>
            <a:miter lim="800000"/>
          </a:ln>
          <a:effectLst/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wrap="none" lIns="0" tIns="0" rIns="0" bIns="0" rtlCol="0" anchor="b">
            <a:spAutoFit/>
          </a:bodyPr>
          <a:lstStyle/>
          <a:p>
            <a:pPr>
              <a:spcBef>
                <a:spcPct val="10000"/>
              </a:spcBef>
              <a:spcAft>
                <a:spcPts val="110"/>
              </a:spcAft>
            </a:pPr>
            <a:r>
              <a:rPr lang="en-GB" sz="900" noProof="0" dirty="0">
                <a:solidFill>
                  <a:schemeClr val="tx2"/>
                </a:solidFill>
                <a:latin typeface="Arial" panose="020B0604020202020204" pitchFamily="34" charset="0"/>
              </a:rPr>
              <a:t>Keywords: infographics, processes, plan, plans, icon, icons, stage, stages, phase, phases, step, steps</a:t>
            </a:r>
          </a:p>
        </p:txBody>
      </p:sp>
    </p:spTree>
    <p:extLst>
      <p:ext uri="{BB962C8B-B14F-4D97-AF65-F5344CB8AC3E}">
        <p14:creationId xmlns:p14="http://schemas.microsoft.com/office/powerpoint/2010/main" val="634473059"/>
      </p:ext>
    </p:extLst>
  </p:cSld>
  <p:clrMapOvr>
    <a:masterClrMapping/>
  </p:clrMapOvr>
</p:sld>
</file>

<file path=ppt/slides/slide9.xml><?xml version="1.0" encoding="utf-8"?>
<p:sld xmlns:a="http://schemas.openxmlformats.org/drawingml/2006/main" xmlns:r="http://schemas.openxmlformats.org/officeDocument/2006/relationships" xmlns:p="http://schemas.openxmlformats.org/presentationml/2006/main" showMasterPhAnim="0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graphicFrame>
        <p:nvGraphicFramePr>
          <p:cNvPr id="2" name="think-cell data - do not delete" hidden="1">
            <a:extLst>
              <a:ext uri="{FF2B5EF4-FFF2-40B4-BE49-F238E27FC236}">
                <a16:creationId xmlns:a16="http://schemas.microsoft.com/office/drawing/2014/main" id="{9E8863EA-D1A8-2274-AFF0-8BE0F6E6F93B}"/>
              </a:ext>
            </a:extLst>
          </p:cNvPr>
          <p:cNvGraphicFramePr>
            <a:graphicFrameLocks/>
          </p:cNvGraphicFramePr>
          <p:nvPr>
            <p:custDataLst>
              <p:tags r:id="rId1"/>
            </p:custDataLst>
            <p:extLst>
              <p:ext uri="{D42A27DB-BD31-4B8C-83A1-F6EECF244321}">
                <p14:modId xmlns:p14="http://schemas.microsoft.com/office/powerpoint/2010/main" val="233706855"/>
              </p:ext>
            </p:extLst>
          </p:nvPr>
        </p:nvGraphicFramePr>
        <p:xfrm>
          <a:off x="1588" y="1588"/>
          <a:ext cx="1588" cy="1588"/>
        </p:xfrm>
        <a:graphic>
          <a:graphicData uri="http://schemas.openxmlformats.org/presentationml/2006/ole">
            <mc:AlternateContent xmlns:mc="http://schemas.openxmlformats.org/markup-compatibility/2006">
              <mc:Choice xmlns:v="urn:schemas-microsoft-com:vml" Requires="v">
                <p:oleObj name="think-cell Slide" r:id="rId4" imgW="411" imgH="409" progId="TCLayout.ActiveDocument.1">
                  <p:embed/>
                </p:oleObj>
              </mc:Choice>
              <mc:Fallback>
                <p:oleObj name="think-cell Slide" r:id="rId4" imgW="411" imgH="409" progId="TCLayout.ActiveDocument.1">
                  <p:embed/>
                  <p:pic>
                    <p:nvPicPr>
                      <p:cNvPr id="0" name=""/>
                      <p:cNvPicPr/>
                      <p:nvPr/>
                    </p:nvPicPr>
                    <p:blipFill>
                      <a:blip r:embed="rId5"/>
                      <a:stretch>
                        <a:fillRect/>
                      </a:stretch>
                    </p:blipFill>
                    <p:spPr>
                      <a:xfrm>
                        <a:off x="1588" y="1588"/>
                        <a:ext cx="1588" cy="1588"/>
                      </a:xfrm>
                      <a:prstGeom prst="rect">
                        <a:avLst/>
                      </a:prstGeom>
                    </p:spPr>
                  </p:pic>
                </p:oleObj>
              </mc:Fallback>
            </mc:AlternateContent>
          </a:graphicData>
        </a:graphic>
      </p:graphicFrame>
      <p:sp>
        <p:nvSpPr>
          <p:cNvPr id="5" name="Title 4">
            <a:extLst>
              <a:ext uri="{FF2B5EF4-FFF2-40B4-BE49-F238E27FC236}">
                <a16:creationId xmlns:a16="http://schemas.microsoft.com/office/drawing/2014/main" id="{83442F60-F4AE-C57A-6E7C-EE6D6E2726E8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 vert="horz" rIns="91440"/>
          <a:lstStyle/>
          <a:p>
            <a:r>
              <a:rPr lang="en-US" dirty="0"/>
              <a:t>Closing the </a:t>
            </a:r>
          </a:p>
        </p:txBody>
      </p:sp>
      <p:cxnSp>
        <p:nvCxnSpPr>
          <p:cNvPr id="3" name="Gerader Verbinder 6">
            <a:extLst>
              <a:ext uri="{FF2B5EF4-FFF2-40B4-BE49-F238E27FC236}">
                <a16:creationId xmlns:a16="http://schemas.microsoft.com/office/drawing/2014/main" id="{8215E819-82EE-9E06-FCFA-34E766547F59}"/>
              </a:ext>
            </a:extLst>
          </p:cNvPr>
          <p:cNvCxnSpPr>
            <a:cxnSpLocks/>
          </p:cNvCxnSpPr>
          <p:nvPr/>
        </p:nvCxnSpPr>
        <p:spPr bwMode="gray">
          <a:xfrm>
            <a:off x="0" y="3017090"/>
            <a:ext cx="12192000" cy="0"/>
          </a:xfrm>
          <a:prstGeom prst="line">
            <a:avLst/>
          </a:prstGeom>
          <a:ln w="9525">
            <a:solidFill>
              <a:schemeClr val="tx2">
                <a:lumMod val="20000"/>
                <a:lumOff val="80000"/>
              </a:schemeClr>
            </a:solidFill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sp>
        <p:nvSpPr>
          <p:cNvPr id="4" name="Ellipse 7">
            <a:extLst>
              <a:ext uri="{FF2B5EF4-FFF2-40B4-BE49-F238E27FC236}">
                <a16:creationId xmlns:a16="http://schemas.microsoft.com/office/drawing/2014/main" id="{36A59A89-A179-5D05-904D-612F6B01631D}"/>
              </a:ext>
            </a:extLst>
          </p:cNvPr>
          <p:cNvSpPr>
            <a:spLocks/>
          </p:cNvSpPr>
          <p:nvPr/>
        </p:nvSpPr>
        <p:spPr bwMode="gray">
          <a:xfrm>
            <a:off x="1515876" y="2797943"/>
            <a:ext cx="438294" cy="438294"/>
          </a:xfrm>
          <a:prstGeom prst="ellipse">
            <a:avLst/>
          </a:prstGeom>
          <a:solidFill>
            <a:schemeClr val="accent1"/>
          </a:solidFill>
          <a:ln w="19050" cap="rnd" cmpd="sng" algn="ctr">
            <a:noFill/>
            <a:prstDash val="solid"/>
            <a:round/>
            <a:headEnd type="none" w="med" len="med"/>
            <a:tailEnd type="none" w="med" len="med"/>
          </a:ln>
          <a:effectLst/>
        </p:spPr>
        <p:txBody>
          <a:bodyPr lIns="0" tIns="0" rIns="0" bIns="0" rtlCol="0" anchor="ctr"/>
          <a:lstStyle/>
          <a:p>
            <a:pPr marL="0" marR="0" lvl="0" indent="0" algn="ctr" defTabSz="91440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r>
              <a:rPr lang="en-US" b="1" kern="0">
                <a:solidFill>
                  <a:schemeClr val="bg1"/>
                </a:solidFill>
              </a:rPr>
              <a:t>01</a:t>
            </a:r>
            <a:endParaRPr kumimoji="0" lang="en-US" sz="1800" b="1" i="0" u="none" strike="noStrike" kern="0" cap="none" spc="0" normalizeH="0" baseline="0" noProof="0">
              <a:ln>
                <a:noFill/>
              </a:ln>
              <a:solidFill>
                <a:schemeClr val="bg1"/>
              </a:solidFill>
              <a:effectLst/>
              <a:uLnTx/>
              <a:uFillTx/>
            </a:endParaRPr>
          </a:p>
        </p:txBody>
      </p:sp>
      <p:sp>
        <p:nvSpPr>
          <p:cNvPr id="11" name="Textplatzhalter 9">
            <a:extLst>
              <a:ext uri="{FF2B5EF4-FFF2-40B4-BE49-F238E27FC236}">
                <a16:creationId xmlns:a16="http://schemas.microsoft.com/office/drawing/2014/main" id="{7E0953AC-59B8-77F8-A76C-274C923616B2}"/>
              </a:ext>
            </a:extLst>
          </p:cNvPr>
          <p:cNvSpPr txBox="1">
            <a:spLocks/>
          </p:cNvSpPr>
          <p:nvPr/>
        </p:nvSpPr>
        <p:spPr bwMode="gray">
          <a:xfrm>
            <a:off x="419101" y="3459872"/>
            <a:ext cx="2631844" cy="615553"/>
          </a:xfrm>
          <a:prstGeom prst="rect">
            <a:avLst/>
          </a:prstGeom>
          <a:noFill/>
          <a:ln w="6350">
            <a:noFill/>
          </a:ln>
        </p:spPr>
        <p:txBody>
          <a:bodyPr vert="horz" wrap="square" lIns="0" tIns="0" rIns="0" bIns="0" rtlCol="0">
            <a:spAutoFit/>
          </a:bodyPr>
          <a:lstStyle>
            <a:lvl1pPr marL="0" indent="0" algn="l" defTabSz="914400" rtl="0" eaLnBrk="1" latinLnBrk="0" hangingPunct="1">
              <a:spcBef>
                <a:spcPts val="600"/>
              </a:spcBef>
              <a:buClr>
                <a:schemeClr val="tx1"/>
              </a:buClr>
              <a:buFont typeface="Arial" panose="020B0604020202020204" pitchFamily="34" charset="0"/>
              <a:buNone/>
              <a:defRPr sz="1200" kern="1200">
                <a:solidFill>
                  <a:schemeClr val="tx1"/>
                </a:solidFill>
                <a:latin typeface="+mn-lt"/>
                <a:ea typeface="+mn-ea"/>
                <a:cs typeface="+mn-cs"/>
                <a:sym typeface="Futura"/>
              </a:defRPr>
            </a:lvl1pPr>
            <a:lvl2pPr marL="180975" indent="-180975" algn="l" defTabSz="914400" rtl="0" eaLnBrk="1" latinLnBrk="0" hangingPunct="1">
              <a:spcBef>
                <a:spcPts val="600"/>
              </a:spcBef>
              <a:buClr>
                <a:schemeClr val="tx1"/>
              </a:buClr>
              <a:buFont typeface="Arial" panose="020B0604020202020204" pitchFamily="34" charset="0"/>
              <a:buChar char="•"/>
              <a:defRPr sz="1200" kern="1200">
                <a:solidFill>
                  <a:schemeClr val="tx1"/>
                </a:solidFill>
                <a:latin typeface="+mn-lt"/>
                <a:ea typeface="+mn-ea"/>
                <a:cs typeface="+mn-cs"/>
                <a:sym typeface="Futura"/>
              </a:defRPr>
            </a:lvl2pPr>
            <a:lvl3pPr marL="360000" indent="-180975" algn="l" defTabSz="914400" rtl="0" eaLnBrk="1" latinLnBrk="0" hangingPunct="1">
              <a:spcBef>
                <a:spcPts val="600"/>
              </a:spcBef>
              <a:buClr>
                <a:schemeClr val="tx1"/>
              </a:buClr>
              <a:buFont typeface="Arial" panose="020B0604020202020204" pitchFamily="34" charset="0"/>
              <a:buChar char="•"/>
              <a:defRPr sz="1200" kern="1200">
                <a:solidFill>
                  <a:schemeClr val="tx1"/>
                </a:solidFill>
                <a:latin typeface="+mn-lt"/>
                <a:ea typeface="+mn-ea"/>
                <a:cs typeface="+mn-cs"/>
                <a:sym typeface="Futura"/>
              </a:defRPr>
            </a:lvl3pPr>
            <a:lvl4pPr marL="541338" indent="-179388" algn="l" defTabSz="914400" rtl="0" eaLnBrk="1" latinLnBrk="0" hangingPunct="1">
              <a:spcBef>
                <a:spcPts val="600"/>
              </a:spcBef>
              <a:buClr>
                <a:schemeClr val="tx1"/>
              </a:buClr>
              <a:buFont typeface="Arial" panose="020B0604020202020204" pitchFamily="34" charset="0"/>
              <a:buChar char="•"/>
              <a:tabLst/>
              <a:defRPr sz="1200" kern="1200">
                <a:solidFill>
                  <a:schemeClr val="tx1"/>
                </a:solidFill>
                <a:latin typeface="+mn-lt"/>
                <a:ea typeface="+mn-ea"/>
                <a:cs typeface="+mn-cs"/>
                <a:sym typeface="Futura"/>
              </a:defRPr>
            </a:lvl4pPr>
            <a:lvl5pPr marL="720000" indent="-180975" algn="l" defTabSz="914400" rtl="0" eaLnBrk="1" latinLnBrk="0" hangingPunct="1">
              <a:spcBef>
                <a:spcPts val="600"/>
              </a:spcBef>
              <a:buClr>
                <a:schemeClr val="tx1"/>
              </a:buClr>
              <a:buFont typeface="Arial" panose="020B0604020202020204" pitchFamily="34" charset="0"/>
              <a:buChar char="•"/>
              <a:defRPr sz="1200" kern="1200">
                <a:solidFill>
                  <a:schemeClr val="tx1"/>
                </a:solidFill>
                <a:latin typeface="+mn-lt"/>
                <a:ea typeface="+mn-ea"/>
                <a:cs typeface="+mn-cs"/>
                <a:sym typeface="Futura"/>
              </a:defRPr>
            </a:lvl5pPr>
            <a:lvl6pPr marL="2514600" indent="-228600" algn="l" defTabSz="914400" rtl="0" eaLnBrk="1" latinLnBrk="0" hangingPunct="1">
              <a:spcBef>
                <a:spcPct val="20000"/>
              </a:spcBef>
              <a:buFont typeface="Arial" panose="020B0604020202020204" pitchFamily="34" charset="0"/>
              <a:buChar char="•"/>
              <a:defRPr sz="20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6pPr>
            <a:lvl7pPr marL="2971800" indent="-228600" algn="l" defTabSz="914400" rtl="0" eaLnBrk="1" latinLnBrk="0" hangingPunct="1">
              <a:spcBef>
                <a:spcPct val="20000"/>
              </a:spcBef>
              <a:buFont typeface="Arial" panose="020B0604020202020204" pitchFamily="34" charset="0"/>
              <a:buChar char="•"/>
              <a:defRPr sz="20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7pPr>
            <a:lvl8pPr marL="3429000" indent="-228600" algn="l" defTabSz="914400" rtl="0" eaLnBrk="1" latinLnBrk="0" hangingPunct="1">
              <a:spcBef>
                <a:spcPct val="20000"/>
              </a:spcBef>
              <a:buFont typeface="Arial" panose="020B0604020202020204" pitchFamily="34" charset="0"/>
              <a:buChar char="•"/>
              <a:defRPr sz="20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8pPr>
            <a:lvl9pPr marL="3886200" indent="-228600" algn="l" defTabSz="914400" rtl="0" eaLnBrk="1" latinLnBrk="0" hangingPunct="1">
              <a:spcBef>
                <a:spcPct val="20000"/>
              </a:spcBef>
              <a:buFont typeface="Arial" panose="020B0604020202020204" pitchFamily="34" charset="0"/>
              <a:buChar char="•"/>
              <a:defRPr sz="20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9pPr>
          </a:lstStyle>
          <a:p>
            <a:pPr algn="ctr">
              <a:spcBef>
                <a:spcPts val="0"/>
              </a:spcBef>
              <a:buClr>
                <a:srgbClr val="000000"/>
              </a:buClr>
            </a:pPr>
            <a:r>
              <a:rPr lang="en-US" sz="2000" dirty="0"/>
              <a:t>Pilot the Audit Health Score</a:t>
            </a:r>
          </a:p>
        </p:txBody>
      </p:sp>
      <p:sp>
        <p:nvSpPr>
          <p:cNvPr id="12" name="Inhaltsplatzhalter 2">
            <a:extLst>
              <a:ext uri="{FF2B5EF4-FFF2-40B4-BE49-F238E27FC236}">
                <a16:creationId xmlns:a16="http://schemas.microsoft.com/office/drawing/2014/main" id="{A3D84074-B7CE-F444-32FF-4E995B893FA1}"/>
              </a:ext>
            </a:extLst>
          </p:cNvPr>
          <p:cNvSpPr txBox="1">
            <a:spLocks/>
          </p:cNvSpPr>
          <p:nvPr/>
        </p:nvSpPr>
        <p:spPr>
          <a:xfrm>
            <a:off x="419101" y="4524031"/>
            <a:ext cx="2631844" cy="938719"/>
          </a:xfrm>
          <a:prstGeom prst="rect">
            <a:avLst/>
          </a:prstGeom>
        </p:spPr>
        <p:txBody>
          <a:bodyPr wrap="square" lIns="0" tIns="0" rIns="0" bIns="0">
            <a:spAutoFit/>
          </a:bodyPr>
          <a:lstStyle>
            <a:lvl1pPr marL="228600" indent="-228600" algn="l" defTabSz="914400" rtl="0" eaLnBrk="1" latinLnBrk="0" hangingPunct="1">
              <a:lnSpc>
                <a:spcPct val="100000"/>
              </a:lnSpc>
              <a:spcBef>
                <a:spcPts val="1000"/>
              </a:spcBef>
              <a:buFont typeface="Arial" panose="020B0604020202020204" pitchFamily="34" charset="0"/>
              <a:buChar char="•"/>
              <a:defRPr sz="24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1pPr>
            <a:lvl2pPr marL="466725" indent="-222250" algn="l" defTabSz="914400" rtl="0" eaLnBrk="1" latinLnBrk="0" hangingPunct="1">
              <a:lnSpc>
                <a:spcPct val="10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22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2pPr>
            <a:lvl3pPr marL="720725" indent="-217488" algn="l" defTabSz="914400" rtl="0" eaLnBrk="1" latinLnBrk="0" hangingPunct="1">
              <a:lnSpc>
                <a:spcPct val="10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2000" kern="1200">
                <a:solidFill>
                  <a:schemeClr val="accent1"/>
                </a:solidFill>
                <a:latin typeface="+mn-lt"/>
                <a:ea typeface="+mn-ea"/>
                <a:cs typeface="+mn-cs"/>
              </a:defRPr>
            </a:lvl3pPr>
            <a:lvl4pPr marL="900113" indent="-193675" algn="l" defTabSz="914400" rtl="0" eaLnBrk="1" latinLnBrk="0" hangingPunct="1">
              <a:lnSpc>
                <a:spcPct val="10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accent3"/>
                </a:solidFill>
                <a:latin typeface="+mn-lt"/>
                <a:ea typeface="+mn-ea"/>
                <a:cs typeface="+mn-cs"/>
              </a:defRPr>
            </a:lvl4pPr>
            <a:lvl5pPr marL="1136650" indent="-185738" algn="l" defTabSz="914400" rtl="0" eaLnBrk="1" latinLnBrk="0" hangingPunct="1">
              <a:lnSpc>
                <a:spcPct val="10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6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5pPr>
            <a:lvl6pPr marL="25146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6pPr>
            <a:lvl7pPr marL="29718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7pPr>
            <a:lvl8pPr marL="34290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8pPr>
            <a:lvl9pPr marL="38862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9pPr>
          </a:lstStyle>
          <a:p>
            <a:pPr>
              <a:spcBef>
                <a:spcPts val="600"/>
              </a:spcBef>
            </a:pPr>
            <a:r>
              <a:rPr lang="en-US" sz="1400" dirty="0"/>
              <a:t>Test TPS integration with select awarding agencies</a:t>
            </a:r>
          </a:p>
          <a:p>
            <a:pPr>
              <a:spcBef>
                <a:spcPts val="600"/>
              </a:spcBef>
            </a:pPr>
            <a:r>
              <a:rPr lang="en-US" sz="1400" dirty="0"/>
              <a:t>Provide risk visibility before award decisions</a:t>
            </a:r>
          </a:p>
        </p:txBody>
      </p:sp>
      <p:sp>
        <p:nvSpPr>
          <p:cNvPr id="9" name="Ellipse 10">
            <a:extLst>
              <a:ext uri="{FF2B5EF4-FFF2-40B4-BE49-F238E27FC236}">
                <a16:creationId xmlns:a16="http://schemas.microsoft.com/office/drawing/2014/main" id="{928EF531-3616-93A4-3A3D-704B9313DFA6}"/>
              </a:ext>
            </a:extLst>
          </p:cNvPr>
          <p:cNvSpPr>
            <a:spLocks/>
          </p:cNvSpPr>
          <p:nvPr/>
        </p:nvSpPr>
        <p:spPr bwMode="gray">
          <a:xfrm>
            <a:off x="10274345" y="2797943"/>
            <a:ext cx="438294" cy="438294"/>
          </a:xfrm>
          <a:prstGeom prst="ellipse">
            <a:avLst/>
          </a:prstGeom>
          <a:solidFill>
            <a:schemeClr val="accent1"/>
          </a:solidFill>
          <a:ln w="19050" cap="rnd" cmpd="sng" algn="ctr">
            <a:noFill/>
            <a:prstDash val="solid"/>
            <a:round/>
            <a:headEnd type="none" w="med" len="med"/>
            <a:tailEnd type="none" w="med" len="med"/>
          </a:ln>
          <a:effectLst/>
        </p:spPr>
        <p:txBody>
          <a:bodyPr lIns="0" tIns="0" rIns="0" bIns="0" rtlCol="0" anchor="ctr"/>
          <a:lstStyle/>
          <a:p>
            <a:pPr marL="0" marR="0" lvl="0" indent="0" algn="ctr" defTabSz="91440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r>
              <a:rPr kumimoji="0" lang="en-US" sz="1800" b="1" i="0" u="none" strike="noStrike" kern="0" cap="none" spc="0" normalizeH="0" baseline="0" noProof="0">
                <a:ln>
                  <a:noFill/>
                </a:ln>
                <a:solidFill>
                  <a:schemeClr val="bg1"/>
                </a:solidFill>
                <a:effectLst/>
                <a:uLnTx/>
                <a:uFillTx/>
              </a:rPr>
              <a:t>04</a:t>
            </a:r>
          </a:p>
        </p:txBody>
      </p:sp>
      <p:sp>
        <p:nvSpPr>
          <p:cNvPr id="17" name="Textplatzhalter 9">
            <a:extLst>
              <a:ext uri="{FF2B5EF4-FFF2-40B4-BE49-F238E27FC236}">
                <a16:creationId xmlns:a16="http://schemas.microsoft.com/office/drawing/2014/main" id="{847361DE-034C-15D9-EFB2-395527CD19F0}"/>
              </a:ext>
            </a:extLst>
          </p:cNvPr>
          <p:cNvSpPr txBox="1">
            <a:spLocks/>
          </p:cNvSpPr>
          <p:nvPr/>
        </p:nvSpPr>
        <p:spPr bwMode="gray">
          <a:xfrm>
            <a:off x="9177570" y="3459872"/>
            <a:ext cx="2631844" cy="615553"/>
          </a:xfrm>
          <a:prstGeom prst="rect">
            <a:avLst/>
          </a:prstGeom>
          <a:noFill/>
          <a:ln w="6350">
            <a:noFill/>
          </a:ln>
        </p:spPr>
        <p:txBody>
          <a:bodyPr vert="horz" wrap="square" lIns="0" tIns="0" rIns="0" bIns="0" rtlCol="0">
            <a:spAutoFit/>
          </a:bodyPr>
          <a:lstStyle>
            <a:lvl1pPr marL="0" indent="0" algn="l" defTabSz="914400" rtl="0" eaLnBrk="1" latinLnBrk="0" hangingPunct="1">
              <a:spcBef>
                <a:spcPts val="600"/>
              </a:spcBef>
              <a:buClr>
                <a:schemeClr val="tx1"/>
              </a:buClr>
              <a:buFont typeface="Arial" panose="020B0604020202020204" pitchFamily="34" charset="0"/>
              <a:buNone/>
              <a:defRPr sz="1200" kern="1200">
                <a:solidFill>
                  <a:schemeClr val="tx1"/>
                </a:solidFill>
                <a:latin typeface="+mn-lt"/>
                <a:ea typeface="+mn-ea"/>
                <a:cs typeface="+mn-cs"/>
                <a:sym typeface="Futura"/>
              </a:defRPr>
            </a:lvl1pPr>
            <a:lvl2pPr marL="180975" indent="-180975" algn="l" defTabSz="914400" rtl="0" eaLnBrk="1" latinLnBrk="0" hangingPunct="1">
              <a:spcBef>
                <a:spcPts val="600"/>
              </a:spcBef>
              <a:buClr>
                <a:schemeClr val="tx1"/>
              </a:buClr>
              <a:buFont typeface="Arial" panose="020B0604020202020204" pitchFamily="34" charset="0"/>
              <a:buChar char="•"/>
              <a:defRPr sz="1200" kern="1200">
                <a:solidFill>
                  <a:schemeClr val="tx1"/>
                </a:solidFill>
                <a:latin typeface="+mn-lt"/>
                <a:ea typeface="+mn-ea"/>
                <a:cs typeface="+mn-cs"/>
                <a:sym typeface="Futura"/>
              </a:defRPr>
            </a:lvl2pPr>
            <a:lvl3pPr marL="360000" indent="-180975" algn="l" defTabSz="914400" rtl="0" eaLnBrk="1" latinLnBrk="0" hangingPunct="1">
              <a:spcBef>
                <a:spcPts val="600"/>
              </a:spcBef>
              <a:buClr>
                <a:schemeClr val="tx1"/>
              </a:buClr>
              <a:buFont typeface="Arial" panose="020B0604020202020204" pitchFamily="34" charset="0"/>
              <a:buChar char="•"/>
              <a:defRPr sz="1200" kern="1200">
                <a:solidFill>
                  <a:schemeClr val="tx1"/>
                </a:solidFill>
                <a:latin typeface="+mn-lt"/>
                <a:ea typeface="+mn-ea"/>
                <a:cs typeface="+mn-cs"/>
                <a:sym typeface="Futura"/>
              </a:defRPr>
            </a:lvl3pPr>
            <a:lvl4pPr marL="541338" indent="-179388" algn="l" defTabSz="914400" rtl="0" eaLnBrk="1" latinLnBrk="0" hangingPunct="1">
              <a:spcBef>
                <a:spcPts val="600"/>
              </a:spcBef>
              <a:buClr>
                <a:schemeClr val="tx1"/>
              </a:buClr>
              <a:buFont typeface="Arial" panose="020B0604020202020204" pitchFamily="34" charset="0"/>
              <a:buChar char="•"/>
              <a:tabLst/>
              <a:defRPr sz="1200" kern="1200">
                <a:solidFill>
                  <a:schemeClr val="tx1"/>
                </a:solidFill>
                <a:latin typeface="+mn-lt"/>
                <a:ea typeface="+mn-ea"/>
                <a:cs typeface="+mn-cs"/>
                <a:sym typeface="Futura"/>
              </a:defRPr>
            </a:lvl4pPr>
            <a:lvl5pPr marL="720000" indent="-180975" algn="l" defTabSz="914400" rtl="0" eaLnBrk="1" latinLnBrk="0" hangingPunct="1">
              <a:spcBef>
                <a:spcPts val="600"/>
              </a:spcBef>
              <a:buClr>
                <a:schemeClr val="tx1"/>
              </a:buClr>
              <a:buFont typeface="Arial" panose="020B0604020202020204" pitchFamily="34" charset="0"/>
              <a:buChar char="•"/>
              <a:defRPr sz="1200" kern="1200">
                <a:solidFill>
                  <a:schemeClr val="tx1"/>
                </a:solidFill>
                <a:latin typeface="+mn-lt"/>
                <a:ea typeface="+mn-ea"/>
                <a:cs typeface="+mn-cs"/>
                <a:sym typeface="Futura"/>
              </a:defRPr>
            </a:lvl5pPr>
            <a:lvl6pPr marL="2514600" indent="-228600" algn="l" defTabSz="914400" rtl="0" eaLnBrk="1" latinLnBrk="0" hangingPunct="1">
              <a:spcBef>
                <a:spcPct val="20000"/>
              </a:spcBef>
              <a:buFont typeface="Arial" panose="020B0604020202020204" pitchFamily="34" charset="0"/>
              <a:buChar char="•"/>
              <a:defRPr sz="20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6pPr>
            <a:lvl7pPr marL="2971800" indent="-228600" algn="l" defTabSz="914400" rtl="0" eaLnBrk="1" latinLnBrk="0" hangingPunct="1">
              <a:spcBef>
                <a:spcPct val="20000"/>
              </a:spcBef>
              <a:buFont typeface="Arial" panose="020B0604020202020204" pitchFamily="34" charset="0"/>
              <a:buChar char="•"/>
              <a:defRPr sz="20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7pPr>
            <a:lvl8pPr marL="3429000" indent="-228600" algn="l" defTabSz="914400" rtl="0" eaLnBrk="1" latinLnBrk="0" hangingPunct="1">
              <a:spcBef>
                <a:spcPct val="20000"/>
              </a:spcBef>
              <a:buFont typeface="Arial" panose="020B0604020202020204" pitchFamily="34" charset="0"/>
              <a:buChar char="•"/>
              <a:defRPr sz="20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8pPr>
            <a:lvl9pPr marL="3886200" indent="-228600" algn="l" defTabSz="914400" rtl="0" eaLnBrk="1" latinLnBrk="0" hangingPunct="1">
              <a:spcBef>
                <a:spcPct val="20000"/>
              </a:spcBef>
              <a:buFont typeface="Arial" panose="020B0604020202020204" pitchFamily="34" charset="0"/>
              <a:buChar char="•"/>
              <a:defRPr sz="20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9pPr>
          </a:lstStyle>
          <a:p>
            <a:pPr algn="ctr">
              <a:spcBef>
                <a:spcPts val="0"/>
              </a:spcBef>
              <a:buClr>
                <a:srgbClr val="000000"/>
              </a:buClr>
            </a:pPr>
            <a:r>
              <a:rPr lang="en-US" sz="2000" dirty="0"/>
              <a:t>Breaking the Funding Paradox</a:t>
            </a:r>
          </a:p>
        </p:txBody>
      </p:sp>
      <p:sp>
        <p:nvSpPr>
          <p:cNvPr id="18" name="Inhaltsplatzhalter 2">
            <a:extLst>
              <a:ext uri="{FF2B5EF4-FFF2-40B4-BE49-F238E27FC236}">
                <a16:creationId xmlns:a16="http://schemas.microsoft.com/office/drawing/2014/main" id="{744D8C08-789C-E131-3015-3F98DE23EA53}"/>
              </a:ext>
            </a:extLst>
          </p:cNvPr>
          <p:cNvSpPr txBox="1">
            <a:spLocks/>
          </p:cNvSpPr>
          <p:nvPr/>
        </p:nvSpPr>
        <p:spPr>
          <a:xfrm>
            <a:off x="9177570" y="4388401"/>
            <a:ext cx="2631844" cy="1154162"/>
          </a:xfrm>
          <a:prstGeom prst="rect">
            <a:avLst/>
          </a:prstGeom>
        </p:spPr>
        <p:txBody>
          <a:bodyPr wrap="square" lIns="0" tIns="0" rIns="0" bIns="0">
            <a:spAutoFit/>
          </a:bodyPr>
          <a:lstStyle>
            <a:lvl1pPr marL="228600" indent="-228600" algn="l" defTabSz="914400" rtl="0" eaLnBrk="1" latinLnBrk="0" hangingPunct="1">
              <a:lnSpc>
                <a:spcPct val="100000"/>
              </a:lnSpc>
              <a:spcBef>
                <a:spcPts val="1000"/>
              </a:spcBef>
              <a:buFont typeface="Arial" panose="020B0604020202020204" pitchFamily="34" charset="0"/>
              <a:buChar char="•"/>
              <a:defRPr sz="24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1pPr>
            <a:lvl2pPr marL="466725" indent="-222250" algn="l" defTabSz="914400" rtl="0" eaLnBrk="1" latinLnBrk="0" hangingPunct="1">
              <a:lnSpc>
                <a:spcPct val="10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22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2pPr>
            <a:lvl3pPr marL="720725" indent="-217488" algn="l" defTabSz="914400" rtl="0" eaLnBrk="1" latinLnBrk="0" hangingPunct="1">
              <a:lnSpc>
                <a:spcPct val="10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2000" kern="1200">
                <a:solidFill>
                  <a:schemeClr val="accent1"/>
                </a:solidFill>
                <a:latin typeface="+mn-lt"/>
                <a:ea typeface="+mn-ea"/>
                <a:cs typeface="+mn-cs"/>
              </a:defRPr>
            </a:lvl3pPr>
            <a:lvl4pPr marL="900113" indent="-193675" algn="l" defTabSz="914400" rtl="0" eaLnBrk="1" latinLnBrk="0" hangingPunct="1">
              <a:lnSpc>
                <a:spcPct val="10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accent3"/>
                </a:solidFill>
                <a:latin typeface="+mn-lt"/>
                <a:ea typeface="+mn-ea"/>
                <a:cs typeface="+mn-cs"/>
              </a:defRPr>
            </a:lvl4pPr>
            <a:lvl5pPr marL="1136650" indent="-185738" algn="l" defTabSz="914400" rtl="0" eaLnBrk="1" latinLnBrk="0" hangingPunct="1">
              <a:lnSpc>
                <a:spcPct val="10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6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5pPr>
            <a:lvl6pPr marL="25146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6pPr>
            <a:lvl7pPr marL="29718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7pPr>
            <a:lvl8pPr marL="34290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8pPr>
            <a:lvl9pPr marL="38862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9pPr>
          </a:lstStyle>
          <a:p>
            <a:pPr algn="ctr">
              <a:spcBef>
                <a:spcPts val="600"/>
              </a:spcBef>
            </a:pPr>
            <a:r>
              <a:rPr lang="en-US" sz="1400" dirty="0"/>
              <a:t>Require risk review before renewing awards to entities with repeat findings</a:t>
            </a:r>
          </a:p>
          <a:p>
            <a:pPr algn="ctr">
              <a:spcBef>
                <a:spcPts val="600"/>
              </a:spcBef>
            </a:pPr>
            <a:r>
              <a:rPr lang="en-US" sz="1400" dirty="0"/>
              <a:t>Establish funding triggers when audit findings exceed threshold</a:t>
            </a:r>
          </a:p>
        </p:txBody>
      </p:sp>
      <p:sp>
        <p:nvSpPr>
          <p:cNvPr id="7" name="Ellipse 9">
            <a:extLst>
              <a:ext uri="{FF2B5EF4-FFF2-40B4-BE49-F238E27FC236}">
                <a16:creationId xmlns:a16="http://schemas.microsoft.com/office/drawing/2014/main" id="{B8925CC7-70F6-075C-E124-2EF862ADE75B}"/>
              </a:ext>
            </a:extLst>
          </p:cNvPr>
          <p:cNvSpPr>
            <a:spLocks/>
          </p:cNvSpPr>
          <p:nvPr/>
        </p:nvSpPr>
        <p:spPr bwMode="gray">
          <a:xfrm>
            <a:off x="7354856" y="2797943"/>
            <a:ext cx="438294" cy="438294"/>
          </a:xfrm>
          <a:prstGeom prst="ellipse">
            <a:avLst/>
          </a:prstGeom>
          <a:solidFill>
            <a:schemeClr val="accent1"/>
          </a:solidFill>
          <a:ln w="19050" cap="rnd" cmpd="sng" algn="ctr">
            <a:noFill/>
            <a:prstDash val="solid"/>
            <a:round/>
            <a:headEnd type="none" w="med" len="med"/>
            <a:tailEnd type="none" w="med" len="med"/>
          </a:ln>
          <a:effectLst/>
        </p:spPr>
        <p:txBody>
          <a:bodyPr lIns="0" tIns="0" rIns="0" bIns="0" rtlCol="0" anchor="ctr"/>
          <a:lstStyle/>
          <a:p>
            <a:pPr marL="0" marR="0" lvl="0" indent="0" algn="ctr" defTabSz="91440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r>
              <a:rPr kumimoji="0" lang="en-US" sz="1800" b="1" i="0" u="none" strike="noStrike" kern="0" cap="none" spc="0" normalizeH="0" baseline="0" noProof="0">
                <a:ln>
                  <a:noFill/>
                </a:ln>
                <a:solidFill>
                  <a:schemeClr val="bg1"/>
                </a:solidFill>
                <a:effectLst/>
                <a:uLnTx/>
                <a:uFillTx/>
              </a:rPr>
              <a:t>03</a:t>
            </a:r>
          </a:p>
        </p:txBody>
      </p:sp>
      <p:sp>
        <p:nvSpPr>
          <p:cNvPr id="15" name="Textplatzhalter 9">
            <a:extLst>
              <a:ext uri="{FF2B5EF4-FFF2-40B4-BE49-F238E27FC236}">
                <a16:creationId xmlns:a16="http://schemas.microsoft.com/office/drawing/2014/main" id="{3623C24D-68AE-C0A1-DAC6-89D66154BABC}"/>
              </a:ext>
            </a:extLst>
          </p:cNvPr>
          <p:cNvSpPr txBox="1">
            <a:spLocks/>
          </p:cNvSpPr>
          <p:nvPr/>
        </p:nvSpPr>
        <p:spPr bwMode="gray">
          <a:xfrm>
            <a:off x="6258081" y="3459872"/>
            <a:ext cx="2631844" cy="615553"/>
          </a:xfrm>
          <a:prstGeom prst="rect">
            <a:avLst/>
          </a:prstGeom>
          <a:noFill/>
          <a:ln w="6350">
            <a:noFill/>
          </a:ln>
        </p:spPr>
        <p:txBody>
          <a:bodyPr vert="horz" wrap="square" lIns="0" tIns="0" rIns="0" bIns="0" rtlCol="0">
            <a:spAutoFit/>
          </a:bodyPr>
          <a:lstStyle>
            <a:lvl1pPr marL="0" indent="0" algn="l" defTabSz="914400" rtl="0" eaLnBrk="1" latinLnBrk="0" hangingPunct="1">
              <a:spcBef>
                <a:spcPts val="600"/>
              </a:spcBef>
              <a:buClr>
                <a:schemeClr val="tx1"/>
              </a:buClr>
              <a:buFont typeface="Arial" panose="020B0604020202020204" pitchFamily="34" charset="0"/>
              <a:buNone/>
              <a:defRPr sz="1200" kern="1200">
                <a:solidFill>
                  <a:schemeClr val="tx1"/>
                </a:solidFill>
                <a:latin typeface="+mn-lt"/>
                <a:ea typeface="+mn-ea"/>
                <a:cs typeface="+mn-cs"/>
                <a:sym typeface="Futura"/>
              </a:defRPr>
            </a:lvl1pPr>
            <a:lvl2pPr marL="180975" indent="-180975" algn="l" defTabSz="914400" rtl="0" eaLnBrk="1" latinLnBrk="0" hangingPunct="1">
              <a:spcBef>
                <a:spcPts val="600"/>
              </a:spcBef>
              <a:buClr>
                <a:schemeClr val="tx1"/>
              </a:buClr>
              <a:buFont typeface="Arial" panose="020B0604020202020204" pitchFamily="34" charset="0"/>
              <a:buChar char="•"/>
              <a:defRPr sz="1200" kern="1200">
                <a:solidFill>
                  <a:schemeClr val="tx1"/>
                </a:solidFill>
                <a:latin typeface="+mn-lt"/>
                <a:ea typeface="+mn-ea"/>
                <a:cs typeface="+mn-cs"/>
                <a:sym typeface="Futura"/>
              </a:defRPr>
            </a:lvl2pPr>
            <a:lvl3pPr marL="360000" indent="-180975" algn="l" defTabSz="914400" rtl="0" eaLnBrk="1" latinLnBrk="0" hangingPunct="1">
              <a:spcBef>
                <a:spcPts val="600"/>
              </a:spcBef>
              <a:buClr>
                <a:schemeClr val="tx1"/>
              </a:buClr>
              <a:buFont typeface="Arial" panose="020B0604020202020204" pitchFamily="34" charset="0"/>
              <a:buChar char="•"/>
              <a:defRPr sz="1200" kern="1200">
                <a:solidFill>
                  <a:schemeClr val="tx1"/>
                </a:solidFill>
                <a:latin typeface="+mn-lt"/>
                <a:ea typeface="+mn-ea"/>
                <a:cs typeface="+mn-cs"/>
                <a:sym typeface="Futura"/>
              </a:defRPr>
            </a:lvl3pPr>
            <a:lvl4pPr marL="541338" indent="-179388" algn="l" defTabSz="914400" rtl="0" eaLnBrk="1" latinLnBrk="0" hangingPunct="1">
              <a:spcBef>
                <a:spcPts val="600"/>
              </a:spcBef>
              <a:buClr>
                <a:schemeClr val="tx1"/>
              </a:buClr>
              <a:buFont typeface="Arial" panose="020B0604020202020204" pitchFamily="34" charset="0"/>
              <a:buChar char="•"/>
              <a:tabLst/>
              <a:defRPr sz="1200" kern="1200">
                <a:solidFill>
                  <a:schemeClr val="tx1"/>
                </a:solidFill>
                <a:latin typeface="+mn-lt"/>
                <a:ea typeface="+mn-ea"/>
                <a:cs typeface="+mn-cs"/>
                <a:sym typeface="Futura"/>
              </a:defRPr>
            </a:lvl4pPr>
            <a:lvl5pPr marL="720000" indent="-180975" algn="l" defTabSz="914400" rtl="0" eaLnBrk="1" latinLnBrk="0" hangingPunct="1">
              <a:spcBef>
                <a:spcPts val="600"/>
              </a:spcBef>
              <a:buClr>
                <a:schemeClr val="tx1"/>
              </a:buClr>
              <a:buFont typeface="Arial" panose="020B0604020202020204" pitchFamily="34" charset="0"/>
              <a:buChar char="•"/>
              <a:defRPr sz="1200" kern="1200">
                <a:solidFill>
                  <a:schemeClr val="tx1"/>
                </a:solidFill>
                <a:latin typeface="+mn-lt"/>
                <a:ea typeface="+mn-ea"/>
                <a:cs typeface="+mn-cs"/>
                <a:sym typeface="Futura"/>
              </a:defRPr>
            </a:lvl5pPr>
            <a:lvl6pPr marL="2514600" indent="-228600" algn="l" defTabSz="914400" rtl="0" eaLnBrk="1" latinLnBrk="0" hangingPunct="1">
              <a:spcBef>
                <a:spcPct val="20000"/>
              </a:spcBef>
              <a:buFont typeface="Arial" panose="020B0604020202020204" pitchFamily="34" charset="0"/>
              <a:buChar char="•"/>
              <a:defRPr sz="20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6pPr>
            <a:lvl7pPr marL="2971800" indent="-228600" algn="l" defTabSz="914400" rtl="0" eaLnBrk="1" latinLnBrk="0" hangingPunct="1">
              <a:spcBef>
                <a:spcPct val="20000"/>
              </a:spcBef>
              <a:buFont typeface="Arial" panose="020B0604020202020204" pitchFamily="34" charset="0"/>
              <a:buChar char="•"/>
              <a:defRPr sz="20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7pPr>
            <a:lvl8pPr marL="3429000" indent="-228600" algn="l" defTabSz="914400" rtl="0" eaLnBrk="1" latinLnBrk="0" hangingPunct="1">
              <a:spcBef>
                <a:spcPct val="20000"/>
              </a:spcBef>
              <a:buFont typeface="Arial" panose="020B0604020202020204" pitchFamily="34" charset="0"/>
              <a:buChar char="•"/>
              <a:defRPr sz="20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8pPr>
            <a:lvl9pPr marL="3886200" indent="-228600" algn="l" defTabSz="914400" rtl="0" eaLnBrk="1" latinLnBrk="0" hangingPunct="1">
              <a:spcBef>
                <a:spcPct val="20000"/>
              </a:spcBef>
              <a:buFont typeface="Arial" panose="020B0604020202020204" pitchFamily="34" charset="0"/>
              <a:buChar char="•"/>
              <a:defRPr sz="20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9pPr>
          </a:lstStyle>
          <a:p>
            <a:pPr algn="ctr">
              <a:spcBef>
                <a:spcPts val="0"/>
              </a:spcBef>
              <a:buClr>
                <a:srgbClr val="000000"/>
              </a:buClr>
            </a:pPr>
            <a:r>
              <a:rPr lang="en-US" sz="2000" dirty="0"/>
              <a:t>Providing Clarity to Taxpayers</a:t>
            </a:r>
          </a:p>
        </p:txBody>
      </p:sp>
      <p:sp>
        <p:nvSpPr>
          <p:cNvPr id="16" name="Inhaltsplatzhalter 2">
            <a:extLst>
              <a:ext uri="{FF2B5EF4-FFF2-40B4-BE49-F238E27FC236}">
                <a16:creationId xmlns:a16="http://schemas.microsoft.com/office/drawing/2014/main" id="{8C49F835-8A92-1EAA-FC73-F1A084B25CA1}"/>
              </a:ext>
            </a:extLst>
          </p:cNvPr>
          <p:cNvSpPr txBox="1">
            <a:spLocks/>
          </p:cNvSpPr>
          <p:nvPr/>
        </p:nvSpPr>
        <p:spPr>
          <a:xfrm>
            <a:off x="6294594" y="4496123"/>
            <a:ext cx="2595330" cy="938719"/>
          </a:xfrm>
          <a:prstGeom prst="rect">
            <a:avLst/>
          </a:prstGeom>
        </p:spPr>
        <p:txBody>
          <a:bodyPr wrap="square" lIns="0" tIns="0" rIns="0" bIns="0">
            <a:spAutoFit/>
          </a:bodyPr>
          <a:lstStyle>
            <a:lvl1pPr marL="228600" indent="-228600" algn="l" defTabSz="914400" rtl="0" eaLnBrk="1" latinLnBrk="0" hangingPunct="1">
              <a:lnSpc>
                <a:spcPct val="100000"/>
              </a:lnSpc>
              <a:spcBef>
                <a:spcPts val="1000"/>
              </a:spcBef>
              <a:buFont typeface="Arial" panose="020B0604020202020204" pitchFamily="34" charset="0"/>
              <a:buChar char="•"/>
              <a:defRPr sz="24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1pPr>
            <a:lvl2pPr marL="466725" indent="-222250" algn="l" defTabSz="914400" rtl="0" eaLnBrk="1" latinLnBrk="0" hangingPunct="1">
              <a:lnSpc>
                <a:spcPct val="10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22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2pPr>
            <a:lvl3pPr marL="720725" indent="-217488" algn="l" defTabSz="914400" rtl="0" eaLnBrk="1" latinLnBrk="0" hangingPunct="1">
              <a:lnSpc>
                <a:spcPct val="10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2000" kern="1200">
                <a:solidFill>
                  <a:schemeClr val="accent1"/>
                </a:solidFill>
                <a:latin typeface="+mn-lt"/>
                <a:ea typeface="+mn-ea"/>
                <a:cs typeface="+mn-cs"/>
              </a:defRPr>
            </a:lvl3pPr>
            <a:lvl4pPr marL="900113" indent="-193675" algn="l" defTabSz="914400" rtl="0" eaLnBrk="1" latinLnBrk="0" hangingPunct="1">
              <a:lnSpc>
                <a:spcPct val="10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accent3"/>
                </a:solidFill>
                <a:latin typeface="+mn-lt"/>
                <a:ea typeface="+mn-ea"/>
                <a:cs typeface="+mn-cs"/>
              </a:defRPr>
            </a:lvl4pPr>
            <a:lvl5pPr marL="1136650" indent="-185738" algn="l" defTabSz="914400" rtl="0" eaLnBrk="1" latinLnBrk="0" hangingPunct="1">
              <a:lnSpc>
                <a:spcPct val="10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6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5pPr>
            <a:lvl6pPr marL="25146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6pPr>
            <a:lvl7pPr marL="29718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7pPr>
            <a:lvl8pPr marL="34290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8pPr>
            <a:lvl9pPr marL="38862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9pPr>
          </a:lstStyle>
          <a:p>
            <a:pPr algn="ctr">
              <a:spcBef>
                <a:spcPts val="600"/>
              </a:spcBef>
            </a:pPr>
            <a:r>
              <a:rPr lang="en-US" sz="1400" dirty="0"/>
              <a:t>Explore risk or trust scoring within USAspending.gov</a:t>
            </a:r>
          </a:p>
          <a:p>
            <a:pPr algn="ctr">
              <a:spcBef>
                <a:spcPts val="600"/>
              </a:spcBef>
            </a:pPr>
            <a:r>
              <a:rPr lang="en-US" sz="1400" dirty="0"/>
              <a:t>Display audit history to awarding officials</a:t>
            </a:r>
          </a:p>
        </p:txBody>
      </p:sp>
      <p:sp>
        <p:nvSpPr>
          <p:cNvPr id="6" name="Ellipse 8">
            <a:extLst>
              <a:ext uri="{FF2B5EF4-FFF2-40B4-BE49-F238E27FC236}">
                <a16:creationId xmlns:a16="http://schemas.microsoft.com/office/drawing/2014/main" id="{7628028F-1160-B441-5844-235F96F65D1D}"/>
              </a:ext>
            </a:extLst>
          </p:cNvPr>
          <p:cNvSpPr>
            <a:spLocks/>
          </p:cNvSpPr>
          <p:nvPr/>
        </p:nvSpPr>
        <p:spPr bwMode="gray">
          <a:xfrm>
            <a:off x="4435366" y="2797943"/>
            <a:ext cx="438294" cy="438294"/>
          </a:xfrm>
          <a:prstGeom prst="ellipse">
            <a:avLst/>
          </a:prstGeom>
          <a:solidFill>
            <a:schemeClr val="accent1"/>
          </a:solidFill>
          <a:ln w="19050" cap="rnd" cmpd="sng" algn="ctr">
            <a:noFill/>
            <a:prstDash val="solid"/>
            <a:round/>
            <a:headEnd type="none" w="med" len="med"/>
            <a:tailEnd type="none" w="med" len="med"/>
          </a:ln>
          <a:effectLst/>
        </p:spPr>
        <p:txBody>
          <a:bodyPr lIns="0" tIns="0" rIns="0" bIns="0" rtlCol="0" anchor="ctr"/>
          <a:lstStyle/>
          <a:p>
            <a:pPr marL="0" marR="0" lvl="0" indent="0" algn="ctr" defTabSz="91440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r>
              <a:rPr kumimoji="0" lang="en-US" sz="1800" b="1" i="0" u="none" strike="noStrike" kern="0" cap="none" spc="0" normalizeH="0" baseline="0" noProof="0">
                <a:ln>
                  <a:noFill/>
                </a:ln>
                <a:solidFill>
                  <a:schemeClr val="bg1"/>
                </a:solidFill>
                <a:effectLst/>
                <a:uLnTx/>
                <a:uFillTx/>
              </a:rPr>
              <a:t>02</a:t>
            </a:r>
          </a:p>
        </p:txBody>
      </p:sp>
      <p:sp>
        <p:nvSpPr>
          <p:cNvPr id="13" name="Textplatzhalter 9">
            <a:extLst>
              <a:ext uri="{FF2B5EF4-FFF2-40B4-BE49-F238E27FC236}">
                <a16:creationId xmlns:a16="http://schemas.microsoft.com/office/drawing/2014/main" id="{AB008B51-27C3-9DCC-F5F7-27781D17F2E5}"/>
              </a:ext>
            </a:extLst>
          </p:cNvPr>
          <p:cNvSpPr txBox="1">
            <a:spLocks/>
          </p:cNvSpPr>
          <p:nvPr/>
        </p:nvSpPr>
        <p:spPr bwMode="gray">
          <a:xfrm>
            <a:off x="3338591" y="3459872"/>
            <a:ext cx="2631844" cy="615553"/>
          </a:xfrm>
          <a:prstGeom prst="rect">
            <a:avLst/>
          </a:prstGeom>
          <a:noFill/>
          <a:ln w="6350">
            <a:noFill/>
          </a:ln>
        </p:spPr>
        <p:txBody>
          <a:bodyPr vert="horz" wrap="square" lIns="0" tIns="0" rIns="0" bIns="0" rtlCol="0">
            <a:spAutoFit/>
          </a:bodyPr>
          <a:lstStyle>
            <a:lvl1pPr marL="0" indent="0" algn="l" defTabSz="914400" rtl="0" eaLnBrk="1" latinLnBrk="0" hangingPunct="1">
              <a:spcBef>
                <a:spcPts val="600"/>
              </a:spcBef>
              <a:buClr>
                <a:schemeClr val="tx1"/>
              </a:buClr>
              <a:buFont typeface="Arial" panose="020B0604020202020204" pitchFamily="34" charset="0"/>
              <a:buNone/>
              <a:defRPr sz="1200" kern="1200">
                <a:solidFill>
                  <a:schemeClr val="tx1"/>
                </a:solidFill>
                <a:latin typeface="+mn-lt"/>
                <a:ea typeface="+mn-ea"/>
                <a:cs typeface="+mn-cs"/>
                <a:sym typeface="Futura"/>
              </a:defRPr>
            </a:lvl1pPr>
            <a:lvl2pPr marL="180975" indent="-180975" algn="l" defTabSz="914400" rtl="0" eaLnBrk="1" latinLnBrk="0" hangingPunct="1">
              <a:spcBef>
                <a:spcPts val="600"/>
              </a:spcBef>
              <a:buClr>
                <a:schemeClr val="tx1"/>
              </a:buClr>
              <a:buFont typeface="Arial" panose="020B0604020202020204" pitchFamily="34" charset="0"/>
              <a:buChar char="•"/>
              <a:defRPr sz="1200" kern="1200">
                <a:solidFill>
                  <a:schemeClr val="tx1"/>
                </a:solidFill>
                <a:latin typeface="+mn-lt"/>
                <a:ea typeface="+mn-ea"/>
                <a:cs typeface="+mn-cs"/>
                <a:sym typeface="Futura"/>
              </a:defRPr>
            </a:lvl2pPr>
            <a:lvl3pPr marL="360000" indent="-180975" algn="l" defTabSz="914400" rtl="0" eaLnBrk="1" latinLnBrk="0" hangingPunct="1">
              <a:spcBef>
                <a:spcPts val="600"/>
              </a:spcBef>
              <a:buClr>
                <a:schemeClr val="tx1"/>
              </a:buClr>
              <a:buFont typeface="Arial" panose="020B0604020202020204" pitchFamily="34" charset="0"/>
              <a:buChar char="•"/>
              <a:defRPr sz="1200" kern="1200">
                <a:solidFill>
                  <a:schemeClr val="tx1"/>
                </a:solidFill>
                <a:latin typeface="+mn-lt"/>
                <a:ea typeface="+mn-ea"/>
                <a:cs typeface="+mn-cs"/>
                <a:sym typeface="Futura"/>
              </a:defRPr>
            </a:lvl3pPr>
            <a:lvl4pPr marL="541338" indent="-179388" algn="l" defTabSz="914400" rtl="0" eaLnBrk="1" latinLnBrk="0" hangingPunct="1">
              <a:spcBef>
                <a:spcPts val="600"/>
              </a:spcBef>
              <a:buClr>
                <a:schemeClr val="tx1"/>
              </a:buClr>
              <a:buFont typeface="Arial" panose="020B0604020202020204" pitchFamily="34" charset="0"/>
              <a:buChar char="•"/>
              <a:tabLst/>
              <a:defRPr sz="1200" kern="1200">
                <a:solidFill>
                  <a:schemeClr val="tx1"/>
                </a:solidFill>
                <a:latin typeface="+mn-lt"/>
                <a:ea typeface="+mn-ea"/>
                <a:cs typeface="+mn-cs"/>
                <a:sym typeface="Futura"/>
              </a:defRPr>
            </a:lvl4pPr>
            <a:lvl5pPr marL="720000" indent="-180975" algn="l" defTabSz="914400" rtl="0" eaLnBrk="1" latinLnBrk="0" hangingPunct="1">
              <a:spcBef>
                <a:spcPts val="600"/>
              </a:spcBef>
              <a:buClr>
                <a:schemeClr val="tx1"/>
              </a:buClr>
              <a:buFont typeface="Arial" panose="020B0604020202020204" pitchFamily="34" charset="0"/>
              <a:buChar char="•"/>
              <a:defRPr sz="1200" kern="1200">
                <a:solidFill>
                  <a:schemeClr val="tx1"/>
                </a:solidFill>
                <a:latin typeface="+mn-lt"/>
                <a:ea typeface="+mn-ea"/>
                <a:cs typeface="+mn-cs"/>
                <a:sym typeface="Futura"/>
              </a:defRPr>
            </a:lvl5pPr>
            <a:lvl6pPr marL="2514600" indent="-228600" algn="l" defTabSz="914400" rtl="0" eaLnBrk="1" latinLnBrk="0" hangingPunct="1">
              <a:spcBef>
                <a:spcPct val="20000"/>
              </a:spcBef>
              <a:buFont typeface="Arial" panose="020B0604020202020204" pitchFamily="34" charset="0"/>
              <a:buChar char="•"/>
              <a:defRPr sz="20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6pPr>
            <a:lvl7pPr marL="2971800" indent="-228600" algn="l" defTabSz="914400" rtl="0" eaLnBrk="1" latinLnBrk="0" hangingPunct="1">
              <a:spcBef>
                <a:spcPct val="20000"/>
              </a:spcBef>
              <a:buFont typeface="Arial" panose="020B0604020202020204" pitchFamily="34" charset="0"/>
              <a:buChar char="•"/>
              <a:defRPr sz="20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7pPr>
            <a:lvl8pPr marL="3429000" indent="-228600" algn="l" defTabSz="914400" rtl="0" eaLnBrk="1" latinLnBrk="0" hangingPunct="1">
              <a:spcBef>
                <a:spcPct val="20000"/>
              </a:spcBef>
              <a:buFont typeface="Arial" panose="020B0604020202020204" pitchFamily="34" charset="0"/>
              <a:buChar char="•"/>
              <a:defRPr sz="20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8pPr>
            <a:lvl9pPr marL="3886200" indent="-228600" algn="l" defTabSz="914400" rtl="0" eaLnBrk="1" latinLnBrk="0" hangingPunct="1">
              <a:spcBef>
                <a:spcPct val="20000"/>
              </a:spcBef>
              <a:buFont typeface="Arial" panose="020B0604020202020204" pitchFamily="34" charset="0"/>
              <a:buChar char="•"/>
              <a:defRPr sz="20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9pPr>
          </a:lstStyle>
          <a:p>
            <a:pPr algn="ctr">
              <a:spcBef>
                <a:spcPts val="0"/>
              </a:spcBef>
              <a:buClr>
                <a:srgbClr val="000000"/>
              </a:buClr>
            </a:pPr>
            <a:r>
              <a:rPr lang="en-US" sz="2000" dirty="0"/>
              <a:t>Enabling Cross-System Verification</a:t>
            </a:r>
          </a:p>
        </p:txBody>
      </p:sp>
      <p:sp>
        <p:nvSpPr>
          <p:cNvPr id="14" name="Inhaltsplatzhalter 2">
            <a:extLst>
              <a:ext uri="{FF2B5EF4-FFF2-40B4-BE49-F238E27FC236}">
                <a16:creationId xmlns:a16="http://schemas.microsoft.com/office/drawing/2014/main" id="{ECACA979-90D3-1798-7DBE-33CE1A1B9A8A}"/>
              </a:ext>
            </a:extLst>
          </p:cNvPr>
          <p:cNvSpPr txBox="1">
            <a:spLocks/>
          </p:cNvSpPr>
          <p:nvPr/>
        </p:nvSpPr>
        <p:spPr>
          <a:xfrm>
            <a:off x="3302077" y="4496123"/>
            <a:ext cx="2631844" cy="938719"/>
          </a:xfrm>
          <a:prstGeom prst="rect">
            <a:avLst/>
          </a:prstGeom>
        </p:spPr>
        <p:txBody>
          <a:bodyPr wrap="square" lIns="0" tIns="0" rIns="0" bIns="0">
            <a:spAutoFit/>
          </a:bodyPr>
          <a:lstStyle>
            <a:lvl1pPr marL="228600" indent="-228600" algn="l" defTabSz="914400" rtl="0" eaLnBrk="1" latinLnBrk="0" hangingPunct="1">
              <a:lnSpc>
                <a:spcPct val="100000"/>
              </a:lnSpc>
              <a:spcBef>
                <a:spcPts val="1000"/>
              </a:spcBef>
              <a:buFont typeface="Arial" panose="020B0604020202020204" pitchFamily="34" charset="0"/>
              <a:buChar char="•"/>
              <a:defRPr sz="24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1pPr>
            <a:lvl2pPr marL="466725" indent="-222250" algn="l" defTabSz="914400" rtl="0" eaLnBrk="1" latinLnBrk="0" hangingPunct="1">
              <a:lnSpc>
                <a:spcPct val="10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22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2pPr>
            <a:lvl3pPr marL="720725" indent="-217488" algn="l" defTabSz="914400" rtl="0" eaLnBrk="1" latinLnBrk="0" hangingPunct="1">
              <a:lnSpc>
                <a:spcPct val="10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2000" kern="1200">
                <a:solidFill>
                  <a:schemeClr val="accent1"/>
                </a:solidFill>
                <a:latin typeface="+mn-lt"/>
                <a:ea typeface="+mn-ea"/>
                <a:cs typeface="+mn-cs"/>
              </a:defRPr>
            </a:lvl3pPr>
            <a:lvl4pPr marL="900113" indent="-193675" algn="l" defTabSz="914400" rtl="0" eaLnBrk="1" latinLnBrk="0" hangingPunct="1">
              <a:lnSpc>
                <a:spcPct val="10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accent3"/>
                </a:solidFill>
                <a:latin typeface="+mn-lt"/>
                <a:ea typeface="+mn-ea"/>
                <a:cs typeface="+mn-cs"/>
              </a:defRPr>
            </a:lvl4pPr>
            <a:lvl5pPr marL="1136650" indent="-185738" algn="l" defTabSz="914400" rtl="0" eaLnBrk="1" latinLnBrk="0" hangingPunct="1">
              <a:lnSpc>
                <a:spcPct val="10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6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5pPr>
            <a:lvl6pPr marL="25146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6pPr>
            <a:lvl7pPr marL="29718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7pPr>
            <a:lvl8pPr marL="34290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8pPr>
            <a:lvl9pPr marL="38862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9pPr>
          </a:lstStyle>
          <a:p>
            <a:pPr>
              <a:spcBef>
                <a:spcPts val="600"/>
              </a:spcBef>
            </a:pPr>
            <a:r>
              <a:rPr lang="en-US" sz="1400" dirty="0"/>
              <a:t>Automate pre-payment exclusion screening</a:t>
            </a:r>
          </a:p>
          <a:p>
            <a:pPr>
              <a:spcBef>
                <a:spcPts val="600"/>
              </a:spcBef>
            </a:pPr>
            <a:r>
              <a:rPr lang="en-US" sz="1400" dirty="0"/>
              <a:t>Eliminate reliance on error-prone manual checks</a:t>
            </a:r>
          </a:p>
        </p:txBody>
      </p:sp>
      <p:sp>
        <p:nvSpPr>
          <p:cNvPr id="31" name="Text Placeholder 15">
            <a:extLst>
              <a:ext uri="{FF2B5EF4-FFF2-40B4-BE49-F238E27FC236}">
                <a16:creationId xmlns:a16="http://schemas.microsoft.com/office/drawing/2014/main" id="{6DA11A71-61CF-7246-D43D-2AA258A2ADC8}"/>
              </a:ext>
            </a:extLst>
          </p:cNvPr>
          <p:cNvSpPr/>
          <p:nvPr/>
        </p:nvSpPr>
        <p:spPr>
          <a:xfrm>
            <a:off x="407988" y="6275487"/>
            <a:ext cx="5200142" cy="138499"/>
          </a:xfrm>
          <a:prstGeom prst="rect">
            <a:avLst/>
          </a:prstGeom>
          <a:noFill/>
          <a:ln w="9525" cap="flat" cmpd="sng" algn="ctr">
            <a:noFill/>
            <a:prstDash val="solid"/>
            <a:miter lim="800000"/>
          </a:ln>
          <a:effectLst/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wrap="none" lIns="0" tIns="0" rIns="0" bIns="0" rtlCol="0" anchor="b">
            <a:spAutoFit/>
          </a:bodyPr>
          <a:lstStyle/>
          <a:p>
            <a:pPr>
              <a:spcBef>
                <a:spcPct val="10000"/>
              </a:spcBef>
              <a:spcAft>
                <a:spcPts val="110"/>
              </a:spcAft>
            </a:pPr>
            <a:r>
              <a:rPr lang="en-GB" sz="900" noProof="0" dirty="0">
                <a:solidFill>
                  <a:schemeClr val="tx2"/>
                </a:solidFill>
                <a:latin typeface="Arial" panose="020B0604020202020204" pitchFamily="34" charset="0"/>
              </a:rPr>
              <a:t>Keywords: infographics, processes, plan, plans, icon, icons, stage, stages, phase, phases, step, steps</a:t>
            </a:r>
          </a:p>
        </p:txBody>
      </p:sp>
      <p:pic>
        <p:nvPicPr>
          <p:cNvPr id="10" name="Picture 9">
            <a:extLst>
              <a:ext uri="{FF2B5EF4-FFF2-40B4-BE49-F238E27FC236}">
                <a16:creationId xmlns:a16="http://schemas.microsoft.com/office/drawing/2014/main" id="{4FB772B7-E8DF-DDA4-D33C-430B0B8F22C8}"/>
              </a:ext>
            </a:extLst>
          </p:cNvPr>
          <p:cNvPicPr>
            <a:picLocks noChangeAspect="1"/>
          </p:cNvPicPr>
          <p:nvPr/>
        </p:nvPicPr>
        <p:blipFill>
          <a:blip r:embed="rId6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1269282" y="1778574"/>
            <a:ext cx="931482" cy="931482"/>
          </a:xfrm>
          <a:prstGeom prst="rect">
            <a:avLst/>
          </a:prstGeom>
        </p:spPr>
      </p:pic>
      <p:pic>
        <p:nvPicPr>
          <p:cNvPr id="24" name="Picture 23">
            <a:extLst>
              <a:ext uri="{FF2B5EF4-FFF2-40B4-BE49-F238E27FC236}">
                <a16:creationId xmlns:a16="http://schemas.microsoft.com/office/drawing/2014/main" id="{D57533EF-0B70-EC78-B887-1F0AA12F0EDF}"/>
              </a:ext>
            </a:extLst>
          </p:cNvPr>
          <p:cNvPicPr>
            <a:picLocks noChangeAspect="1"/>
          </p:cNvPicPr>
          <p:nvPr/>
        </p:nvPicPr>
        <p:blipFill>
          <a:blip r:embed="rId7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4152258" y="1746523"/>
            <a:ext cx="931482" cy="931482"/>
          </a:xfrm>
          <a:prstGeom prst="rect">
            <a:avLst/>
          </a:prstGeom>
        </p:spPr>
      </p:pic>
      <p:pic>
        <p:nvPicPr>
          <p:cNvPr id="26" name="Picture 25">
            <a:extLst>
              <a:ext uri="{FF2B5EF4-FFF2-40B4-BE49-F238E27FC236}">
                <a16:creationId xmlns:a16="http://schemas.microsoft.com/office/drawing/2014/main" id="{A200A12E-8C4F-2757-06CD-4CC787D3E0EC}"/>
              </a:ext>
            </a:extLst>
          </p:cNvPr>
          <p:cNvPicPr>
            <a:picLocks noChangeAspect="1"/>
          </p:cNvPicPr>
          <p:nvPr/>
        </p:nvPicPr>
        <p:blipFill>
          <a:blip r:embed="rId8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9960439" y="1679211"/>
            <a:ext cx="1066106" cy="1066106"/>
          </a:xfrm>
          <a:prstGeom prst="rect">
            <a:avLst/>
          </a:prstGeom>
        </p:spPr>
      </p:pic>
      <p:pic>
        <p:nvPicPr>
          <p:cNvPr id="28" name="Picture 27">
            <a:extLst>
              <a:ext uri="{FF2B5EF4-FFF2-40B4-BE49-F238E27FC236}">
                <a16:creationId xmlns:a16="http://schemas.microsoft.com/office/drawing/2014/main" id="{CC7303EC-FB9E-FDE7-BDC0-53137FAAC474}"/>
              </a:ext>
            </a:extLst>
          </p:cNvPr>
          <p:cNvPicPr>
            <a:picLocks noChangeAspect="1"/>
          </p:cNvPicPr>
          <p:nvPr/>
        </p:nvPicPr>
        <p:blipFill>
          <a:blip r:embed="rId9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7077463" y="1738872"/>
            <a:ext cx="999731" cy="999731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143541523"/>
      </p:ext>
    </p:extLst>
  </p:cSld>
  <p:clrMapOvr>
    <a:masterClrMapping/>
  </p:clrMapOvr>
</p:sld>
</file>

<file path=ppt/slides/slide10.xml><?xml version="1.0" encoding="utf-8"?>
<p:sld xmlns:a="http://schemas.openxmlformats.org/drawingml/2006/main" xmlns:r="http://schemas.openxmlformats.org/officeDocument/2006/relationships" xmlns:p="http://schemas.openxmlformats.org/presentationml/2006/main" showMasterPhAnim="0">
  <p:cSld>
    <p:spTree>
      <p:nvGrpSpPr>
        <p:cNvPr id="1" name="">
          <a:extLst>
            <a:ext uri="{FF2B5EF4-FFF2-40B4-BE49-F238E27FC236}">
              <a16:creationId xmlns:a16="http://schemas.microsoft.com/office/drawing/2014/main" id="{190C4061-A517-89B8-146A-E1808FA5D8A3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graphicFrame>
        <p:nvGraphicFramePr>
          <p:cNvPr id="2" name="think-cell data - do not delete" hidden="1">
            <a:extLst>
              <a:ext uri="{FF2B5EF4-FFF2-40B4-BE49-F238E27FC236}">
                <a16:creationId xmlns:a16="http://schemas.microsoft.com/office/drawing/2014/main" id="{6979966F-945A-F56F-0EEF-C950507CF259}"/>
              </a:ext>
            </a:extLst>
          </p:cNvPr>
          <p:cNvGraphicFramePr>
            <a:graphicFrameLocks/>
          </p:cNvGraphicFramePr>
          <p:nvPr>
            <p:custDataLst>
              <p:tags r:id="rId1"/>
            </p:custDataLst>
          </p:nvPr>
        </p:nvGraphicFramePr>
        <p:xfrm>
          <a:off x="1588" y="1588"/>
          <a:ext cx="1588" cy="1588"/>
        </p:xfrm>
        <a:graphic>
          <a:graphicData uri="http://schemas.openxmlformats.org/presentationml/2006/ole">
            <mc:AlternateContent xmlns:mc="http://schemas.openxmlformats.org/markup-compatibility/2006">
              <mc:Choice xmlns:v="urn:schemas-microsoft-com:vml" Requires="v">
                <p:oleObj name="think-cell Slide" r:id="rId4" imgW="411" imgH="409" progId="TCLayout.ActiveDocument.1">
                  <p:embed/>
                </p:oleObj>
              </mc:Choice>
              <mc:Fallback>
                <p:oleObj name="think-cell Slide" r:id="rId4" imgW="411" imgH="409" progId="TCLayout.ActiveDocument.1">
                  <p:embed/>
                  <p:pic>
                    <p:nvPicPr>
                      <p:cNvPr id="2" name="think-cell data - do not delete" hidden="1">
                        <a:extLst>
                          <a:ext uri="{FF2B5EF4-FFF2-40B4-BE49-F238E27FC236}">
                            <a16:creationId xmlns:a16="http://schemas.microsoft.com/office/drawing/2014/main" id="{9E8863EA-D1A8-2274-AFF0-8BE0F6E6F93B}"/>
                          </a:ext>
                        </a:extLst>
                      </p:cNvPr>
                      <p:cNvPicPr/>
                      <p:nvPr/>
                    </p:nvPicPr>
                    <p:blipFill>
                      <a:blip r:embed="rId5"/>
                      <a:stretch>
                        <a:fillRect/>
                      </a:stretch>
                    </p:blipFill>
                    <p:spPr>
                      <a:xfrm>
                        <a:off x="1588" y="1588"/>
                        <a:ext cx="1588" cy="1588"/>
                      </a:xfrm>
                      <a:prstGeom prst="rect">
                        <a:avLst/>
                      </a:prstGeom>
                    </p:spPr>
                  </p:pic>
                </p:oleObj>
              </mc:Fallback>
            </mc:AlternateContent>
          </a:graphicData>
        </a:graphic>
      </p:graphicFrame>
      <p:sp>
        <p:nvSpPr>
          <p:cNvPr id="5" name="Title 4">
            <a:extLst>
              <a:ext uri="{FF2B5EF4-FFF2-40B4-BE49-F238E27FC236}">
                <a16:creationId xmlns:a16="http://schemas.microsoft.com/office/drawing/2014/main" id="{61597EF7-8518-CEE1-5091-9B5FFBD8DF17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 vert="horz" rIns="91440"/>
          <a:lstStyle/>
          <a:p>
            <a:r>
              <a:rPr lang="en-US" dirty="0"/>
              <a:t>Closing the </a:t>
            </a:r>
          </a:p>
        </p:txBody>
      </p:sp>
      <p:cxnSp>
        <p:nvCxnSpPr>
          <p:cNvPr id="3" name="Gerader Verbinder 6">
            <a:extLst>
              <a:ext uri="{FF2B5EF4-FFF2-40B4-BE49-F238E27FC236}">
                <a16:creationId xmlns:a16="http://schemas.microsoft.com/office/drawing/2014/main" id="{1EF54FFD-15EB-0F26-7F4E-31456A38AC8A}"/>
              </a:ext>
            </a:extLst>
          </p:cNvPr>
          <p:cNvCxnSpPr>
            <a:cxnSpLocks/>
          </p:cNvCxnSpPr>
          <p:nvPr/>
        </p:nvCxnSpPr>
        <p:spPr bwMode="gray">
          <a:xfrm>
            <a:off x="0" y="3017090"/>
            <a:ext cx="12192000" cy="0"/>
          </a:xfrm>
          <a:prstGeom prst="line">
            <a:avLst/>
          </a:prstGeom>
          <a:ln w="9525">
            <a:solidFill>
              <a:schemeClr val="tx2">
                <a:lumMod val="20000"/>
                <a:lumOff val="80000"/>
              </a:schemeClr>
            </a:solidFill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sp>
        <p:nvSpPr>
          <p:cNvPr id="4" name="Ellipse 7">
            <a:extLst>
              <a:ext uri="{FF2B5EF4-FFF2-40B4-BE49-F238E27FC236}">
                <a16:creationId xmlns:a16="http://schemas.microsoft.com/office/drawing/2014/main" id="{4BA7287D-224F-1E60-AAAB-C45895D9BD3D}"/>
              </a:ext>
            </a:extLst>
          </p:cNvPr>
          <p:cNvSpPr>
            <a:spLocks/>
          </p:cNvSpPr>
          <p:nvPr/>
        </p:nvSpPr>
        <p:spPr bwMode="gray">
          <a:xfrm>
            <a:off x="1515876" y="2797943"/>
            <a:ext cx="438294" cy="438294"/>
          </a:xfrm>
          <a:prstGeom prst="ellipse">
            <a:avLst/>
          </a:prstGeom>
          <a:solidFill>
            <a:schemeClr val="accent1"/>
          </a:solidFill>
          <a:ln w="19050" cap="rnd" cmpd="sng" algn="ctr">
            <a:noFill/>
            <a:prstDash val="solid"/>
            <a:round/>
            <a:headEnd type="none" w="med" len="med"/>
            <a:tailEnd type="none" w="med" len="med"/>
          </a:ln>
          <a:effectLst/>
        </p:spPr>
        <p:txBody>
          <a:bodyPr lIns="0" tIns="0" rIns="0" bIns="0" rtlCol="0" anchor="ctr"/>
          <a:lstStyle/>
          <a:p>
            <a:pPr marL="0" marR="0" lvl="0" indent="0" algn="ctr" defTabSz="91440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r>
              <a:rPr lang="en-US" b="1" kern="0">
                <a:solidFill>
                  <a:schemeClr val="bg1"/>
                </a:solidFill>
              </a:rPr>
              <a:t>01</a:t>
            </a:r>
            <a:endParaRPr kumimoji="0" lang="en-US" sz="1800" b="1" i="0" u="none" strike="noStrike" kern="0" cap="none" spc="0" normalizeH="0" baseline="0" noProof="0">
              <a:ln>
                <a:noFill/>
              </a:ln>
              <a:solidFill>
                <a:schemeClr val="bg1"/>
              </a:solidFill>
              <a:effectLst/>
              <a:uLnTx/>
              <a:uFillTx/>
            </a:endParaRPr>
          </a:p>
        </p:txBody>
      </p:sp>
      <p:sp>
        <p:nvSpPr>
          <p:cNvPr id="11" name="Textplatzhalter 9">
            <a:extLst>
              <a:ext uri="{FF2B5EF4-FFF2-40B4-BE49-F238E27FC236}">
                <a16:creationId xmlns:a16="http://schemas.microsoft.com/office/drawing/2014/main" id="{65D4DA40-556D-3180-5BF3-FF2403A492F8}"/>
              </a:ext>
            </a:extLst>
          </p:cNvPr>
          <p:cNvSpPr txBox="1">
            <a:spLocks/>
          </p:cNvSpPr>
          <p:nvPr/>
        </p:nvSpPr>
        <p:spPr bwMode="gray">
          <a:xfrm>
            <a:off x="419101" y="3459872"/>
            <a:ext cx="2631844" cy="615553"/>
          </a:xfrm>
          <a:prstGeom prst="rect">
            <a:avLst/>
          </a:prstGeom>
          <a:noFill/>
          <a:ln w="6350">
            <a:noFill/>
          </a:ln>
        </p:spPr>
        <p:txBody>
          <a:bodyPr vert="horz" wrap="square" lIns="0" tIns="0" rIns="0" bIns="0" rtlCol="0">
            <a:spAutoFit/>
          </a:bodyPr>
          <a:lstStyle>
            <a:lvl1pPr marL="0" indent="0" algn="l" defTabSz="914400" rtl="0" eaLnBrk="1" latinLnBrk="0" hangingPunct="1">
              <a:spcBef>
                <a:spcPts val="600"/>
              </a:spcBef>
              <a:buClr>
                <a:schemeClr val="tx1"/>
              </a:buClr>
              <a:buFont typeface="Arial" panose="020B0604020202020204" pitchFamily="34" charset="0"/>
              <a:buNone/>
              <a:defRPr sz="1200" kern="1200">
                <a:solidFill>
                  <a:schemeClr val="tx1"/>
                </a:solidFill>
                <a:latin typeface="+mn-lt"/>
                <a:ea typeface="+mn-ea"/>
                <a:cs typeface="+mn-cs"/>
                <a:sym typeface="Futura"/>
              </a:defRPr>
            </a:lvl1pPr>
            <a:lvl2pPr marL="180975" indent="-180975" algn="l" defTabSz="914400" rtl="0" eaLnBrk="1" latinLnBrk="0" hangingPunct="1">
              <a:spcBef>
                <a:spcPts val="600"/>
              </a:spcBef>
              <a:buClr>
                <a:schemeClr val="tx1"/>
              </a:buClr>
              <a:buFont typeface="Arial" panose="020B0604020202020204" pitchFamily="34" charset="0"/>
              <a:buChar char="•"/>
              <a:defRPr sz="1200" kern="1200">
                <a:solidFill>
                  <a:schemeClr val="tx1"/>
                </a:solidFill>
                <a:latin typeface="+mn-lt"/>
                <a:ea typeface="+mn-ea"/>
                <a:cs typeface="+mn-cs"/>
                <a:sym typeface="Futura"/>
              </a:defRPr>
            </a:lvl2pPr>
            <a:lvl3pPr marL="360000" indent="-180975" algn="l" defTabSz="914400" rtl="0" eaLnBrk="1" latinLnBrk="0" hangingPunct="1">
              <a:spcBef>
                <a:spcPts val="600"/>
              </a:spcBef>
              <a:buClr>
                <a:schemeClr val="tx1"/>
              </a:buClr>
              <a:buFont typeface="Arial" panose="020B0604020202020204" pitchFamily="34" charset="0"/>
              <a:buChar char="•"/>
              <a:defRPr sz="1200" kern="1200">
                <a:solidFill>
                  <a:schemeClr val="tx1"/>
                </a:solidFill>
                <a:latin typeface="+mn-lt"/>
                <a:ea typeface="+mn-ea"/>
                <a:cs typeface="+mn-cs"/>
                <a:sym typeface="Futura"/>
              </a:defRPr>
            </a:lvl3pPr>
            <a:lvl4pPr marL="541338" indent="-179388" algn="l" defTabSz="914400" rtl="0" eaLnBrk="1" latinLnBrk="0" hangingPunct="1">
              <a:spcBef>
                <a:spcPts val="600"/>
              </a:spcBef>
              <a:buClr>
                <a:schemeClr val="tx1"/>
              </a:buClr>
              <a:buFont typeface="Arial" panose="020B0604020202020204" pitchFamily="34" charset="0"/>
              <a:buChar char="•"/>
              <a:tabLst/>
              <a:defRPr sz="1200" kern="1200">
                <a:solidFill>
                  <a:schemeClr val="tx1"/>
                </a:solidFill>
                <a:latin typeface="+mn-lt"/>
                <a:ea typeface="+mn-ea"/>
                <a:cs typeface="+mn-cs"/>
                <a:sym typeface="Futura"/>
              </a:defRPr>
            </a:lvl4pPr>
            <a:lvl5pPr marL="720000" indent="-180975" algn="l" defTabSz="914400" rtl="0" eaLnBrk="1" latinLnBrk="0" hangingPunct="1">
              <a:spcBef>
                <a:spcPts val="600"/>
              </a:spcBef>
              <a:buClr>
                <a:schemeClr val="tx1"/>
              </a:buClr>
              <a:buFont typeface="Arial" panose="020B0604020202020204" pitchFamily="34" charset="0"/>
              <a:buChar char="•"/>
              <a:defRPr sz="1200" kern="1200">
                <a:solidFill>
                  <a:schemeClr val="tx1"/>
                </a:solidFill>
                <a:latin typeface="+mn-lt"/>
                <a:ea typeface="+mn-ea"/>
                <a:cs typeface="+mn-cs"/>
                <a:sym typeface="Futura"/>
              </a:defRPr>
            </a:lvl5pPr>
            <a:lvl6pPr marL="2514600" indent="-228600" algn="l" defTabSz="914400" rtl="0" eaLnBrk="1" latinLnBrk="0" hangingPunct="1">
              <a:spcBef>
                <a:spcPct val="20000"/>
              </a:spcBef>
              <a:buFont typeface="Arial" panose="020B0604020202020204" pitchFamily="34" charset="0"/>
              <a:buChar char="•"/>
              <a:defRPr sz="20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6pPr>
            <a:lvl7pPr marL="2971800" indent="-228600" algn="l" defTabSz="914400" rtl="0" eaLnBrk="1" latinLnBrk="0" hangingPunct="1">
              <a:spcBef>
                <a:spcPct val="20000"/>
              </a:spcBef>
              <a:buFont typeface="Arial" panose="020B0604020202020204" pitchFamily="34" charset="0"/>
              <a:buChar char="•"/>
              <a:defRPr sz="20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7pPr>
            <a:lvl8pPr marL="3429000" indent="-228600" algn="l" defTabSz="914400" rtl="0" eaLnBrk="1" latinLnBrk="0" hangingPunct="1">
              <a:spcBef>
                <a:spcPct val="20000"/>
              </a:spcBef>
              <a:buFont typeface="Arial" panose="020B0604020202020204" pitchFamily="34" charset="0"/>
              <a:buChar char="•"/>
              <a:defRPr sz="20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8pPr>
            <a:lvl9pPr marL="3886200" indent="-228600" algn="l" defTabSz="914400" rtl="0" eaLnBrk="1" latinLnBrk="0" hangingPunct="1">
              <a:spcBef>
                <a:spcPct val="20000"/>
              </a:spcBef>
              <a:buFont typeface="Arial" panose="020B0604020202020204" pitchFamily="34" charset="0"/>
              <a:buChar char="•"/>
              <a:defRPr sz="20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9pPr>
          </a:lstStyle>
          <a:p>
            <a:pPr algn="ctr">
              <a:spcBef>
                <a:spcPts val="0"/>
              </a:spcBef>
              <a:buClr>
                <a:srgbClr val="000000"/>
              </a:buClr>
            </a:pPr>
            <a:r>
              <a:rPr lang="en-US" sz="2000" dirty="0"/>
              <a:t>Pilot the Taxpayer Protection Score</a:t>
            </a:r>
          </a:p>
        </p:txBody>
      </p:sp>
      <p:sp>
        <p:nvSpPr>
          <p:cNvPr id="9" name="Ellipse 10">
            <a:extLst>
              <a:ext uri="{FF2B5EF4-FFF2-40B4-BE49-F238E27FC236}">
                <a16:creationId xmlns:a16="http://schemas.microsoft.com/office/drawing/2014/main" id="{6E692B17-8127-96D1-C880-DDBC4648AB86}"/>
              </a:ext>
            </a:extLst>
          </p:cNvPr>
          <p:cNvSpPr>
            <a:spLocks/>
          </p:cNvSpPr>
          <p:nvPr/>
        </p:nvSpPr>
        <p:spPr bwMode="gray">
          <a:xfrm>
            <a:off x="10274345" y="2797943"/>
            <a:ext cx="438294" cy="438294"/>
          </a:xfrm>
          <a:prstGeom prst="ellipse">
            <a:avLst/>
          </a:prstGeom>
          <a:solidFill>
            <a:schemeClr val="accent1"/>
          </a:solidFill>
          <a:ln w="19050" cap="rnd" cmpd="sng" algn="ctr">
            <a:noFill/>
            <a:prstDash val="solid"/>
            <a:round/>
            <a:headEnd type="none" w="med" len="med"/>
            <a:tailEnd type="none" w="med" len="med"/>
          </a:ln>
          <a:effectLst/>
        </p:spPr>
        <p:txBody>
          <a:bodyPr lIns="0" tIns="0" rIns="0" bIns="0" rtlCol="0" anchor="ctr"/>
          <a:lstStyle/>
          <a:p>
            <a:pPr marL="0" marR="0" lvl="0" indent="0" algn="ctr" defTabSz="91440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r>
              <a:rPr kumimoji="0" lang="en-US" sz="1800" b="1" i="0" u="none" strike="noStrike" kern="0" cap="none" spc="0" normalizeH="0" baseline="0" noProof="0">
                <a:ln>
                  <a:noFill/>
                </a:ln>
                <a:solidFill>
                  <a:schemeClr val="bg1"/>
                </a:solidFill>
                <a:effectLst/>
                <a:uLnTx/>
                <a:uFillTx/>
              </a:rPr>
              <a:t>04</a:t>
            </a:r>
          </a:p>
        </p:txBody>
      </p:sp>
      <p:sp>
        <p:nvSpPr>
          <p:cNvPr id="17" name="Textplatzhalter 9">
            <a:extLst>
              <a:ext uri="{FF2B5EF4-FFF2-40B4-BE49-F238E27FC236}">
                <a16:creationId xmlns:a16="http://schemas.microsoft.com/office/drawing/2014/main" id="{CE76A5CB-5FDD-826F-2D6C-2760A3916A41}"/>
              </a:ext>
            </a:extLst>
          </p:cNvPr>
          <p:cNvSpPr txBox="1">
            <a:spLocks/>
          </p:cNvSpPr>
          <p:nvPr/>
        </p:nvSpPr>
        <p:spPr bwMode="gray">
          <a:xfrm>
            <a:off x="9177570" y="3459872"/>
            <a:ext cx="2631844" cy="615553"/>
          </a:xfrm>
          <a:prstGeom prst="rect">
            <a:avLst/>
          </a:prstGeom>
          <a:noFill/>
          <a:ln w="6350">
            <a:noFill/>
          </a:ln>
        </p:spPr>
        <p:txBody>
          <a:bodyPr vert="horz" wrap="square" lIns="0" tIns="0" rIns="0" bIns="0" rtlCol="0">
            <a:spAutoFit/>
          </a:bodyPr>
          <a:lstStyle>
            <a:lvl1pPr marL="0" indent="0" algn="l" defTabSz="914400" rtl="0" eaLnBrk="1" latinLnBrk="0" hangingPunct="1">
              <a:spcBef>
                <a:spcPts val="600"/>
              </a:spcBef>
              <a:buClr>
                <a:schemeClr val="tx1"/>
              </a:buClr>
              <a:buFont typeface="Arial" panose="020B0604020202020204" pitchFamily="34" charset="0"/>
              <a:buNone/>
              <a:defRPr sz="1200" kern="1200">
                <a:solidFill>
                  <a:schemeClr val="tx1"/>
                </a:solidFill>
                <a:latin typeface="+mn-lt"/>
                <a:ea typeface="+mn-ea"/>
                <a:cs typeface="+mn-cs"/>
                <a:sym typeface="Futura"/>
              </a:defRPr>
            </a:lvl1pPr>
            <a:lvl2pPr marL="180975" indent="-180975" algn="l" defTabSz="914400" rtl="0" eaLnBrk="1" latinLnBrk="0" hangingPunct="1">
              <a:spcBef>
                <a:spcPts val="600"/>
              </a:spcBef>
              <a:buClr>
                <a:schemeClr val="tx1"/>
              </a:buClr>
              <a:buFont typeface="Arial" panose="020B0604020202020204" pitchFamily="34" charset="0"/>
              <a:buChar char="•"/>
              <a:defRPr sz="1200" kern="1200">
                <a:solidFill>
                  <a:schemeClr val="tx1"/>
                </a:solidFill>
                <a:latin typeface="+mn-lt"/>
                <a:ea typeface="+mn-ea"/>
                <a:cs typeface="+mn-cs"/>
                <a:sym typeface="Futura"/>
              </a:defRPr>
            </a:lvl2pPr>
            <a:lvl3pPr marL="360000" indent="-180975" algn="l" defTabSz="914400" rtl="0" eaLnBrk="1" latinLnBrk="0" hangingPunct="1">
              <a:spcBef>
                <a:spcPts val="600"/>
              </a:spcBef>
              <a:buClr>
                <a:schemeClr val="tx1"/>
              </a:buClr>
              <a:buFont typeface="Arial" panose="020B0604020202020204" pitchFamily="34" charset="0"/>
              <a:buChar char="•"/>
              <a:defRPr sz="1200" kern="1200">
                <a:solidFill>
                  <a:schemeClr val="tx1"/>
                </a:solidFill>
                <a:latin typeface="+mn-lt"/>
                <a:ea typeface="+mn-ea"/>
                <a:cs typeface="+mn-cs"/>
                <a:sym typeface="Futura"/>
              </a:defRPr>
            </a:lvl3pPr>
            <a:lvl4pPr marL="541338" indent="-179388" algn="l" defTabSz="914400" rtl="0" eaLnBrk="1" latinLnBrk="0" hangingPunct="1">
              <a:spcBef>
                <a:spcPts val="600"/>
              </a:spcBef>
              <a:buClr>
                <a:schemeClr val="tx1"/>
              </a:buClr>
              <a:buFont typeface="Arial" panose="020B0604020202020204" pitchFamily="34" charset="0"/>
              <a:buChar char="•"/>
              <a:tabLst/>
              <a:defRPr sz="1200" kern="1200">
                <a:solidFill>
                  <a:schemeClr val="tx1"/>
                </a:solidFill>
                <a:latin typeface="+mn-lt"/>
                <a:ea typeface="+mn-ea"/>
                <a:cs typeface="+mn-cs"/>
                <a:sym typeface="Futura"/>
              </a:defRPr>
            </a:lvl4pPr>
            <a:lvl5pPr marL="720000" indent="-180975" algn="l" defTabSz="914400" rtl="0" eaLnBrk="1" latinLnBrk="0" hangingPunct="1">
              <a:spcBef>
                <a:spcPts val="600"/>
              </a:spcBef>
              <a:buClr>
                <a:schemeClr val="tx1"/>
              </a:buClr>
              <a:buFont typeface="Arial" panose="020B0604020202020204" pitchFamily="34" charset="0"/>
              <a:buChar char="•"/>
              <a:defRPr sz="1200" kern="1200">
                <a:solidFill>
                  <a:schemeClr val="tx1"/>
                </a:solidFill>
                <a:latin typeface="+mn-lt"/>
                <a:ea typeface="+mn-ea"/>
                <a:cs typeface="+mn-cs"/>
                <a:sym typeface="Futura"/>
              </a:defRPr>
            </a:lvl5pPr>
            <a:lvl6pPr marL="2514600" indent="-228600" algn="l" defTabSz="914400" rtl="0" eaLnBrk="1" latinLnBrk="0" hangingPunct="1">
              <a:spcBef>
                <a:spcPct val="20000"/>
              </a:spcBef>
              <a:buFont typeface="Arial" panose="020B0604020202020204" pitchFamily="34" charset="0"/>
              <a:buChar char="•"/>
              <a:defRPr sz="20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6pPr>
            <a:lvl7pPr marL="2971800" indent="-228600" algn="l" defTabSz="914400" rtl="0" eaLnBrk="1" latinLnBrk="0" hangingPunct="1">
              <a:spcBef>
                <a:spcPct val="20000"/>
              </a:spcBef>
              <a:buFont typeface="Arial" panose="020B0604020202020204" pitchFamily="34" charset="0"/>
              <a:buChar char="•"/>
              <a:defRPr sz="20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7pPr>
            <a:lvl8pPr marL="3429000" indent="-228600" algn="l" defTabSz="914400" rtl="0" eaLnBrk="1" latinLnBrk="0" hangingPunct="1">
              <a:spcBef>
                <a:spcPct val="20000"/>
              </a:spcBef>
              <a:buFont typeface="Arial" panose="020B0604020202020204" pitchFamily="34" charset="0"/>
              <a:buChar char="•"/>
              <a:defRPr sz="20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8pPr>
            <a:lvl9pPr marL="3886200" indent="-228600" algn="l" defTabSz="914400" rtl="0" eaLnBrk="1" latinLnBrk="0" hangingPunct="1">
              <a:spcBef>
                <a:spcPct val="20000"/>
              </a:spcBef>
              <a:buFont typeface="Arial" panose="020B0604020202020204" pitchFamily="34" charset="0"/>
              <a:buChar char="•"/>
              <a:defRPr sz="20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9pPr>
          </a:lstStyle>
          <a:p>
            <a:pPr algn="ctr">
              <a:spcBef>
                <a:spcPts val="0"/>
              </a:spcBef>
              <a:buClr>
                <a:srgbClr val="000000"/>
              </a:buClr>
            </a:pPr>
            <a:r>
              <a:rPr lang="en-US" sz="2000" dirty="0"/>
              <a:t>Breaking the Funding Paradox</a:t>
            </a:r>
          </a:p>
        </p:txBody>
      </p:sp>
      <p:sp>
        <p:nvSpPr>
          <p:cNvPr id="7" name="Ellipse 9">
            <a:extLst>
              <a:ext uri="{FF2B5EF4-FFF2-40B4-BE49-F238E27FC236}">
                <a16:creationId xmlns:a16="http://schemas.microsoft.com/office/drawing/2014/main" id="{98E6725A-1DC1-2C8D-5F99-9A4E32872B40}"/>
              </a:ext>
            </a:extLst>
          </p:cNvPr>
          <p:cNvSpPr>
            <a:spLocks/>
          </p:cNvSpPr>
          <p:nvPr/>
        </p:nvSpPr>
        <p:spPr bwMode="gray">
          <a:xfrm>
            <a:off x="7354856" y="2797943"/>
            <a:ext cx="438294" cy="438294"/>
          </a:xfrm>
          <a:prstGeom prst="ellipse">
            <a:avLst/>
          </a:prstGeom>
          <a:solidFill>
            <a:schemeClr val="accent1"/>
          </a:solidFill>
          <a:ln w="19050" cap="rnd" cmpd="sng" algn="ctr">
            <a:noFill/>
            <a:prstDash val="solid"/>
            <a:round/>
            <a:headEnd type="none" w="med" len="med"/>
            <a:tailEnd type="none" w="med" len="med"/>
          </a:ln>
          <a:effectLst/>
        </p:spPr>
        <p:txBody>
          <a:bodyPr lIns="0" tIns="0" rIns="0" bIns="0" rtlCol="0" anchor="ctr"/>
          <a:lstStyle/>
          <a:p>
            <a:pPr marL="0" marR="0" lvl="0" indent="0" algn="ctr" defTabSz="91440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r>
              <a:rPr kumimoji="0" lang="en-US" sz="1800" b="1" i="0" u="none" strike="noStrike" kern="0" cap="none" spc="0" normalizeH="0" baseline="0" noProof="0">
                <a:ln>
                  <a:noFill/>
                </a:ln>
                <a:solidFill>
                  <a:schemeClr val="bg1"/>
                </a:solidFill>
                <a:effectLst/>
                <a:uLnTx/>
                <a:uFillTx/>
              </a:rPr>
              <a:t>03</a:t>
            </a:r>
          </a:p>
        </p:txBody>
      </p:sp>
      <p:sp>
        <p:nvSpPr>
          <p:cNvPr id="15" name="Textplatzhalter 9">
            <a:extLst>
              <a:ext uri="{FF2B5EF4-FFF2-40B4-BE49-F238E27FC236}">
                <a16:creationId xmlns:a16="http://schemas.microsoft.com/office/drawing/2014/main" id="{DE92E207-F541-A52E-17E9-C333728881CD}"/>
              </a:ext>
            </a:extLst>
          </p:cNvPr>
          <p:cNvSpPr txBox="1">
            <a:spLocks/>
          </p:cNvSpPr>
          <p:nvPr/>
        </p:nvSpPr>
        <p:spPr bwMode="gray">
          <a:xfrm>
            <a:off x="6258081" y="3459872"/>
            <a:ext cx="2631844" cy="615553"/>
          </a:xfrm>
          <a:prstGeom prst="rect">
            <a:avLst/>
          </a:prstGeom>
          <a:noFill/>
          <a:ln w="6350">
            <a:noFill/>
          </a:ln>
        </p:spPr>
        <p:txBody>
          <a:bodyPr vert="horz" wrap="square" lIns="0" tIns="0" rIns="0" bIns="0" rtlCol="0">
            <a:spAutoFit/>
          </a:bodyPr>
          <a:lstStyle>
            <a:lvl1pPr marL="0" indent="0" algn="l" defTabSz="914400" rtl="0" eaLnBrk="1" latinLnBrk="0" hangingPunct="1">
              <a:spcBef>
                <a:spcPts val="600"/>
              </a:spcBef>
              <a:buClr>
                <a:schemeClr val="tx1"/>
              </a:buClr>
              <a:buFont typeface="Arial" panose="020B0604020202020204" pitchFamily="34" charset="0"/>
              <a:buNone/>
              <a:defRPr sz="1200" kern="1200">
                <a:solidFill>
                  <a:schemeClr val="tx1"/>
                </a:solidFill>
                <a:latin typeface="+mn-lt"/>
                <a:ea typeface="+mn-ea"/>
                <a:cs typeface="+mn-cs"/>
                <a:sym typeface="Futura"/>
              </a:defRPr>
            </a:lvl1pPr>
            <a:lvl2pPr marL="180975" indent="-180975" algn="l" defTabSz="914400" rtl="0" eaLnBrk="1" latinLnBrk="0" hangingPunct="1">
              <a:spcBef>
                <a:spcPts val="600"/>
              </a:spcBef>
              <a:buClr>
                <a:schemeClr val="tx1"/>
              </a:buClr>
              <a:buFont typeface="Arial" panose="020B0604020202020204" pitchFamily="34" charset="0"/>
              <a:buChar char="•"/>
              <a:defRPr sz="1200" kern="1200">
                <a:solidFill>
                  <a:schemeClr val="tx1"/>
                </a:solidFill>
                <a:latin typeface="+mn-lt"/>
                <a:ea typeface="+mn-ea"/>
                <a:cs typeface="+mn-cs"/>
                <a:sym typeface="Futura"/>
              </a:defRPr>
            </a:lvl2pPr>
            <a:lvl3pPr marL="360000" indent="-180975" algn="l" defTabSz="914400" rtl="0" eaLnBrk="1" latinLnBrk="0" hangingPunct="1">
              <a:spcBef>
                <a:spcPts val="600"/>
              </a:spcBef>
              <a:buClr>
                <a:schemeClr val="tx1"/>
              </a:buClr>
              <a:buFont typeface="Arial" panose="020B0604020202020204" pitchFamily="34" charset="0"/>
              <a:buChar char="•"/>
              <a:defRPr sz="1200" kern="1200">
                <a:solidFill>
                  <a:schemeClr val="tx1"/>
                </a:solidFill>
                <a:latin typeface="+mn-lt"/>
                <a:ea typeface="+mn-ea"/>
                <a:cs typeface="+mn-cs"/>
                <a:sym typeface="Futura"/>
              </a:defRPr>
            </a:lvl3pPr>
            <a:lvl4pPr marL="541338" indent="-179388" algn="l" defTabSz="914400" rtl="0" eaLnBrk="1" latinLnBrk="0" hangingPunct="1">
              <a:spcBef>
                <a:spcPts val="600"/>
              </a:spcBef>
              <a:buClr>
                <a:schemeClr val="tx1"/>
              </a:buClr>
              <a:buFont typeface="Arial" panose="020B0604020202020204" pitchFamily="34" charset="0"/>
              <a:buChar char="•"/>
              <a:tabLst/>
              <a:defRPr sz="1200" kern="1200">
                <a:solidFill>
                  <a:schemeClr val="tx1"/>
                </a:solidFill>
                <a:latin typeface="+mn-lt"/>
                <a:ea typeface="+mn-ea"/>
                <a:cs typeface="+mn-cs"/>
                <a:sym typeface="Futura"/>
              </a:defRPr>
            </a:lvl4pPr>
            <a:lvl5pPr marL="720000" indent="-180975" algn="l" defTabSz="914400" rtl="0" eaLnBrk="1" latinLnBrk="0" hangingPunct="1">
              <a:spcBef>
                <a:spcPts val="600"/>
              </a:spcBef>
              <a:buClr>
                <a:schemeClr val="tx1"/>
              </a:buClr>
              <a:buFont typeface="Arial" panose="020B0604020202020204" pitchFamily="34" charset="0"/>
              <a:buChar char="•"/>
              <a:defRPr sz="1200" kern="1200">
                <a:solidFill>
                  <a:schemeClr val="tx1"/>
                </a:solidFill>
                <a:latin typeface="+mn-lt"/>
                <a:ea typeface="+mn-ea"/>
                <a:cs typeface="+mn-cs"/>
                <a:sym typeface="Futura"/>
              </a:defRPr>
            </a:lvl5pPr>
            <a:lvl6pPr marL="2514600" indent="-228600" algn="l" defTabSz="914400" rtl="0" eaLnBrk="1" latinLnBrk="0" hangingPunct="1">
              <a:spcBef>
                <a:spcPct val="20000"/>
              </a:spcBef>
              <a:buFont typeface="Arial" panose="020B0604020202020204" pitchFamily="34" charset="0"/>
              <a:buChar char="•"/>
              <a:defRPr sz="20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6pPr>
            <a:lvl7pPr marL="2971800" indent="-228600" algn="l" defTabSz="914400" rtl="0" eaLnBrk="1" latinLnBrk="0" hangingPunct="1">
              <a:spcBef>
                <a:spcPct val="20000"/>
              </a:spcBef>
              <a:buFont typeface="Arial" panose="020B0604020202020204" pitchFamily="34" charset="0"/>
              <a:buChar char="•"/>
              <a:defRPr sz="20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7pPr>
            <a:lvl8pPr marL="3429000" indent="-228600" algn="l" defTabSz="914400" rtl="0" eaLnBrk="1" latinLnBrk="0" hangingPunct="1">
              <a:spcBef>
                <a:spcPct val="20000"/>
              </a:spcBef>
              <a:buFont typeface="Arial" panose="020B0604020202020204" pitchFamily="34" charset="0"/>
              <a:buChar char="•"/>
              <a:defRPr sz="20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8pPr>
            <a:lvl9pPr marL="3886200" indent="-228600" algn="l" defTabSz="914400" rtl="0" eaLnBrk="1" latinLnBrk="0" hangingPunct="1">
              <a:spcBef>
                <a:spcPct val="20000"/>
              </a:spcBef>
              <a:buFont typeface="Arial" panose="020B0604020202020204" pitchFamily="34" charset="0"/>
              <a:buChar char="•"/>
              <a:defRPr sz="20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9pPr>
          </a:lstStyle>
          <a:p>
            <a:pPr algn="ctr">
              <a:spcBef>
                <a:spcPts val="0"/>
              </a:spcBef>
              <a:buClr>
                <a:srgbClr val="000000"/>
              </a:buClr>
            </a:pPr>
            <a:r>
              <a:rPr lang="en-US" sz="2000" dirty="0"/>
              <a:t>Providing Clarity to Taxpayers</a:t>
            </a:r>
          </a:p>
        </p:txBody>
      </p:sp>
      <p:sp>
        <p:nvSpPr>
          <p:cNvPr id="6" name="Ellipse 8">
            <a:extLst>
              <a:ext uri="{FF2B5EF4-FFF2-40B4-BE49-F238E27FC236}">
                <a16:creationId xmlns:a16="http://schemas.microsoft.com/office/drawing/2014/main" id="{2131F5B7-B69B-0C79-7C06-B44866AE2E3A}"/>
              </a:ext>
            </a:extLst>
          </p:cNvPr>
          <p:cNvSpPr>
            <a:spLocks/>
          </p:cNvSpPr>
          <p:nvPr/>
        </p:nvSpPr>
        <p:spPr bwMode="gray">
          <a:xfrm>
            <a:off x="4435366" y="2797943"/>
            <a:ext cx="438294" cy="438294"/>
          </a:xfrm>
          <a:prstGeom prst="ellipse">
            <a:avLst/>
          </a:prstGeom>
          <a:solidFill>
            <a:schemeClr val="accent1"/>
          </a:solidFill>
          <a:ln w="19050" cap="rnd" cmpd="sng" algn="ctr">
            <a:noFill/>
            <a:prstDash val="solid"/>
            <a:round/>
            <a:headEnd type="none" w="med" len="med"/>
            <a:tailEnd type="none" w="med" len="med"/>
          </a:ln>
          <a:effectLst/>
        </p:spPr>
        <p:txBody>
          <a:bodyPr lIns="0" tIns="0" rIns="0" bIns="0" rtlCol="0" anchor="ctr"/>
          <a:lstStyle/>
          <a:p>
            <a:pPr marL="0" marR="0" lvl="0" indent="0" algn="ctr" defTabSz="91440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r>
              <a:rPr kumimoji="0" lang="en-US" sz="1800" b="1" i="0" u="none" strike="noStrike" kern="0" cap="none" spc="0" normalizeH="0" baseline="0" noProof="0">
                <a:ln>
                  <a:noFill/>
                </a:ln>
                <a:solidFill>
                  <a:schemeClr val="bg1"/>
                </a:solidFill>
                <a:effectLst/>
                <a:uLnTx/>
                <a:uFillTx/>
              </a:rPr>
              <a:t>02</a:t>
            </a:r>
          </a:p>
        </p:txBody>
      </p:sp>
      <p:sp>
        <p:nvSpPr>
          <p:cNvPr id="13" name="Textplatzhalter 9">
            <a:extLst>
              <a:ext uri="{FF2B5EF4-FFF2-40B4-BE49-F238E27FC236}">
                <a16:creationId xmlns:a16="http://schemas.microsoft.com/office/drawing/2014/main" id="{A97FBD6C-4479-ABA4-1469-6EB336E6ABF2}"/>
              </a:ext>
            </a:extLst>
          </p:cNvPr>
          <p:cNvSpPr txBox="1">
            <a:spLocks/>
          </p:cNvSpPr>
          <p:nvPr/>
        </p:nvSpPr>
        <p:spPr bwMode="gray">
          <a:xfrm>
            <a:off x="3338591" y="3459872"/>
            <a:ext cx="2631844" cy="615553"/>
          </a:xfrm>
          <a:prstGeom prst="rect">
            <a:avLst/>
          </a:prstGeom>
          <a:noFill/>
          <a:ln w="6350">
            <a:noFill/>
          </a:ln>
        </p:spPr>
        <p:txBody>
          <a:bodyPr vert="horz" wrap="square" lIns="0" tIns="0" rIns="0" bIns="0" rtlCol="0">
            <a:spAutoFit/>
          </a:bodyPr>
          <a:lstStyle>
            <a:lvl1pPr marL="0" indent="0" algn="l" defTabSz="914400" rtl="0" eaLnBrk="1" latinLnBrk="0" hangingPunct="1">
              <a:spcBef>
                <a:spcPts val="600"/>
              </a:spcBef>
              <a:buClr>
                <a:schemeClr val="tx1"/>
              </a:buClr>
              <a:buFont typeface="Arial" panose="020B0604020202020204" pitchFamily="34" charset="0"/>
              <a:buNone/>
              <a:defRPr sz="1200" kern="1200">
                <a:solidFill>
                  <a:schemeClr val="tx1"/>
                </a:solidFill>
                <a:latin typeface="+mn-lt"/>
                <a:ea typeface="+mn-ea"/>
                <a:cs typeface="+mn-cs"/>
                <a:sym typeface="Futura"/>
              </a:defRPr>
            </a:lvl1pPr>
            <a:lvl2pPr marL="180975" indent="-180975" algn="l" defTabSz="914400" rtl="0" eaLnBrk="1" latinLnBrk="0" hangingPunct="1">
              <a:spcBef>
                <a:spcPts val="600"/>
              </a:spcBef>
              <a:buClr>
                <a:schemeClr val="tx1"/>
              </a:buClr>
              <a:buFont typeface="Arial" panose="020B0604020202020204" pitchFamily="34" charset="0"/>
              <a:buChar char="•"/>
              <a:defRPr sz="1200" kern="1200">
                <a:solidFill>
                  <a:schemeClr val="tx1"/>
                </a:solidFill>
                <a:latin typeface="+mn-lt"/>
                <a:ea typeface="+mn-ea"/>
                <a:cs typeface="+mn-cs"/>
                <a:sym typeface="Futura"/>
              </a:defRPr>
            </a:lvl2pPr>
            <a:lvl3pPr marL="360000" indent="-180975" algn="l" defTabSz="914400" rtl="0" eaLnBrk="1" latinLnBrk="0" hangingPunct="1">
              <a:spcBef>
                <a:spcPts val="600"/>
              </a:spcBef>
              <a:buClr>
                <a:schemeClr val="tx1"/>
              </a:buClr>
              <a:buFont typeface="Arial" panose="020B0604020202020204" pitchFamily="34" charset="0"/>
              <a:buChar char="•"/>
              <a:defRPr sz="1200" kern="1200">
                <a:solidFill>
                  <a:schemeClr val="tx1"/>
                </a:solidFill>
                <a:latin typeface="+mn-lt"/>
                <a:ea typeface="+mn-ea"/>
                <a:cs typeface="+mn-cs"/>
                <a:sym typeface="Futura"/>
              </a:defRPr>
            </a:lvl3pPr>
            <a:lvl4pPr marL="541338" indent="-179388" algn="l" defTabSz="914400" rtl="0" eaLnBrk="1" latinLnBrk="0" hangingPunct="1">
              <a:spcBef>
                <a:spcPts val="600"/>
              </a:spcBef>
              <a:buClr>
                <a:schemeClr val="tx1"/>
              </a:buClr>
              <a:buFont typeface="Arial" panose="020B0604020202020204" pitchFamily="34" charset="0"/>
              <a:buChar char="•"/>
              <a:tabLst/>
              <a:defRPr sz="1200" kern="1200">
                <a:solidFill>
                  <a:schemeClr val="tx1"/>
                </a:solidFill>
                <a:latin typeface="+mn-lt"/>
                <a:ea typeface="+mn-ea"/>
                <a:cs typeface="+mn-cs"/>
                <a:sym typeface="Futura"/>
              </a:defRPr>
            </a:lvl4pPr>
            <a:lvl5pPr marL="720000" indent="-180975" algn="l" defTabSz="914400" rtl="0" eaLnBrk="1" latinLnBrk="0" hangingPunct="1">
              <a:spcBef>
                <a:spcPts val="600"/>
              </a:spcBef>
              <a:buClr>
                <a:schemeClr val="tx1"/>
              </a:buClr>
              <a:buFont typeface="Arial" panose="020B0604020202020204" pitchFamily="34" charset="0"/>
              <a:buChar char="•"/>
              <a:defRPr sz="1200" kern="1200">
                <a:solidFill>
                  <a:schemeClr val="tx1"/>
                </a:solidFill>
                <a:latin typeface="+mn-lt"/>
                <a:ea typeface="+mn-ea"/>
                <a:cs typeface="+mn-cs"/>
                <a:sym typeface="Futura"/>
              </a:defRPr>
            </a:lvl5pPr>
            <a:lvl6pPr marL="2514600" indent="-228600" algn="l" defTabSz="914400" rtl="0" eaLnBrk="1" latinLnBrk="0" hangingPunct="1">
              <a:spcBef>
                <a:spcPct val="20000"/>
              </a:spcBef>
              <a:buFont typeface="Arial" panose="020B0604020202020204" pitchFamily="34" charset="0"/>
              <a:buChar char="•"/>
              <a:defRPr sz="20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6pPr>
            <a:lvl7pPr marL="2971800" indent="-228600" algn="l" defTabSz="914400" rtl="0" eaLnBrk="1" latinLnBrk="0" hangingPunct="1">
              <a:spcBef>
                <a:spcPct val="20000"/>
              </a:spcBef>
              <a:buFont typeface="Arial" panose="020B0604020202020204" pitchFamily="34" charset="0"/>
              <a:buChar char="•"/>
              <a:defRPr sz="20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7pPr>
            <a:lvl8pPr marL="3429000" indent="-228600" algn="l" defTabSz="914400" rtl="0" eaLnBrk="1" latinLnBrk="0" hangingPunct="1">
              <a:spcBef>
                <a:spcPct val="20000"/>
              </a:spcBef>
              <a:buFont typeface="Arial" panose="020B0604020202020204" pitchFamily="34" charset="0"/>
              <a:buChar char="•"/>
              <a:defRPr sz="20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8pPr>
            <a:lvl9pPr marL="3886200" indent="-228600" algn="l" defTabSz="914400" rtl="0" eaLnBrk="1" latinLnBrk="0" hangingPunct="1">
              <a:spcBef>
                <a:spcPct val="20000"/>
              </a:spcBef>
              <a:buFont typeface="Arial" panose="020B0604020202020204" pitchFamily="34" charset="0"/>
              <a:buChar char="•"/>
              <a:defRPr sz="20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9pPr>
          </a:lstStyle>
          <a:p>
            <a:pPr algn="ctr">
              <a:spcBef>
                <a:spcPts val="0"/>
              </a:spcBef>
              <a:buClr>
                <a:srgbClr val="000000"/>
              </a:buClr>
            </a:pPr>
            <a:r>
              <a:rPr lang="en-US" sz="2000" dirty="0"/>
              <a:t>Enabling Cross-System Verification</a:t>
            </a:r>
          </a:p>
        </p:txBody>
      </p:sp>
      <p:sp>
        <p:nvSpPr>
          <p:cNvPr id="31" name="Text Placeholder 15">
            <a:extLst>
              <a:ext uri="{FF2B5EF4-FFF2-40B4-BE49-F238E27FC236}">
                <a16:creationId xmlns:a16="http://schemas.microsoft.com/office/drawing/2014/main" id="{317780EF-E221-A8BD-4AC1-93C3A28CC953}"/>
              </a:ext>
            </a:extLst>
          </p:cNvPr>
          <p:cNvSpPr/>
          <p:nvPr/>
        </p:nvSpPr>
        <p:spPr>
          <a:xfrm>
            <a:off x="407988" y="6275487"/>
            <a:ext cx="5200142" cy="138499"/>
          </a:xfrm>
          <a:prstGeom prst="rect">
            <a:avLst/>
          </a:prstGeom>
          <a:noFill/>
          <a:ln w="9525" cap="flat" cmpd="sng" algn="ctr">
            <a:noFill/>
            <a:prstDash val="solid"/>
            <a:miter lim="800000"/>
          </a:ln>
          <a:effectLst/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wrap="none" lIns="0" tIns="0" rIns="0" bIns="0" rtlCol="0" anchor="b">
            <a:spAutoFit/>
          </a:bodyPr>
          <a:lstStyle/>
          <a:p>
            <a:pPr>
              <a:spcBef>
                <a:spcPct val="10000"/>
              </a:spcBef>
              <a:spcAft>
                <a:spcPts val="110"/>
              </a:spcAft>
            </a:pPr>
            <a:r>
              <a:rPr lang="en-GB" sz="900" noProof="0" dirty="0">
                <a:solidFill>
                  <a:schemeClr val="tx2"/>
                </a:solidFill>
                <a:latin typeface="Arial" panose="020B0604020202020204" pitchFamily="34" charset="0"/>
              </a:rPr>
              <a:t>Keywords: infographics, processes, plan, plans, icon, icons, stage, stages, phase, phases, step, steps</a:t>
            </a:r>
          </a:p>
        </p:txBody>
      </p:sp>
      <p:pic>
        <p:nvPicPr>
          <p:cNvPr id="10" name="Picture 9">
            <a:extLst>
              <a:ext uri="{FF2B5EF4-FFF2-40B4-BE49-F238E27FC236}">
                <a16:creationId xmlns:a16="http://schemas.microsoft.com/office/drawing/2014/main" id="{6E9CB084-93B9-671A-A6C3-FDC8D4125980}"/>
              </a:ext>
            </a:extLst>
          </p:cNvPr>
          <p:cNvPicPr>
            <a:picLocks noChangeAspect="1"/>
          </p:cNvPicPr>
          <p:nvPr/>
        </p:nvPicPr>
        <p:blipFill>
          <a:blip r:embed="rId6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1269282" y="1778574"/>
            <a:ext cx="931482" cy="931482"/>
          </a:xfrm>
          <a:prstGeom prst="rect">
            <a:avLst/>
          </a:prstGeom>
        </p:spPr>
      </p:pic>
      <p:pic>
        <p:nvPicPr>
          <p:cNvPr id="24" name="Picture 23">
            <a:extLst>
              <a:ext uri="{FF2B5EF4-FFF2-40B4-BE49-F238E27FC236}">
                <a16:creationId xmlns:a16="http://schemas.microsoft.com/office/drawing/2014/main" id="{C6A50EA3-7513-C7F3-BB7A-98303A093FA7}"/>
              </a:ext>
            </a:extLst>
          </p:cNvPr>
          <p:cNvPicPr>
            <a:picLocks noChangeAspect="1"/>
          </p:cNvPicPr>
          <p:nvPr/>
        </p:nvPicPr>
        <p:blipFill>
          <a:blip r:embed="rId7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4152258" y="1746523"/>
            <a:ext cx="931482" cy="931482"/>
          </a:xfrm>
          <a:prstGeom prst="rect">
            <a:avLst/>
          </a:prstGeom>
        </p:spPr>
      </p:pic>
      <p:pic>
        <p:nvPicPr>
          <p:cNvPr id="26" name="Picture 25">
            <a:extLst>
              <a:ext uri="{FF2B5EF4-FFF2-40B4-BE49-F238E27FC236}">
                <a16:creationId xmlns:a16="http://schemas.microsoft.com/office/drawing/2014/main" id="{BAFB9EA6-0D1F-FF12-1513-8A44B9C7C764}"/>
              </a:ext>
            </a:extLst>
          </p:cNvPr>
          <p:cNvPicPr>
            <a:picLocks noChangeAspect="1"/>
          </p:cNvPicPr>
          <p:nvPr/>
        </p:nvPicPr>
        <p:blipFill>
          <a:blip r:embed="rId8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9960439" y="1679211"/>
            <a:ext cx="1066106" cy="1066106"/>
          </a:xfrm>
          <a:prstGeom prst="rect">
            <a:avLst/>
          </a:prstGeom>
        </p:spPr>
      </p:pic>
      <p:pic>
        <p:nvPicPr>
          <p:cNvPr id="28" name="Picture 27">
            <a:extLst>
              <a:ext uri="{FF2B5EF4-FFF2-40B4-BE49-F238E27FC236}">
                <a16:creationId xmlns:a16="http://schemas.microsoft.com/office/drawing/2014/main" id="{5C3AC6B4-B55A-9A5D-643B-BEB0F2ACBF04}"/>
              </a:ext>
            </a:extLst>
          </p:cNvPr>
          <p:cNvPicPr>
            <a:picLocks noChangeAspect="1"/>
          </p:cNvPicPr>
          <p:nvPr/>
        </p:nvPicPr>
        <p:blipFill>
          <a:blip r:embed="rId9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7077463" y="1738872"/>
            <a:ext cx="999731" cy="999731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4255052093"/>
      </p:ext>
    </p:extLst>
  </p:cSld>
  <p:clrMapOvr>
    <a:masterClrMapping/>
  </p:clrMapOvr>
</p:sld>
</file>

<file path=ppt/slides/slide11.xml><?xml version="1.0" encoding="utf-8"?>
<p:sld xmlns:a="http://schemas.openxmlformats.org/drawingml/2006/main" xmlns:r="http://schemas.openxmlformats.org/officeDocument/2006/relationships" xmlns:p="http://schemas.openxmlformats.org/presentationml/2006/main" showMasterPhAnim="0">
  <p:cSld>
    <p:spTree>
      <p:nvGrpSpPr>
        <p:cNvPr id="1" name="">
          <a:extLst>
            <a:ext uri="{FF2B5EF4-FFF2-40B4-BE49-F238E27FC236}">
              <a16:creationId xmlns:a16="http://schemas.microsoft.com/office/drawing/2014/main" id="{E39581CE-2769-9A46-0EBC-D5960CFD6C70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graphicFrame>
        <p:nvGraphicFramePr>
          <p:cNvPr id="7" name="think-cell data - do not delete" hidden="1">
            <a:extLst>
              <a:ext uri="{FF2B5EF4-FFF2-40B4-BE49-F238E27FC236}">
                <a16:creationId xmlns:a16="http://schemas.microsoft.com/office/drawing/2014/main" id="{1AD932F8-13DC-7B10-1B90-20EFF4F1EABA}"/>
              </a:ext>
            </a:extLst>
          </p:cNvPr>
          <p:cNvGraphicFramePr>
            <a:graphicFrameLocks/>
          </p:cNvGraphicFramePr>
          <p:nvPr>
            <p:custDataLst>
              <p:tags r:id="rId1"/>
            </p:custDataLst>
          </p:nvPr>
        </p:nvGraphicFramePr>
        <p:xfrm>
          <a:off x="1588" y="1588"/>
          <a:ext cx="1588" cy="1588"/>
        </p:xfrm>
        <a:graphic>
          <a:graphicData uri="http://schemas.openxmlformats.org/presentationml/2006/ole">
            <mc:AlternateContent xmlns:mc="http://schemas.openxmlformats.org/markup-compatibility/2006">
              <mc:Choice xmlns:v="urn:schemas-microsoft-com:vml" Requires="v">
                <p:oleObj name="think-cell Slide" r:id="rId4" imgW="410" imgH="409" progId="TCLayout.ActiveDocument.1">
                  <p:embed/>
                </p:oleObj>
              </mc:Choice>
              <mc:Fallback>
                <p:oleObj name="think-cell Slide" r:id="rId4" imgW="410" imgH="409" progId="TCLayout.ActiveDocument.1">
                  <p:embed/>
                  <p:pic>
                    <p:nvPicPr>
                      <p:cNvPr id="7" name="think-cell data - do not delete" hidden="1">
                        <a:extLst>
                          <a:ext uri="{FF2B5EF4-FFF2-40B4-BE49-F238E27FC236}">
                            <a16:creationId xmlns:a16="http://schemas.microsoft.com/office/drawing/2014/main" id="{1AD932F8-13DC-7B10-1B90-20EFF4F1EABA}"/>
                          </a:ext>
                        </a:extLst>
                      </p:cNvPr>
                      <p:cNvPicPr/>
                      <p:nvPr/>
                    </p:nvPicPr>
                    <p:blipFill>
                      <a:blip r:embed="rId5"/>
                      <a:stretch>
                        <a:fillRect/>
                      </a:stretch>
                    </p:blipFill>
                    <p:spPr>
                      <a:xfrm>
                        <a:off x="1588" y="1588"/>
                        <a:ext cx="1588" cy="1588"/>
                      </a:xfrm>
                      <a:prstGeom prst="rect">
                        <a:avLst/>
                      </a:prstGeom>
                    </p:spPr>
                  </p:pic>
                </p:oleObj>
              </mc:Fallback>
            </mc:AlternateContent>
          </a:graphicData>
        </a:graphic>
      </p:graphicFrame>
      <p:sp>
        <p:nvSpPr>
          <p:cNvPr id="6" name="Titel 5">
            <a:extLst>
              <a:ext uri="{FF2B5EF4-FFF2-40B4-BE49-F238E27FC236}">
                <a16:creationId xmlns:a16="http://schemas.microsoft.com/office/drawing/2014/main" id="{1FBE0ECC-B4B2-6550-DA45-EF34037EBEFC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 vert="horz"/>
          <a:lstStyle/>
          <a:p>
            <a:r>
              <a:rPr lang="en-US" dirty="0"/>
              <a:t>Matrix: Good, neutral, bad</a:t>
            </a:r>
          </a:p>
        </p:txBody>
      </p:sp>
      <p:graphicFrame>
        <p:nvGraphicFramePr>
          <p:cNvPr id="8" name="Tabelle 7">
            <a:extLst>
              <a:ext uri="{FF2B5EF4-FFF2-40B4-BE49-F238E27FC236}">
                <a16:creationId xmlns:a16="http://schemas.microsoft.com/office/drawing/2014/main" id="{7D151409-D9D9-C5B6-B804-0C79AAF1E336}"/>
              </a:ext>
            </a:extLst>
          </p:cNvPr>
          <p:cNvGraphicFramePr>
            <a:graphicFrameLocks/>
          </p:cNvGraphicFramePr>
          <p:nvPr>
            <p:extLst>
              <p:ext uri="{D42A27DB-BD31-4B8C-83A1-F6EECF244321}">
                <p14:modId xmlns:p14="http://schemas.microsoft.com/office/powerpoint/2010/main" val="837876719"/>
              </p:ext>
            </p:extLst>
          </p:nvPr>
        </p:nvGraphicFramePr>
        <p:xfrm>
          <a:off x="407988" y="1557338"/>
          <a:ext cx="11412542" cy="4500558"/>
        </p:xfrm>
        <a:graphic>
          <a:graphicData uri="http://schemas.openxmlformats.org/drawingml/2006/table">
            <a:tbl>
              <a:tblPr firstRow="1" bandRow="1">
                <a:tableStyleId>{5C22544A-7EE6-4342-B048-85BDC9FD1C3A}</a:tableStyleId>
              </a:tblPr>
              <a:tblGrid>
                <a:gridCol w="2182812">
                  <a:extLst>
                    <a:ext uri="{9D8B030D-6E8A-4147-A177-3AD203B41FA5}">
                      <a16:colId xmlns:a16="http://schemas.microsoft.com/office/drawing/2014/main" val="1010987046"/>
                    </a:ext>
                  </a:extLst>
                </a:gridCol>
                <a:gridCol w="922973">
                  <a:extLst>
                    <a:ext uri="{9D8B030D-6E8A-4147-A177-3AD203B41FA5}">
                      <a16:colId xmlns:a16="http://schemas.microsoft.com/office/drawing/2014/main" val="3342193466"/>
                    </a:ext>
                  </a:extLst>
                </a:gridCol>
                <a:gridCol w="1129347">
                  <a:extLst>
                    <a:ext uri="{9D8B030D-6E8A-4147-A177-3AD203B41FA5}">
                      <a16:colId xmlns:a16="http://schemas.microsoft.com/office/drawing/2014/main" val="2828983448"/>
                    </a:ext>
                  </a:extLst>
                </a:gridCol>
                <a:gridCol w="716599">
                  <a:extLst>
                    <a:ext uri="{9D8B030D-6E8A-4147-A177-3AD203B41FA5}">
                      <a16:colId xmlns:a16="http://schemas.microsoft.com/office/drawing/2014/main" val="4114153341"/>
                    </a:ext>
                  </a:extLst>
                </a:gridCol>
                <a:gridCol w="922973">
                  <a:extLst>
                    <a:ext uri="{9D8B030D-6E8A-4147-A177-3AD203B41FA5}">
                      <a16:colId xmlns:a16="http://schemas.microsoft.com/office/drawing/2014/main" val="1159299155"/>
                    </a:ext>
                  </a:extLst>
                </a:gridCol>
                <a:gridCol w="922973">
                  <a:extLst>
                    <a:ext uri="{9D8B030D-6E8A-4147-A177-3AD203B41FA5}">
                      <a16:colId xmlns:a16="http://schemas.microsoft.com/office/drawing/2014/main" val="1030033533"/>
                    </a:ext>
                  </a:extLst>
                </a:gridCol>
                <a:gridCol w="922973">
                  <a:extLst>
                    <a:ext uri="{9D8B030D-6E8A-4147-A177-3AD203B41FA5}">
                      <a16:colId xmlns:a16="http://schemas.microsoft.com/office/drawing/2014/main" val="353816468"/>
                    </a:ext>
                  </a:extLst>
                </a:gridCol>
                <a:gridCol w="922973">
                  <a:extLst>
                    <a:ext uri="{9D8B030D-6E8A-4147-A177-3AD203B41FA5}">
                      <a16:colId xmlns:a16="http://schemas.microsoft.com/office/drawing/2014/main" val="914688900"/>
                    </a:ext>
                  </a:extLst>
                </a:gridCol>
                <a:gridCol w="922973">
                  <a:extLst>
                    <a:ext uri="{9D8B030D-6E8A-4147-A177-3AD203B41FA5}">
                      <a16:colId xmlns:a16="http://schemas.microsoft.com/office/drawing/2014/main" val="3399027068"/>
                    </a:ext>
                  </a:extLst>
                </a:gridCol>
                <a:gridCol w="922973">
                  <a:extLst>
                    <a:ext uri="{9D8B030D-6E8A-4147-A177-3AD203B41FA5}">
                      <a16:colId xmlns:a16="http://schemas.microsoft.com/office/drawing/2014/main" val="1677080958"/>
                    </a:ext>
                  </a:extLst>
                </a:gridCol>
                <a:gridCol w="922973">
                  <a:extLst>
                    <a:ext uri="{9D8B030D-6E8A-4147-A177-3AD203B41FA5}">
                      <a16:colId xmlns:a16="http://schemas.microsoft.com/office/drawing/2014/main" val="981334064"/>
                    </a:ext>
                  </a:extLst>
                </a:gridCol>
              </a:tblGrid>
              <a:tr h="500062">
                <a:tc>
                  <a:txBody>
                    <a:bodyPr/>
                    <a:lstStyle/>
                    <a:p>
                      <a:pPr rtl="0"/>
                      <a:endParaRPr lang="en-US" sz="1200" dirty="0">
                        <a:solidFill>
                          <a:schemeClr val="tx1"/>
                        </a:solidFill>
                        <a:latin typeface="+mn-lt"/>
                        <a:cs typeface="+mn-cs"/>
                      </a:endParaRPr>
                    </a:p>
                  </a:txBody>
                  <a:tcPr marL="0" marR="72000" marT="54000" marB="54000">
                    <a:lnL w="12700" cmpd="sng">
                      <a:noFill/>
                    </a:lnL>
                    <a:lnR w="12700" cmpd="sng">
                      <a:noFill/>
                    </a:lnR>
                    <a:lnT w="12700" cmpd="sng">
                      <a:noFill/>
                    </a:lnT>
                    <a:lnB w="19050" cap="flat" cmpd="sng" algn="ctr">
                      <a:solidFill>
                        <a:schemeClr val="bg1">
                          <a:lumMod val="7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noFill/>
                  </a:tcPr>
                </a:tc>
                <a:tc>
                  <a:txBody>
                    <a:bodyPr/>
                    <a:lstStyle/>
                    <a:p>
                      <a:pPr marL="0" marR="0" lvl="0" indent="0" algn="ctr" defTabSz="914400" rtl="0" eaLnBrk="1" fontAlgn="auto" latinLnBrk="0" hangingPunct="1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Tx/>
                        <a:buSzTx/>
                        <a:buFontTx/>
                        <a:buNone/>
                        <a:tabLst/>
                        <a:defRPr/>
                      </a:pPr>
                      <a:r>
                        <a:rPr kumimoji="0" lang="en-US" sz="1200" b="0" i="0" u="none" strike="noStrike" kern="1200" cap="none" spc="0" normalizeH="0" baseline="0" noProof="0" dirty="0">
                          <a:ln>
                            <a:noFill/>
                          </a:ln>
                          <a:solidFill>
                            <a:schemeClr val="tx1"/>
                          </a:solidFill>
                          <a:effectLst/>
                          <a:uLnTx/>
                          <a:uFillTx/>
                          <a:latin typeface="+mn-lt"/>
                          <a:ea typeface="+mn-ea"/>
                          <a:cs typeface="+mn-cs"/>
                        </a:rPr>
                        <a:t>Severity</a:t>
                      </a:r>
                    </a:p>
                  </a:txBody>
                  <a:tcPr marL="72000" marR="72000" marT="54000" marB="54000" anchor="b">
                    <a:lnL w="12700" cmpd="sng">
                      <a:noFill/>
                    </a:lnL>
                    <a:lnR w="635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mpd="sng">
                      <a:noFill/>
                    </a:lnT>
                    <a:lnB w="19050" cap="flat" cmpd="sng" algn="ctr">
                      <a:solidFill>
                        <a:schemeClr val="bg1">
                          <a:lumMod val="7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noFill/>
                  </a:tcPr>
                </a:tc>
                <a:tc>
                  <a:txBody>
                    <a:bodyPr/>
                    <a:lstStyle/>
                    <a:p>
                      <a:pPr marL="0" marR="0" lvl="0" indent="0" algn="ctr" defTabSz="914400" rtl="0" eaLnBrk="1" fontAlgn="auto" latinLnBrk="0" hangingPunct="1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Tx/>
                        <a:buSzTx/>
                        <a:buFontTx/>
                        <a:buNone/>
                        <a:tabLst/>
                        <a:defRPr/>
                      </a:pPr>
                      <a:r>
                        <a:rPr kumimoji="0" lang="en-US" sz="1200" b="0" i="0" u="none" strike="noStrike" kern="1200" cap="none" spc="0" normalizeH="0" baseline="0" noProof="0" dirty="0">
                          <a:ln>
                            <a:noFill/>
                          </a:ln>
                          <a:solidFill>
                            <a:schemeClr val="tx1"/>
                          </a:solidFill>
                          <a:effectLst/>
                          <a:uLnTx/>
                          <a:uFillTx/>
                          <a:latin typeface="+mn-lt"/>
                          <a:ea typeface="+mn-ea"/>
                          <a:cs typeface="+mn-cs"/>
                        </a:rPr>
                        <a:t>Differentiation</a:t>
                      </a:r>
                    </a:p>
                  </a:txBody>
                  <a:tcPr marL="72000" marR="72000" marT="54000" marB="54000" anchor="b">
                    <a:lnL w="635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mpd="sng">
                      <a:noFill/>
                    </a:lnT>
                    <a:lnB w="19050" cap="flat" cmpd="sng" algn="ctr">
                      <a:solidFill>
                        <a:schemeClr val="bg1">
                          <a:lumMod val="7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noFill/>
                  </a:tcPr>
                </a:tc>
                <a:tc>
                  <a:txBody>
                    <a:bodyPr/>
                    <a:lstStyle/>
                    <a:p>
                      <a:pPr marL="0" marR="0" lvl="0" indent="0" algn="ctr" defTabSz="914400" rtl="0" eaLnBrk="1" fontAlgn="auto" latinLnBrk="0" hangingPunct="1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Tx/>
                        <a:buSzTx/>
                        <a:buFontTx/>
                        <a:buNone/>
                        <a:tabLst/>
                        <a:defRPr/>
                      </a:pPr>
                      <a:r>
                        <a:rPr kumimoji="0" lang="en-US" sz="1200" b="0" i="0" u="none" strike="noStrike" kern="1200" cap="none" spc="0" normalizeH="0" baseline="0" noProof="0" dirty="0">
                          <a:ln>
                            <a:noFill/>
                          </a:ln>
                          <a:solidFill>
                            <a:schemeClr val="tx1"/>
                          </a:solidFill>
                          <a:effectLst/>
                          <a:uLnTx/>
                          <a:uFillTx/>
                          <a:latin typeface="+mn-lt"/>
                          <a:ea typeface="+mn-ea"/>
                          <a:cs typeface="+mn-cs"/>
                        </a:rPr>
                        <a:t>Your text here</a:t>
                      </a:r>
                    </a:p>
                  </a:txBody>
                  <a:tcPr marL="72000" marR="72000" marT="54000" marB="54000" anchor="b">
                    <a:lnL w="635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mpd="sng">
                      <a:noFill/>
                    </a:lnT>
                    <a:lnB w="19050" cap="flat" cmpd="sng" algn="ctr">
                      <a:solidFill>
                        <a:schemeClr val="bg1">
                          <a:lumMod val="7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noFill/>
                  </a:tcPr>
                </a:tc>
                <a:tc>
                  <a:txBody>
                    <a:bodyPr/>
                    <a:lstStyle/>
                    <a:p>
                      <a:pPr marL="0" marR="0" lvl="0" indent="0" algn="ctr" defTabSz="914400" rtl="0" eaLnBrk="1" fontAlgn="auto" latinLnBrk="0" hangingPunct="1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Tx/>
                        <a:buSzTx/>
                        <a:buFontTx/>
                        <a:buNone/>
                        <a:tabLst/>
                        <a:defRPr/>
                      </a:pPr>
                      <a:r>
                        <a:rPr kumimoji="0" lang="en-US" sz="1200" b="0" i="0" u="none" strike="noStrike" kern="1200" cap="none" spc="0" normalizeH="0" baseline="0" noProof="0">
                          <a:ln>
                            <a:noFill/>
                          </a:ln>
                          <a:solidFill>
                            <a:schemeClr val="tx1"/>
                          </a:solidFill>
                          <a:effectLst/>
                          <a:uLnTx/>
                          <a:uFillTx/>
                          <a:latin typeface="+mn-lt"/>
                          <a:ea typeface="+mn-ea"/>
                          <a:cs typeface="+mn-cs"/>
                        </a:rPr>
                        <a:t>Your text here</a:t>
                      </a:r>
                    </a:p>
                  </a:txBody>
                  <a:tcPr marL="72000" marR="72000" marT="54000" marB="54000" anchor="b">
                    <a:lnL w="635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mpd="sng">
                      <a:noFill/>
                    </a:lnT>
                    <a:lnB w="19050" cap="flat" cmpd="sng" algn="ctr">
                      <a:solidFill>
                        <a:schemeClr val="bg1">
                          <a:lumMod val="7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noFill/>
                  </a:tcPr>
                </a:tc>
                <a:tc>
                  <a:txBody>
                    <a:bodyPr/>
                    <a:lstStyle/>
                    <a:p>
                      <a:pPr marL="0" marR="0" lvl="0" indent="0" algn="ctr" defTabSz="914400" rtl="0" eaLnBrk="1" fontAlgn="auto" latinLnBrk="0" hangingPunct="1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Tx/>
                        <a:buSzTx/>
                        <a:buFontTx/>
                        <a:buNone/>
                        <a:tabLst/>
                        <a:defRPr/>
                      </a:pPr>
                      <a:r>
                        <a:rPr kumimoji="0" lang="en-US" sz="1200" b="0" i="0" u="none" strike="noStrike" kern="1200" cap="none" spc="0" normalizeH="0" baseline="0" noProof="0" dirty="0">
                          <a:ln>
                            <a:noFill/>
                          </a:ln>
                          <a:solidFill>
                            <a:schemeClr val="tx1"/>
                          </a:solidFill>
                          <a:effectLst/>
                          <a:uLnTx/>
                          <a:uFillTx/>
                          <a:latin typeface="+mn-lt"/>
                          <a:ea typeface="+mn-ea"/>
                          <a:cs typeface="+mn-cs"/>
                        </a:rPr>
                        <a:t>Your text here</a:t>
                      </a:r>
                    </a:p>
                  </a:txBody>
                  <a:tcPr marL="72000" marR="72000" marT="54000" marB="54000" anchor="b">
                    <a:lnL w="635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mpd="sng">
                      <a:noFill/>
                    </a:lnT>
                    <a:lnB w="19050" cap="flat" cmpd="sng" algn="ctr">
                      <a:solidFill>
                        <a:schemeClr val="bg1">
                          <a:lumMod val="7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noFill/>
                  </a:tcPr>
                </a:tc>
                <a:tc>
                  <a:txBody>
                    <a:bodyPr/>
                    <a:lstStyle/>
                    <a:p>
                      <a:pPr marL="0" marR="0" lvl="0" indent="0" algn="ctr" defTabSz="914400" rtl="0" eaLnBrk="1" fontAlgn="auto" latinLnBrk="0" hangingPunct="1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Tx/>
                        <a:buSzTx/>
                        <a:buFontTx/>
                        <a:buNone/>
                        <a:tabLst/>
                        <a:defRPr/>
                      </a:pPr>
                      <a:r>
                        <a:rPr kumimoji="0" lang="en-US" sz="1200" b="0" i="0" u="none" strike="noStrike" kern="1200" cap="none" spc="0" normalizeH="0" baseline="0" noProof="0">
                          <a:ln>
                            <a:noFill/>
                          </a:ln>
                          <a:solidFill>
                            <a:schemeClr val="tx1"/>
                          </a:solidFill>
                          <a:effectLst/>
                          <a:uLnTx/>
                          <a:uFillTx/>
                          <a:latin typeface="+mn-lt"/>
                          <a:ea typeface="+mn-ea"/>
                          <a:cs typeface="+mn-cs"/>
                        </a:rPr>
                        <a:t>Your text here</a:t>
                      </a:r>
                    </a:p>
                  </a:txBody>
                  <a:tcPr marL="72000" marR="72000" marT="54000" marB="54000" anchor="b">
                    <a:lnL w="635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mpd="sng">
                      <a:noFill/>
                    </a:lnT>
                    <a:lnB w="19050" cap="flat" cmpd="sng" algn="ctr">
                      <a:solidFill>
                        <a:schemeClr val="bg1">
                          <a:lumMod val="7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noFill/>
                  </a:tcPr>
                </a:tc>
                <a:tc>
                  <a:txBody>
                    <a:bodyPr/>
                    <a:lstStyle/>
                    <a:p>
                      <a:pPr marL="0" marR="0" lvl="0" indent="0" algn="ctr" defTabSz="914400" rtl="0" eaLnBrk="1" fontAlgn="auto" latinLnBrk="0" hangingPunct="1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Tx/>
                        <a:buSzTx/>
                        <a:buFontTx/>
                        <a:buNone/>
                        <a:tabLst/>
                        <a:defRPr/>
                      </a:pPr>
                      <a:r>
                        <a:rPr kumimoji="0" lang="en-US" sz="1200" b="0" i="0" u="none" strike="noStrike" kern="1200" cap="none" spc="0" normalizeH="0" baseline="0" noProof="0" dirty="0">
                          <a:ln>
                            <a:noFill/>
                          </a:ln>
                          <a:solidFill>
                            <a:schemeClr val="tx1"/>
                          </a:solidFill>
                          <a:effectLst/>
                          <a:uLnTx/>
                          <a:uFillTx/>
                          <a:latin typeface="+mn-lt"/>
                          <a:ea typeface="+mn-ea"/>
                          <a:cs typeface="+mn-cs"/>
                        </a:rPr>
                        <a:t>Your text here</a:t>
                      </a:r>
                    </a:p>
                  </a:txBody>
                  <a:tcPr marL="72000" marR="72000" marT="54000" marB="54000" anchor="b">
                    <a:lnL w="635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mpd="sng">
                      <a:noFill/>
                    </a:lnT>
                    <a:lnB w="19050" cap="flat" cmpd="sng" algn="ctr">
                      <a:solidFill>
                        <a:schemeClr val="bg1">
                          <a:lumMod val="7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noFill/>
                  </a:tcPr>
                </a:tc>
                <a:tc>
                  <a:txBody>
                    <a:bodyPr/>
                    <a:lstStyle/>
                    <a:p>
                      <a:pPr marL="0" marR="0" lvl="0" indent="0" algn="ctr" defTabSz="914400" rtl="0" eaLnBrk="1" fontAlgn="auto" latinLnBrk="0" hangingPunct="1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Tx/>
                        <a:buSzTx/>
                        <a:buFontTx/>
                        <a:buNone/>
                        <a:tabLst/>
                        <a:defRPr/>
                      </a:pPr>
                      <a:r>
                        <a:rPr kumimoji="0" lang="en-US" sz="1200" b="0" i="0" u="none" strike="noStrike" kern="1200" cap="none" spc="0" normalizeH="0" baseline="0" noProof="0">
                          <a:ln>
                            <a:noFill/>
                          </a:ln>
                          <a:solidFill>
                            <a:schemeClr val="tx1"/>
                          </a:solidFill>
                          <a:effectLst/>
                          <a:uLnTx/>
                          <a:uFillTx/>
                          <a:latin typeface="+mn-lt"/>
                          <a:ea typeface="+mn-ea"/>
                          <a:cs typeface="+mn-cs"/>
                        </a:rPr>
                        <a:t>Your text here</a:t>
                      </a:r>
                    </a:p>
                  </a:txBody>
                  <a:tcPr marL="72000" marR="72000" marT="54000" marB="54000" anchor="b">
                    <a:lnL w="635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mpd="sng">
                      <a:noFill/>
                    </a:lnT>
                    <a:lnB w="19050" cap="flat" cmpd="sng" algn="ctr">
                      <a:solidFill>
                        <a:schemeClr val="bg1">
                          <a:lumMod val="7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noFill/>
                  </a:tcPr>
                </a:tc>
                <a:tc>
                  <a:txBody>
                    <a:bodyPr/>
                    <a:lstStyle/>
                    <a:p>
                      <a:pPr marL="0" marR="0" lvl="0" indent="0" algn="ctr" defTabSz="914400" rtl="0" eaLnBrk="1" fontAlgn="auto" latinLnBrk="0" hangingPunct="1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Tx/>
                        <a:buSzTx/>
                        <a:buFontTx/>
                        <a:buNone/>
                        <a:tabLst/>
                        <a:defRPr/>
                      </a:pPr>
                      <a:r>
                        <a:rPr kumimoji="0" lang="en-US" sz="1200" b="0" i="0" u="none" strike="noStrike" kern="1200" cap="none" spc="0" normalizeH="0" baseline="0" noProof="0" dirty="0">
                          <a:ln>
                            <a:noFill/>
                          </a:ln>
                          <a:solidFill>
                            <a:schemeClr val="tx1"/>
                          </a:solidFill>
                          <a:effectLst/>
                          <a:uLnTx/>
                          <a:uFillTx/>
                          <a:latin typeface="+mn-lt"/>
                          <a:ea typeface="+mn-ea"/>
                          <a:cs typeface="+mn-cs"/>
                        </a:rPr>
                        <a:t>Your text here</a:t>
                      </a:r>
                    </a:p>
                  </a:txBody>
                  <a:tcPr marL="72000" marR="72000" marT="54000" marB="54000" anchor="b">
                    <a:lnL w="635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mpd="sng">
                      <a:noFill/>
                    </a:lnT>
                    <a:lnB w="19050" cap="flat" cmpd="sng" algn="ctr">
                      <a:solidFill>
                        <a:schemeClr val="bg1">
                          <a:lumMod val="7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noFill/>
                  </a:tcPr>
                </a:tc>
                <a:tc>
                  <a:txBody>
                    <a:bodyPr/>
                    <a:lstStyle/>
                    <a:p>
                      <a:pPr marL="0" marR="0" lvl="0" indent="0" algn="ctr" defTabSz="914400" rtl="0" eaLnBrk="1" fontAlgn="auto" latinLnBrk="0" hangingPunct="1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Tx/>
                        <a:buSzTx/>
                        <a:buFontTx/>
                        <a:buNone/>
                        <a:tabLst/>
                        <a:defRPr/>
                      </a:pPr>
                      <a:r>
                        <a:rPr kumimoji="0" lang="en-US" sz="1200" b="0" i="0" u="none" strike="noStrike" kern="1200" cap="none" spc="0" normalizeH="0" baseline="0" noProof="0" dirty="0">
                          <a:ln>
                            <a:noFill/>
                          </a:ln>
                          <a:solidFill>
                            <a:schemeClr val="tx1"/>
                          </a:solidFill>
                          <a:effectLst/>
                          <a:uLnTx/>
                          <a:uFillTx/>
                          <a:latin typeface="+mn-lt"/>
                          <a:ea typeface="+mn-ea"/>
                          <a:cs typeface="+mn-cs"/>
                        </a:rPr>
                        <a:t>Your text here</a:t>
                      </a:r>
                    </a:p>
                  </a:txBody>
                  <a:tcPr marL="72000" marR="72000" marT="54000" marB="54000" anchor="b">
                    <a:lnL w="635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mpd="sng">
                      <a:noFill/>
                    </a:lnR>
                    <a:lnT w="12700" cmpd="sng">
                      <a:noFill/>
                    </a:lnT>
                    <a:lnB w="19050" cap="flat" cmpd="sng" algn="ctr">
                      <a:solidFill>
                        <a:schemeClr val="bg1">
                          <a:lumMod val="7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noFill/>
                  </a:tcPr>
                </a:tc>
                <a:extLst>
                  <a:ext uri="{0D108BD9-81ED-4DB2-BD59-A6C34878D82A}">
                    <a16:rowId xmlns:a16="http://schemas.microsoft.com/office/drawing/2014/main" val="2085329462"/>
                  </a:ext>
                </a:extLst>
              </a:tr>
              <a:tr h="500062">
                <a:tc>
                  <a:txBody>
                    <a:bodyPr/>
                    <a:lstStyle/>
                    <a:p>
                      <a:pPr rtl="0"/>
                      <a:r>
                        <a:rPr lang="en-US" sz="1600" b="0" dirty="0">
                          <a:solidFill>
                            <a:schemeClr val="tx1"/>
                          </a:solidFill>
                          <a:latin typeface="+mn-lt"/>
                          <a:cs typeface="+mn-cs"/>
                        </a:rPr>
                        <a:t>Going Concern</a:t>
                      </a:r>
                    </a:p>
                  </a:txBody>
                  <a:tcPr marL="0" marR="72000" marT="54000" marB="54000" anchor="ctr">
                    <a:lnL w="12700" cmpd="sng">
                      <a:noFill/>
                    </a:lnL>
                    <a:lnR w="9525" cap="flat" cmpd="sng" algn="ctr">
                      <a:solidFill>
                        <a:schemeClr val="bg1">
                          <a:lumMod val="75000"/>
                        </a:schemeClr>
                      </a:solidFill>
                      <a:prstDash val="dash"/>
                      <a:round/>
                      <a:headEnd type="none" w="med" len="med"/>
                      <a:tailEnd type="none" w="med" len="med"/>
                    </a:lnR>
                    <a:lnT w="19050" cap="flat" cmpd="sng" algn="ctr">
                      <a:solidFill>
                        <a:schemeClr val="bg1">
                          <a:lumMod val="7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chemeClr val="bg1">
                          <a:lumMod val="7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noFill/>
                  </a:tcPr>
                </a:tc>
                <a:tc>
                  <a:txBody>
                    <a:bodyPr/>
                    <a:lstStyle/>
                    <a:p>
                      <a:pPr rtl="0"/>
                      <a:endParaRPr lang="en-US" sz="1200" dirty="0">
                        <a:solidFill>
                          <a:schemeClr val="tx1"/>
                        </a:solidFill>
                        <a:latin typeface="+mn-lt"/>
                        <a:cs typeface="+mn-cs"/>
                      </a:endParaRPr>
                    </a:p>
                  </a:txBody>
                  <a:tcPr marL="72000" marR="72000" marT="54000" marB="54000">
                    <a:lnL w="9525" cap="flat" cmpd="sng" algn="ctr">
                      <a:solidFill>
                        <a:schemeClr val="bg1">
                          <a:lumMod val="75000"/>
                        </a:schemeClr>
                      </a:solidFill>
                      <a:prstDash val="dash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chemeClr val="bg1">
                          <a:lumMod val="75000"/>
                        </a:schemeClr>
                      </a:solidFill>
                      <a:prstDash val="dash"/>
                      <a:round/>
                      <a:headEnd type="none" w="med" len="med"/>
                      <a:tailEnd type="none" w="med" len="med"/>
                    </a:lnR>
                    <a:lnT w="19050" cap="flat" cmpd="sng" algn="ctr">
                      <a:solidFill>
                        <a:schemeClr val="bg1">
                          <a:lumMod val="7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chemeClr val="bg1">
                          <a:lumMod val="7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noFill/>
                  </a:tcPr>
                </a:tc>
                <a:tc>
                  <a:txBody>
                    <a:bodyPr/>
                    <a:lstStyle/>
                    <a:p>
                      <a:pPr rtl="0"/>
                      <a:endParaRPr lang="en-US" sz="1200" dirty="0">
                        <a:solidFill>
                          <a:schemeClr val="tx1"/>
                        </a:solidFill>
                        <a:latin typeface="+mn-lt"/>
                        <a:cs typeface="+mn-cs"/>
                      </a:endParaRPr>
                    </a:p>
                  </a:txBody>
                  <a:tcPr marL="72000" marR="72000" marT="54000" marB="54000">
                    <a:lnL w="9525" cap="flat" cmpd="sng" algn="ctr">
                      <a:solidFill>
                        <a:schemeClr val="bg1">
                          <a:lumMod val="75000"/>
                        </a:schemeClr>
                      </a:solidFill>
                      <a:prstDash val="dash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chemeClr val="bg1">
                          <a:lumMod val="75000"/>
                        </a:schemeClr>
                      </a:solidFill>
                      <a:prstDash val="dash"/>
                      <a:round/>
                      <a:headEnd type="none" w="med" len="med"/>
                      <a:tailEnd type="none" w="med" len="med"/>
                    </a:lnR>
                    <a:lnT w="19050" cap="flat" cmpd="sng" algn="ctr">
                      <a:solidFill>
                        <a:schemeClr val="bg1">
                          <a:lumMod val="7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chemeClr val="bg1">
                          <a:lumMod val="7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noFill/>
                  </a:tcPr>
                </a:tc>
                <a:tc>
                  <a:txBody>
                    <a:bodyPr/>
                    <a:lstStyle/>
                    <a:p>
                      <a:pPr rtl="0"/>
                      <a:endParaRPr lang="en-US" sz="1200" dirty="0">
                        <a:solidFill>
                          <a:schemeClr val="tx1"/>
                        </a:solidFill>
                        <a:latin typeface="+mn-lt"/>
                        <a:cs typeface="+mn-cs"/>
                      </a:endParaRPr>
                    </a:p>
                  </a:txBody>
                  <a:tcPr marL="72000" marR="72000" marT="54000" marB="54000">
                    <a:lnL w="9525" cap="flat" cmpd="sng" algn="ctr">
                      <a:solidFill>
                        <a:schemeClr val="bg1">
                          <a:lumMod val="75000"/>
                        </a:schemeClr>
                      </a:solidFill>
                      <a:prstDash val="dash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chemeClr val="bg1">
                          <a:lumMod val="75000"/>
                        </a:schemeClr>
                      </a:solidFill>
                      <a:prstDash val="dash"/>
                      <a:round/>
                      <a:headEnd type="none" w="med" len="med"/>
                      <a:tailEnd type="none" w="med" len="med"/>
                    </a:lnR>
                    <a:lnT w="19050" cap="flat" cmpd="sng" algn="ctr">
                      <a:solidFill>
                        <a:schemeClr val="bg1">
                          <a:lumMod val="7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chemeClr val="bg1">
                          <a:lumMod val="7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noFill/>
                  </a:tcPr>
                </a:tc>
                <a:tc>
                  <a:txBody>
                    <a:bodyPr/>
                    <a:lstStyle/>
                    <a:p>
                      <a:pPr rtl="0"/>
                      <a:endParaRPr lang="en-US" sz="1200">
                        <a:solidFill>
                          <a:schemeClr val="tx1"/>
                        </a:solidFill>
                        <a:latin typeface="+mn-lt"/>
                        <a:cs typeface="+mn-cs"/>
                      </a:endParaRPr>
                    </a:p>
                  </a:txBody>
                  <a:tcPr marL="72000" marR="72000" marT="54000" marB="54000">
                    <a:lnL w="9525" cap="flat" cmpd="sng" algn="ctr">
                      <a:solidFill>
                        <a:schemeClr val="bg1">
                          <a:lumMod val="75000"/>
                        </a:schemeClr>
                      </a:solidFill>
                      <a:prstDash val="dash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chemeClr val="bg1">
                          <a:lumMod val="75000"/>
                        </a:schemeClr>
                      </a:solidFill>
                      <a:prstDash val="dash"/>
                      <a:round/>
                      <a:headEnd type="none" w="med" len="med"/>
                      <a:tailEnd type="none" w="med" len="med"/>
                    </a:lnR>
                    <a:lnT w="19050" cap="flat" cmpd="sng" algn="ctr">
                      <a:solidFill>
                        <a:schemeClr val="bg1">
                          <a:lumMod val="7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chemeClr val="bg1">
                          <a:lumMod val="7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noFill/>
                  </a:tcPr>
                </a:tc>
                <a:tc>
                  <a:txBody>
                    <a:bodyPr/>
                    <a:lstStyle/>
                    <a:p>
                      <a:pPr rtl="0"/>
                      <a:endParaRPr lang="en-US" sz="1200">
                        <a:solidFill>
                          <a:schemeClr val="tx1"/>
                        </a:solidFill>
                        <a:latin typeface="+mn-lt"/>
                        <a:cs typeface="+mn-cs"/>
                      </a:endParaRPr>
                    </a:p>
                  </a:txBody>
                  <a:tcPr marL="72000" marR="72000" marT="54000" marB="54000">
                    <a:lnL w="9525" cap="flat" cmpd="sng" algn="ctr">
                      <a:solidFill>
                        <a:schemeClr val="bg1">
                          <a:lumMod val="75000"/>
                        </a:schemeClr>
                      </a:solidFill>
                      <a:prstDash val="dash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chemeClr val="bg1">
                          <a:lumMod val="75000"/>
                        </a:schemeClr>
                      </a:solidFill>
                      <a:prstDash val="dash"/>
                      <a:round/>
                      <a:headEnd type="none" w="med" len="med"/>
                      <a:tailEnd type="none" w="med" len="med"/>
                    </a:lnR>
                    <a:lnT w="19050" cap="flat" cmpd="sng" algn="ctr">
                      <a:solidFill>
                        <a:schemeClr val="bg1">
                          <a:lumMod val="7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chemeClr val="bg1">
                          <a:lumMod val="7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noFill/>
                  </a:tcPr>
                </a:tc>
                <a:tc>
                  <a:txBody>
                    <a:bodyPr/>
                    <a:lstStyle/>
                    <a:p>
                      <a:pPr rtl="0"/>
                      <a:endParaRPr lang="en-US" sz="1200">
                        <a:solidFill>
                          <a:schemeClr val="tx1"/>
                        </a:solidFill>
                        <a:latin typeface="+mn-lt"/>
                        <a:cs typeface="+mn-cs"/>
                      </a:endParaRPr>
                    </a:p>
                  </a:txBody>
                  <a:tcPr marL="72000" marR="72000" marT="54000" marB="54000">
                    <a:lnL w="9525" cap="flat" cmpd="sng" algn="ctr">
                      <a:solidFill>
                        <a:schemeClr val="bg1">
                          <a:lumMod val="75000"/>
                        </a:schemeClr>
                      </a:solidFill>
                      <a:prstDash val="dash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chemeClr val="bg1">
                          <a:lumMod val="75000"/>
                        </a:schemeClr>
                      </a:solidFill>
                      <a:prstDash val="dash"/>
                      <a:round/>
                      <a:headEnd type="none" w="med" len="med"/>
                      <a:tailEnd type="none" w="med" len="med"/>
                    </a:lnR>
                    <a:lnT w="19050" cap="flat" cmpd="sng" algn="ctr">
                      <a:solidFill>
                        <a:schemeClr val="bg1">
                          <a:lumMod val="7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chemeClr val="bg1">
                          <a:lumMod val="7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noFill/>
                  </a:tcPr>
                </a:tc>
                <a:tc>
                  <a:txBody>
                    <a:bodyPr/>
                    <a:lstStyle/>
                    <a:p>
                      <a:pPr rtl="0"/>
                      <a:endParaRPr lang="en-US" sz="1200">
                        <a:solidFill>
                          <a:schemeClr val="tx1"/>
                        </a:solidFill>
                        <a:latin typeface="+mn-lt"/>
                        <a:cs typeface="+mn-cs"/>
                      </a:endParaRPr>
                    </a:p>
                  </a:txBody>
                  <a:tcPr marL="72000" marR="72000" marT="54000" marB="54000">
                    <a:lnL w="9525" cap="flat" cmpd="sng" algn="ctr">
                      <a:solidFill>
                        <a:schemeClr val="bg1">
                          <a:lumMod val="75000"/>
                        </a:schemeClr>
                      </a:solidFill>
                      <a:prstDash val="dash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chemeClr val="bg1">
                          <a:lumMod val="75000"/>
                        </a:schemeClr>
                      </a:solidFill>
                      <a:prstDash val="dash"/>
                      <a:round/>
                      <a:headEnd type="none" w="med" len="med"/>
                      <a:tailEnd type="none" w="med" len="med"/>
                    </a:lnR>
                    <a:lnT w="19050" cap="flat" cmpd="sng" algn="ctr">
                      <a:solidFill>
                        <a:schemeClr val="bg1">
                          <a:lumMod val="7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chemeClr val="bg1">
                          <a:lumMod val="7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noFill/>
                  </a:tcPr>
                </a:tc>
                <a:tc>
                  <a:txBody>
                    <a:bodyPr/>
                    <a:lstStyle/>
                    <a:p>
                      <a:pPr rtl="0"/>
                      <a:endParaRPr lang="en-US" sz="1200">
                        <a:solidFill>
                          <a:schemeClr val="tx1"/>
                        </a:solidFill>
                        <a:latin typeface="+mn-lt"/>
                        <a:cs typeface="+mn-cs"/>
                      </a:endParaRPr>
                    </a:p>
                  </a:txBody>
                  <a:tcPr marL="72000" marR="72000" marT="54000" marB="54000">
                    <a:lnL w="9525" cap="flat" cmpd="sng" algn="ctr">
                      <a:solidFill>
                        <a:schemeClr val="bg1">
                          <a:lumMod val="75000"/>
                        </a:schemeClr>
                      </a:solidFill>
                      <a:prstDash val="dash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chemeClr val="bg1">
                          <a:lumMod val="75000"/>
                        </a:schemeClr>
                      </a:solidFill>
                      <a:prstDash val="dash"/>
                      <a:round/>
                      <a:headEnd type="none" w="med" len="med"/>
                      <a:tailEnd type="none" w="med" len="med"/>
                    </a:lnR>
                    <a:lnT w="19050" cap="flat" cmpd="sng" algn="ctr">
                      <a:solidFill>
                        <a:schemeClr val="bg1">
                          <a:lumMod val="7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chemeClr val="bg1">
                          <a:lumMod val="7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noFill/>
                  </a:tcPr>
                </a:tc>
                <a:tc>
                  <a:txBody>
                    <a:bodyPr/>
                    <a:lstStyle/>
                    <a:p>
                      <a:pPr rtl="0"/>
                      <a:endParaRPr lang="en-US" sz="1200" dirty="0">
                        <a:solidFill>
                          <a:schemeClr val="tx1"/>
                        </a:solidFill>
                        <a:latin typeface="+mn-lt"/>
                        <a:cs typeface="+mn-cs"/>
                      </a:endParaRPr>
                    </a:p>
                  </a:txBody>
                  <a:tcPr marL="72000" marR="72000" marT="54000" marB="54000">
                    <a:lnL w="9525" cap="flat" cmpd="sng" algn="ctr">
                      <a:solidFill>
                        <a:schemeClr val="bg1">
                          <a:lumMod val="75000"/>
                        </a:schemeClr>
                      </a:solidFill>
                      <a:prstDash val="dash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chemeClr val="bg1">
                          <a:lumMod val="75000"/>
                        </a:schemeClr>
                      </a:solidFill>
                      <a:prstDash val="dash"/>
                      <a:round/>
                      <a:headEnd type="none" w="med" len="med"/>
                      <a:tailEnd type="none" w="med" len="med"/>
                    </a:lnR>
                    <a:lnT w="19050" cap="flat" cmpd="sng" algn="ctr">
                      <a:solidFill>
                        <a:schemeClr val="bg1">
                          <a:lumMod val="7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chemeClr val="bg1">
                          <a:lumMod val="7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noFill/>
                  </a:tcPr>
                </a:tc>
                <a:tc>
                  <a:txBody>
                    <a:bodyPr/>
                    <a:lstStyle/>
                    <a:p>
                      <a:pPr rtl="0"/>
                      <a:endParaRPr lang="en-US" sz="1200" dirty="0">
                        <a:solidFill>
                          <a:schemeClr val="tx1"/>
                        </a:solidFill>
                        <a:latin typeface="+mn-lt"/>
                        <a:cs typeface="+mn-cs"/>
                      </a:endParaRPr>
                    </a:p>
                  </a:txBody>
                  <a:tcPr marL="72000" marR="72000" marT="54000" marB="54000">
                    <a:lnL w="9525" cap="flat" cmpd="sng" algn="ctr">
                      <a:solidFill>
                        <a:schemeClr val="bg1">
                          <a:lumMod val="75000"/>
                        </a:schemeClr>
                      </a:solidFill>
                      <a:prstDash val="dash"/>
                      <a:round/>
                      <a:headEnd type="none" w="med" len="med"/>
                      <a:tailEnd type="none" w="med" len="med"/>
                    </a:lnL>
                    <a:lnR w="12700" cmpd="sng">
                      <a:noFill/>
                    </a:lnR>
                    <a:lnT w="19050" cap="flat" cmpd="sng" algn="ctr">
                      <a:solidFill>
                        <a:schemeClr val="bg1">
                          <a:lumMod val="7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chemeClr val="bg1">
                          <a:lumMod val="7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noFill/>
                  </a:tcPr>
                </a:tc>
                <a:extLst>
                  <a:ext uri="{0D108BD9-81ED-4DB2-BD59-A6C34878D82A}">
                    <a16:rowId xmlns:a16="http://schemas.microsoft.com/office/drawing/2014/main" val="1246865738"/>
                  </a:ext>
                </a:extLst>
              </a:tr>
              <a:tr h="500062">
                <a:tc>
                  <a:txBody>
                    <a:bodyPr/>
                    <a:lstStyle/>
                    <a:p>
                      <a:pPr marL="0" marR="0" lvl="0" indent="0" algn="l" defTabSz="914400" rtl="0" eaLnBrk="1" fontAlgn="auto" latinLnBrk="0" hangingPunct="1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Tx/>
                        <a:buSzTx/>
                        <a:buFontTx/>
                        <a:buNone/>
                        <a:tabLst/>
                        <a:defRPr/>
                      </a:pPr>
                      <a:r>
                        <a:rPr kumimoji="0" lang="en-US" sz="1600" b="0" i="0" u="none" strike="noStrike" kern="1200" cap="none" spc="0" normalizeH="0" baseline="0" noProof="0" dirty="0">
                          <a:ln>
                            <a:noFill/>
                          </a:ln>
                          <a:solidFill>
                            <a:schemeClr val="tx1"/>
                          </a:solidFill>
                          <a:effectLst/>
                          <a:uLnTx/>
                          <a:uFillTx/>
                          <a:latin typeface="+mn-lt"/>
                          <a:ea typeface="+mn-ea"/>
                          <a:cs typeface="+mn-cs"/>
                        </a:rPr>
                        <a:t>Material Weakness</a:t>
                      </a:r>
                    </a:p>
                  </a:txBody>
                  <a:tcPr marL="0" marR="72000" marT="54000" marB="54000" anchor="ctr">
                    <a:lnL w="12700" cmpd="sng">
                      <a:noFill/>
                    </a:lnL>
                    <a:lnR w="9525" cap="flat" cmpd="sng" algn="ctr">
                      <a:solidFill>
                        <a:schemeClr val="bg1">
                          <a:lumMod val="75000"/>
                        </a:schemeClr>
                      </a:solidFill>
                      <a:prstDash val="dash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chemeClr val="bg1">
                          <a:lumMod val="7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chemeClr val="bg1">
                          <a:lumMod val="7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noFill/>
                  </a:tcPr>
                </a:tc>
                <a:tc>
                  <a:txBody>
                    <a:bodyPr/>
                    <a:lstStyle/>
                    <a:p>
                      <a:pPr rtl="0"/>
                      <a:endParaRPr lang="en-US" sz="1200" dirty="0">
                        <a:solidFill>
                          <a:schemeClr val="tx1"/>
                        </a:solidFill>
                        <a:latin typeface="+mn-lt"/>
                        <a:cs typeface="+mn-cs"/>
                      </a:endParaRPr>
                    </a:p>
                  </a:txBody>
                  <a:tcPr marL="72000" marR="72000" marT="54000" marB="54000">
                    <a:lnL w="9525" cap="flat" cmpd="sng" algn="ctr">
                      <a:solidFill>
                        <a:schemeClr val="bg1">
                          <a:lumMod val="75000"/>
                        </a:schemeClr>
                      </a:solidFill>
                      <a:prstDash val="dash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chemeClr val="bg1">
                          <a:lumMod val="75000"/>
                        </a:schemeClr>
                      </a:solidFill>
                      <a:prstDash val="dash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chemeClr val="bg1">
                          <a:lumMod val="7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chemeClr val="bg1">
                          <a:lumMod val="7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noFill/>
                  </a:tcPr>
                </a:tc>
                <a:tc>
                  <a:txBody>
                    <a:bodyPr/>
                    <a:lstStyle/>
                    <a:p>
                      <a:pPr rtl="0"/>
                      <a:endParaRPr lang="en-US" sz="1200" dirty="0">
                        <a:solidFill>
                          <a:schemeClr val="tx1"/>
                        </a:solidFill>
                        <a:latin typeface="+mn-lt"/>
                        <a:cs typeface="+mn-cs"/>
                      </a:endParaRPr>
                    </a:p>
                  </a:txBody>
                  <a:tcPr marL="72000" marR="72000" marT="54000" marB="54000">
                    <a:lnL w="9525" cap="flat" cmpd="sng" algn="ctr">
                      <a:solidFill>
                        <a:schemeClr val="bg1">
                          <a:lumMod val="75000"/>
                        </a:schemeClr>
                      </a:solidFill>
                      <a:prstDash val="dash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chemeClr val="bg1">
                          <a:lumMod val="75000"/>
                        </a:schemeClr>
                      </a:solidFill>
                      <a:prstDash val="dash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chemeClr val="bg1">
                          <a:lumMod val="7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chemeClr val="bg1">
                          <a:lumMod val="7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noFill/>
                  </a:tcPr>
                </a:tc>
                <a:tc>
                  <a:txBody>
                    <a:bodyPr/>
                    <a:lstStyle/>
                    <a:p>
                      <a:pPr rtl="0"/>
                      <a:endParaRPr lang="en-US" sz="1200">
                        <a:solidFill>
                          <a:schemeClr val="tx1"/>
                        </a:solidFill>
                        <a:latin typeface="+mn-lt"/>
                        <a:cs typeface="+mn-cs"/>
                      </a:endParaRPr>
                    </a:p>
                  </a:txBody>
                  <a:tcPr marL="72000" marR="72000" marT="54000" marB="54000">
                    <a:lnL w="9525" cap="flat" cmpd="sng" algn="ctr">
                      <a:solidFill>
                        <a:schemeClr val="bg1">
                          <a:lumMod val="75000"/>
                        </a:schemeClr>
                      </a:solidFill>
                      <a:prstDash val="dash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chemeClr val="bg1">
                          <a:lumMod val="75000"/>
                        </a:schemeClr>
                      </a:solidFill>
                      <a:prstDash val="dash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chemeClr val="bg1">
                          <a:lumMod val="7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chemeClr val="bg1">
                          <a:lumMod val="7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noFill/>
                  </a:tcPr>
                </a:tc>
                <a:tc>
                  <a:txBody>
                    <a:bodyPr/>
                    <a:lstStyle/>
                    <a:p>
                      <a:pPr rtl="0"/>
                      <a:endParaRPr lang="en-US" sz="1200">
                        <a:solidFill>
                          <a:schemeClr val="tx1"/>
                        </a:solidFill>
                        <a:latin typeface="+mn-lt"/>
                        <a:cs typeface="+mn-cs"/>
                      </a:endParaRPr>
                    </a:p>
                  </a:txBody>
                  <a:tcPr marL="72000" marR="72000" marT="54000" marB="54000">
                    <a:lnL w="9525" cap="flat" cmpd="sng" algn="ctr">
                      <a:solidFill>
                        <a:schemeClr val="bg1">
                          <a:lumMod val="75000"/>
                        </a:schemeClr>
                      </a:solidFill>
                      <a:prstDash val="dash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chemeClr val="bg1">
                          <a:lumMod val="75000"/>
                        </a:schemeClr>
                      </a:solidFill>
                      <a:prstDash val="dash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chemeClr val="bg1">
                          <a:lumMod val="7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chemeClr val="bg1">
                          <a:lumMod val="7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noFill/>
                  </a:tcPr>
                </a:tc>
                <a:tc>
                  <a:txBody>
                    <a:bodyPr/>
                    <a:lstStyle/>
                    <a:p>
                      <a:pPr rtl="0"/>
                      <a:endParaRPr lang="en-US" sz="1200">
                        <a:solidFill>
                          <a:schemeClr val="tx1"/>
                        </a:solidFill>
                        <a:latin typeface="+mn-lt"/>
                        <a:cs typeface="+mn-cs"/>
                      </a:endParaRPr>
                    </a:p>
                  </a:txBody>
                  <a:tcPr marL="72000" marR="72000" marT="54000" marB="54000">
                    <a:lnL w="9525" cap="flat" cmpd="sng" algn="ctr">
                      <a:solidFill>
                        <a:schemeClr val="bg1">
                          <a:lumMod val="75000"/>
                        </a:schemeClr>
                      </a:solidFill>
                      <a:prstDash val="dash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chemeClr val="bg1">
                          <a:lumMod val="75000"/>
                        </a:schemeClr>
                      </a:solidFill>
                      <a:prstDash val="dash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chemeClr val="bg1">
                          <a:lumMod val="7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chemeClr val="bg1">
                          <a:lumMod val="7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noFill/>
                  </a:tcPr>
                </a:tc>
                <a:tc>
                  <a:txBody>
                    <a:bodyPr/>
                    <a:lstStyle/>
                    <a:p>
                      <a:pPr rtl="0"/>
                      <a:endParaRPr lang="en-US" sz="1200">
                        <a:solidFill>
                          <a:schemeClr val="tx1"/>
                        </a:solidFill>
                        <a:latin typeface="+mn-lt"/>
                        <a:cs typeface="+mn-cs"/>
                      </a:endParaRPr>
                    </a:p>
                  </a:txBody>
                  <a:tcPr marL="72000" marR="72000" marT="54000" marB="54000">
                    <a:lnL w="9525" cap="flat" cmpd="sng" algn="ctr">
                      <a:solidFill>
                        <a:schemeClr val="bg1">
                          <a:lumMod val="75000"/>
                        </a:schemeClr>
                      </a:solidFill>
                      <a:prstDash val="dash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chemeClr val="bg1">
                          <a:lumMod val="75000"/>
                        </a:schemeClr>
                      </a:solidFill>
                      <a:prstDash val="dash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chemeClr val="bg1">
                          <a:lumMod val="7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chemeClr val="bg1">
                          <a:lumMod val="7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noFill/>
                  </a:tcPr>
                </a:tc>
                <a:tc>
                  <a:txBody>
                    <a:bodyPr/>
                    <a:lstStyle/>
                    <a:p>
                      <a:pPr rtl="0"/>
                      <a:endParaRPr lang="en-US" sz="1200">
                        <a:solidFill>
                          <a:schemeClr val="tx1"/>
                        </a:solidFill>
                        <a:latin typeface="+mn-lt"/>
                        <a:cs typeface="+mn-cs"/>
                      </a:endParaRPr>
                    </a:p>
                  </a:txBody>
                  <a:tcPr marL="72000" marR="72000" marT="54000" marB="54000">
                    <a:lnL w="9525" cap="flat" cmpd="sng" algn="ctr">
                      <a:solidFill>
                        <a:schemeClr val="bg1">
                          <a:lumMod val="75000"/>
                        </a:schemeClr>
                      </a:solidFill>
                      <a:prstDash val="dash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chemeClr val="bg1">
                          <a:lumMod val="75000"/>
                        </a:schemeClr>
                      </a:solidFill>
                      <a:prstDash val="dash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chemeClr val="bg1">
                          <a:lumMod val="7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chemeClr val="bg1">
                          <a:lumMod val="7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noFill/>
                  </a:tcPr>
                </a:tc>
                <a:tc>
                  <a:txBody>
                    <a:bodyPr/>
                    <a:lstStyle/>
                    <a:p>
                      <a:pPr rtl="0"/>
                      <a:endParaRPr lang="en-US" sz="1200">
                        <a:solidFill>
                          <a:schemeClr val="tx1"/>
                        </a:solidFill>
                        <a:latin typeface="+mn-lt"/>
                        <a:cs typeface="+mn-cs"/>
                      </a:endParaRPr>
                    </a:p>
                  </a:txBody>
                  <a:tcPr marL="72000" marR="72000" marT="54000" marB="54000">
                    <a:lnL w="9525" cap="flat" cmpd="sng" algn="ctr">
                      <a:solidFill>
                        <a:schemeClr val="bg1">
                          <a:lumMod val="75000"/>
                        </a:schemeClr>
                      </a:solidFill>
                      <a:prstDash val="dash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chemeClr val="bg1">
                          <a:lumMod val="75000"/>
                        </a:schemeClr>
                      </a:solidFill>
                      <a:prstDash val="dash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chemeClr val="bg1">
                          <a:lumMod val="7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chemeClr val="bg1">
                          <a:lumMod val="7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noFill/>
                  </a:tcPr>
                </a:tc>
                <a:tc>
                  <a:txBody>
                    <a:bodyPr/>
                    <a:lstStyle/>
                    <a:p>
                      <a:pPr rtl="0"/>
                      <a:endParaRPr lang="en-US" sz="1200">
                        <a:solidFill>
                          <a:schemeClr val="tx1"/>
                        </a:solidFill>
                        <a:latin typeface="+mn-lt"/>
                        <a:cs typeface="+mn-cs"/>
                      </a:endParaRPr>
                    </a:p>
                  </a:txBody>
                  <a:tcPr marL="72000" marR="72000" marT="54000" marB="54000">
                    <a:lnL w="9525" cap="flat" cmpd="sng" algn="ctr">
                      <a:solidFill>
                        <a:schemeClr val="bg1">
                          <a:lumMod val="75000"/>
                        </a:schemeClr>
                      </a:solidFill>
                      <a:prstDash val="dash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chemeClr val="bg1">
                          <a:lumMod val="75000"/>
                        </a:schemeClr>
                      </a:solidFill>
                      <a:prstDash val="dash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chemeClr val="bg1">
                          <a:lumMod val="7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chemeClr val="bg1">
                          <a:lumMod val="7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noFill/>
                  </a:tcPr>
                </a:tc>
                <a:tc>
                  <a:txBody>
                    <a:bodyPr/>
                    <a:lstStyle/>
                    <a:p>
                      <a:pPr rtl="0"/>
                      <a:endParaRPr lang="en-US" sz="1200">
                        <a:solidFill>
                          <a:schemeClr val="tx1"/>
                        </a:solidFill>
                        <a:latin typeface="+mn-lt"/>
                        <a:cs typeface="+mn-cs"/>
                      </a:endParaRPr>
                    </a:p>
                  </a:txBody>
                  <a:tcPr marL="72000" marR="72000" marT="54000" marB="54000">
                    <a:lnL w="9525" cap="flat" cmpd="sng" algn="ctr">
                      <a:solidFill>
                        <a:schemeClr val="bg1">
                          <a:lumMod val="75000"/>
                        </a:schemeClr>
                      </a:solidFill>
                      <a:prstDash val="dash"/>
                      <a:round/>
                      <a:headEnd type="none" w="med" len="med"/>
                      <a:tailEnd type="none" w="med" len="med"/>
                    </a:lnL>
                    <a:lnR w="12700" cmpd="sng">
                      <a:noFill/>
                    </a:lnR>
                    <a:lnT w="9525" cap="flat" cmpd="sng" algn="ctr">
                      <a:solidFill>
                        <a:schemeClr val="bg1">
                          <a:lumMod val="7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chemeClr val="bg1">
                          <a:lumMod val="7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noFill/>
                  </a:tcPr>
                </a:tc>
                <a:extLst>
                  <a:ext uri="{0D108BD9-81ED-4DB2-BD59-A6C34878D82A}">
                    <a16:rowId xmlns:a16="http://schemas.microsoft.com/office/drawing/2014/main" val="1146969025"/>
                  </a:ext>
                </a:extLst>
              </a:tr>
              <a:tr h="500062">
                <a:tc>
                  <a:txBody>
                    <a:bodyPr/>
                    <a:lstStyle/>
                    <a:p>
                      <a:pPr marL="0" marR="0" lvl="0" indent="0" algn="l" defTabSz="914400" rtl="0" eaLnBrk="1" fontAlgn="auto" latinLnBrk="0" hangingPunct="1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Tx/>
                        <a:buSzTx/>
                        <a:buFontTx/>
                        <a:buNone/>
                        <a:tabLst/>
                        <a:defRPr/>
                      </a:pPr>
                      <a:r>
                        <a:rPr kumimoji="0" lang="en-US" sz="1600" b="0" i="0" u="none" strike="noStrike" kern="1200" cap="none" spc="0" normalizeH="0" baseline="0" noProof="0" dirty="0">
                          <a:ln>
                            <a:noFill/>
                          </a:ln>
                          <a:solidFill>
                            <a:schemeClr val="tx1"/>
                          </a:solidFill>
                          <a:effectLst/>
                          <a:uLnTx/>
                          <a:uFillTx/>
                          <a:latin typeface="+mn-lt"/>
                          <a:ea typeface="+mn-ea"/>
                          <a:cs typeface="+mn-cs"/>
                        </a:rPr>
                        <a:t>Repeat Finding</a:t>
                      </a:r>
                    </a:p>
                  </a:txBody>
                  <a:tcPr marL="0" marR="72000" marT="54000" marB="54000" anchor="ctr">
                    <a:lnL w="12700" cmpd="sng">
                      <a:noFill/>
                    </a:lnL>
                    <a:lnR w="9525" cap="flat" cmpd="sng" algn="ctr">
                      <a:solidFill>
                        <a:schemeClr val="bg1">
                          <a:lumMod val="75000"/>
                        </a:schemeClr>
                      </a:solidFill>
                      <a:prstDash val="dash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chemeClr val="bg1">
                          <a:lumMod val="7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chemeClr val="bg1">
                          <a:lumMod val="7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noFill/>
                  </a:tcPr>
                </a:tc>
                <a:tc>
                  <a:txBody>
                    <a:bodyPr/>
                    <a:lstStyle/>
                    <a:p>
                      <a:pPr rtl="0"/>
                      <a:endParaRPr lang="en-US" sz="1200">
                        <a:solidFill>
                          <a:schemeClr val="tx1"/>
                        </a:solidFill>
                        <a:latin typeface="+mn-lt"/>
                        <a:cs typeface="+mn-cs"/>
                      </a:endParaRPr>
                    </a:p>
                  </a:txBody>
                  <a:tcPr marL="72000" marR="72000" marT="54000" marB="54000">
                    <a:lnL w="9525" cap="flat" cmpd="sng" algn="ctr">
                      <a:solidFill>
                        <a:schemeClr val="bg1">
                          <a:lumMod val="75000"/>
                        </a:schemeClr>
                      </a:solidFill>
                      <a:prstDash val="dash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chemeClr val="bg1">
                          <a:lumMod val="75000"/>
                        </a:schemeClr>
                      </a:solidFill>
                      <a:prstDash val="dash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chemeClr val="bg1">
                          <a:lumMod val="7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chemeClr val="bg1">
                          <a:lumMod val="7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noFill/>
                  </a:tcPr>
                </a:tc>
                <a:tc>
                  <a:txBody>
                    <a:bodyPr/>
                    <a:lstStyle/>
                    <a:p>
                      <a:pPr rtl="0"/>
                      <a:endParaRPr lang="en-US" sz="1200" dirty="0">
                        <a:solidFill>
                          <a:schemeClr val="tx1"/>
                        </a:solidFill>
                        <a:latin typeface="+mn-lt"/>
                        <a:cs typeface="+mn-cs"/>
                      </a:endParaRPr>
                    </a:p>
                  </a:txBody>
                  <a:tcPr marL="72000" marR="72000" marT="54000" marB="54000">
                    <a:lnL w="9525" cap="flat" cmpd="sng" algn="ctr">
                      <a:solidFill>
                        <a:schemeClr val="bg1">
                          <a:lumMod val="75000"/>
                        </a:schemeClr>
                      </a:solidFill>
                      <a:prstDash val="dash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chemeClr val="bg1">
                          <a:lumMod val="75000"/>
                        </a:schemeClr>
                      </a:solidFill>
                      <a:prstDash val="dash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chemeClr val="bg1">
                          <a:lumMod val="7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chemeClr val="bg1">
                          <a:lumMod val="7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noFill/>
                  </a:tcPr>
                </a:tc>
                <a:tc>
                  <a:txBody>
                    <a:bodyPr/>
                    <a:lstStyle/>
                    <a:p>
                      <a:pPr rtl="0"/>
                      <a:endParaRPr lang="en-US" sz="1200" dirty="0">
                        <a:solidFill>
                          <a:schemeClr val="tx1"/>
                        </a:solidFill>
                        <a:latin typeface="+mn-lt"/>
                        <a:cs typeface="+mn-cs"/>
                      </a:endParaRPr>
                    </a:p>
                  </a:txBody>
                  <a:tcPr marL="72000" marR="72000" marT="54000" marB="54000">
                    <a:lnL w="9525" cap="flat" cmpd="sng" algn="ctr">
                      <a:solidFill>
                        <a:schemeClr val="bg1">
                          <a:lumMod val="75000"/>
                        </a:schemeClr>
                      </a:solidFill>
                      <a:prstDash val="dash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chemeClr val="bg1">
                          <a:lumMod val="75000"/>
                        </a:schemeClr>
                      </a:solidFill>
                      <a:prstDash val="dash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chemeClr val="bg1">
                          <a:lumMod val="7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chemeClr val="bg1">
                          <a:lumMod val="7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noFill/>
                  </a:tcPr>
                </a:tc>
                <a:tc>
                  <a:txBody>
                    <a:bodyPr/>
                    <a:lstStyle/>
                    <a:p>
                      <a:pPr rtl="0"/>
                      <a:endParaRPr lang="en-US" sz="1200" dirty="0">
                        <a:solidFill>
                          <a:schemeClr val="tx1"/>
                        </a:solidFill>
                        <a:latin typeface="+mn-lt"/>
                        <a:cs typeface="+mn-cs"/>
                      </a:endParaRPr>
                    </a:p>
                  </a:txBody>
                  <a:tcPr marL="72000" marR="72000" marT="54000" marB="54000">
                    <a:lnL w="9525" cap="flat" cmpd="sng" algn="ctr">
                      <a:solidFill>
                        <a:schemeClr val="bg1">
                          <a:lumMod val="75000"/>
                        </a:schemeClr>
                      </a:solidFill>
                      <a:prstDash val="dash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chemeClr val="bg1">
                          <a:lumMod val="75000"/>
                        </a:schemeClr>
                      </a:solidFill>
                      <a:prstDash val="dash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chemeClr val="bg1">
                          <a:lumMod val="7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chemeClr val="bg1">
                          <a:lumMod val="7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noFill/>
                  </a:tcPr>
                </a:tc>
                <a:tc>
                  <a:txBody>
                    <a:bodyPr/>
                    <a:lstStyle/>
                    <a:p>
                      <a:pPr rtl="0"/>
                      <a:endParaRPr lang="en-US" sz="1200" dirty="0">
                        <a:solidFill>
                          <a:schemeClr val="tx1"/>
                        </a:solidFill>
                        <a:latin typeface="+mn-lt"/>
                        <a:cs typeface="+mn-cs"/>
                      </a:endParaRPr>
                    </a:p>
                  </a:txBody>
                  <a:tcPr marL="72000" marR="72000" marT="54000" marB="54000">
                    <a:lnL w="9525" cap="flat" cmpd="sng" algn="ctr">
                      <a:solidFill>
                        <a:schemeClr val="bg1">
                          <a:lumMod val="75000"/>
                        </a:schemeClr>
                      </a:solidFill>
                      <a:prstDash val="dash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chemeClr val="bg1">
                          <a:lumMod val="75000"/>
                        </a:schemeClr>
                      </a:solidFill>
                      <a:prstDash val="dash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chemeClr val="bg1">
                          <a:lumMod val="7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chemeClr val="bg1">
                          <a:lumMod val="7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noFill/>
                  </a:tcPr>
                </a:tc>
                <a:tc>
                  <a:txBody>
                    <a:bodyPr/>
                    <a:lstStyle/>
                    <a:p>
                      <a:pPr rtl="0"/>
                      <a:endParaRPr lang="en-US" sz="1200">
                        <a:solidFill>
                          <a:schemeClr val="tx1"/>
                        </a:solidFill>
                        <a:latin typeface="+mn-lt"/>
                        <a:cs typeface="+mn-cs"/>
                      </a:endParaRPr>
                    </a:p>
                  </a:txBody>
                  <a:tcPr marL="72000" marR="72000" marT="54000" marB="54000">
                    <a:lnL w="9525" cap="flat" cmpd="sng" algn="ctr">
                      <a:solidFill>
                        <a:schemeClr val="bg1">
                          <a:lumMod val="75000"/>
                        </a:schemeClr>
                      </a:solidFill>
                      <a:prstDash val="dash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chemeClr val="bg1">
                          <a:lumMod val="75000"/>
                        </a:schemeClr>
                      </a:solidFill>
                      <a:prstDash val="dash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chemeClr val="bg1">
                          <a:lumMod val="7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chemeClr val="bg1">
                          <a:lumMod val="7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noFill/>
                  </a:tcPr>
                </a:tc>
                <a:tc>
                  <a:txBody>
                    <a:bodyPr/>
                    <a:lstStyle/>
                    <a:p>
                      <a:pPr rtl="0"/>
                      <a:endParaRPr lang="en-US" sz="1200">
                        <a:solidFill>
                          <a:schemeClr val="tx1"/>
                        </a:solidFill>
                        <a:latin typeface="+mn-lt"/>
                        <a:cs typeface="+mn-cs"/>
                      </a:endParaRPr>
                    </a:p>
                  </a:txBody>
                  <a:tcPr marL="72000" marR="72000" marT="54000" marB="54000">
                    <a:lnL w="9525" cap="flat" cmpd="sng" algn="ctr">
                      <a:solidFill>
                        <a:schemeClr val="bg1">
                          <a:lumMod val="75000"/>
                        </a:schemeClr>
                      </a:solidFill>
                      <a:prstDash val="dash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chemeClr val="bg1">
                          <a:lumMod val="75000"/>
                        </a:schemeClr>
                      </a:solidFill>
                      <a:prstDash val="dash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chemeClr val="bg1">
                          <a:lumMod val="7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chemeClr val="bg1">
                          <a:lumMod val="7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noFill/>
                  </a:tcPr>
                </a:tc>
                <a:tc>
                  <a:txBody>
                    <a:bodyPr/>
                    <a:lstStyle/>
                    <a:p>
                      <a:pPr rtl="0"/>
                      <a:endParaRPr lang="en-US" sz="1200">
                        <a:solidFill>
                          <a:schemeClr val="tx1"/>
                        </a:solidFill>
                        <a:latin typeface="+mn-lt"/>
                        <a:cs typeface="+mn-cs"/>
                      </a:endParaRPr>
                    </a:p>
                  </a:txBody>
                  <a:tcPr marL="72000" marR="72000" marT="54000" marB="54000">
                    <a:lnL w="9525" cap="flat" cmpd="sng" algn="ctr">
                      <a:solidFill>
                        <a:schemeClr val="bg1">
                          <a:lumMod val="75000"/>
                        </a:schemeClr>
                      </a:solidFill>
                      <a:prstDash val="dash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chemeClr val="bg1">
                          <a:lumMod val="75000"/>
                        </a:schemeClr>
                      </a:solidFill>
                      <a:prstDash val="dash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chemeClr val="bg1">
                          <a:lumMod val="7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chemeClr val="bg1">
                          <a:lumMod val="7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noFill/>
                  </a:tcPr>
                </a:tc>
                <a:tc>
                  <a:txBody>
                    <a:bodyPr/>
                    <a:lstStyle/>
                    <a:p>
                      <a:pPr rtl="0"/>
                      <a:endParaRPr lang="en-US" sz="1200">
                        <a:solidFill>
                          <a:schemeClr val="tx1"/>
                        </a:solidFill>
                        <a:latin typeface="+mn-lt"/>
                        <a:cs typeface="+mn-cs"/>
                      </a:endParaRPr>
                    </a:p>
                  </a:txBody>
                  <a:tcPr marL="72000" marR="72000" marT="54000" marB="54000">
                    <a:lnL w="9525" cap="flat" cmpd="sng" algn="ctr">
                      <a:solidFill>
                        <a:schemeClr val="bg1">
                          <a:lumMod val="75000"/>
                        </a:schemeClr>
                      </a:solidFill>
                      <a:prstDash val="dash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chemeClr val="bg1">
                          <a:lumMod val="75000"/>
                        </a:schemeClr>
                      </a:solidFill>
                      <a:prstDash val="dash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chemeClr val="bg1">
                          <a:lumMod val="7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chemeClr val="bg1">
                          <a:lumMod val="7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noFill/>
                  </a:tcPr>
                </a:tc>
                <a:tc>
                  <a:txBody>
                    <a:bodyPr/>
                    <a:lstStyle/>
                    <a:p>
                      <a:pPr rtl="0"/>
                      <a:endParaRPr lang="en-US" sz="1200" dirty="0">
                        <a:solidFill>
                          <a:schemeClr val="tx1"/>
                        </a:solidFill>
                        <a:latin typeface="+mn-lt"/>
                        <a:cs typeface="+mn-cs"/>
                      </a:endParaRPr>
                    </a:p>
                  </a:txBody>
                  <a:tcPr marL="72000" marR="72000" marT="54000" marB="54000">
                    <a:lnL w="9525" cap="flat" cmpd="sng" algn="ctr">
                      <a:solidFill>
                        <a:schemeClr val="bg1">
                          <a:lumMod val="75000"/>
                        </a:schemeClr>
                      </a:solidFill>
                      <a:prstDash val="dash"/>
                      <a:round/>
                      <a:headEnd type="none" w="med" len="med"/>
                      <a:tailEnd type="none" w="med" len="med"/>
                    </a:lnL>
                    <a:lnR w="12700" cmpd="sng">
                      <a:noFill/>
                    </a:lnR>
                    <a:lnT w="9525" cap="flat" cmpd="sng" algn="ctr">
                      <a:solidFill>
                        <a:schemeClr val="bg1">
                          <a:lumMod val="7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chemeClr val="bg1">
                          <a:lumMod val="7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noFill/>
                  </a:tcPr>
                </a:tc>
                <a:extLst>
                  <a:ext uri="{0D108BD9-81ED-4DB2-BD59-A6C34878D82A}">
                    <a16:rowId xmlns:a16="http://schemas.microsoft.com/office/drawing/2014/main" val="1906185270"/>
                  </a:ext>
                </a:extLst>
              </a:tr>
              <a:tr h="500062">
                <a:tc>
                  <a:txBody>
                    <a:bodyPr/>
                    <a:lstStyle/>
                    <a:p>
                      <a:pPr marL="0" marR="0" lvl="0" indent="0" algn="l" defTabSz="914400" rtl="0" eaLnBrk="1" fontAlgn="auto" latinLnBrk="0" hangingPunct="1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Tx/>
                        <a:buSzTx/>
                        <a:buFontTx/>
                        <a:buNone/>
                        <a:tabLst/>
                        <a:defRPr/>
                      </a:pPr>
                      <a:r>
                        <a:rPr kumimoji="0" lang="en-US" sz="1600" b="0" i="0" u="none" strike="noStrike" kern="1200" cap="none" spc="0" normalizeH="0" baseline="0" noProof="0" dirty="0">
                          <a:ln>
                            <a:noFill/>
                          </a:ln>
                          <a:solidFill>
                            <a:schemeClr val="tx1"/>
                          </a:solidFill>
                          <a:effectLst/>
                          <a:uLnTx/>
                          <a:uFillTx/>
                          <a:latin typeface="+mn-lt"/>
                          <a:ea typeface="+mn-ea"/>
                          <a:cs typeface="+mn-cs"/>
                        </a:rPr>
                        <a:t>Significant Deficiency</a:t>
                      </a:r>
                    </a:p>
                  </a:txBody>
                  <a:tcPr marL="0" marR="72000" marT="54000" marB="54000" anchor="ctr">
                    <a:lnL w="12700" cmpd="sng">
                      <a:noFill/>
                    </a:lnL>
                    <a:lnR w="9525" cap="flat" cmpd="sng" algn="ctr">
                      <a:solidFill>
                        <a:schemeClr val="bg1">
                          <a:lumMod val="75000"/>
                        </a:schemeClr>
                      </a:solidFill>
                      <a:prstDash val="dash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chemeClr val="bg1">
                          <a:lumMod val="7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chemeClr val="bg1">
                          <a:lumMod val="7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noFill/>
                  </a:tcPr>
                </a:tc>
                <a:tc>
                  <a:txBody>
                    <a:bodyPr/>
                    <a:lstStyle/>
                    <a:p>
                      <a:pPr rtl="0"/>
                      <a:endParaRPr lang="en-US" sz="1200">
                        <a:solidFill>
                          <a:schemeClr val="tx1"/>
                        </a:solidFill>
                        <a:latin typeface="+mn-lt"/>
                        <a:cs typeface="+mn-cs"/>
                      </a:endParaRPr>
                    </a:p>
                  </a:txBody>
                  <a:tcPr marL="72000" marR="72000" marT="54000" marB="54000">
                    <a:lnL w="9525" cap="flat" cmpd="sng" algn="ctr">
                      <a:solidFill>
                        <a:schemeClr val="bg1">
                          <a:lumMod val="75000"/>
                        </a:schemeClr>
                      </a:solidFill>
                      <a:prstDash val="dash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chemeClr val="bg1">
                          <a:lumMod val="75000"/>
                        </a:schemeClr>
                      </a:solidFill>
                      <a:prstDash val="dash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chemeClr val="bg1">
                          <a:lumMod val="7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chemeClr val="bg1">
                          <a:lumMod val="7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noFill/>
                  </a:tcPr>
                </a:tc>
                <a:tc>
                  <a:txBody>
                    <a:bodyPr/>
                    <a:lstStyle/>
                    <a:p>
                      <a:pPr rtl="0"/>
                      <a:endParaRPr lang="en-US" sz="1200">
                        <a:solidFill>
                          <a:schemeClr val="tx1"/>
                        </a:solidFill>
                        <a:latin typeface="+mn-lt"/>
                        <a:cs typeface="+mn-cs"/>
                      </a:endParaRPr>
                    </a:p>
                  </a:txBody>
                  <a:tcPr marL="72000" marR="72000" marT="54000" marB="54000">
                    <a:lnL w="9525" cap="flat" cmpd="sng" algn="ctr">
                      <a:solidFill>
                        <a:schemeClr val="bg1">
                          <a:lumMod val="75000"/>
                        </a:schemeClr>
                      </a:solidFill>
                      <a:prstDash val="dash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chemeClr val="bg1">
                          <a:lumMod val="75000"/>
                        </a:schemeClr>
                      </a:solidFill>
                      <a:prstDash val="dash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chemeClr val="bg1">
                          <a:lumMod val="7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chemeClr val="bg1">
                          <a:lumMod val="7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noFill/>
                  </a:tcPr>
                </a:tc>
                <a:tc>
                  <a:txBody>
                    <a:bodyPr/>
                    <a:lstStyle/>
                    <a:p>
                      <a:pPr rtl="0"/>
                      <a:endParaRPr lang="en-US" sz="1200">
                        <a:solidFill>
                          <a:schemeClr val="tx1"/>
                        </a:solidFill>
                        <a:latin typeface="+mn-lt"/>
                        <a:cs typeface="+mn-cs"/>
                      </a:endParaRPr>
                    </a:p>
                  </a:txBody>
                  <a:tcPr marL="72000" marR="72000" marT="54000" marB="54000">
                    <a:lnL w="9525" cap="flat" cmpd="sng" algn="ctr">
                      <a:solidFill>
                        <a:schemeClr val="bg1">
                          <a:lumMod val="75000"/>
                        </a:schemeClr>
                      </a:solidFill>
                      <a:prstDash val="dash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chemeClr val="bg1">
                          <a:lumMod val="75000"/>
                        </a:schemeClr>
                      </a:solidFill>
                      <a:prstDash val="dash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chemeClr val="bg1">
                          <a:lumMod val="7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chemeClr val="bg1">
                          <a:lumMod val="7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noFill/>
                  </a:tcPr>
                </a:tc>
                <a:tc>
                  <a:txBody>
                    <a:bodyPr/>
                    <a:lstStyle/>
                    <a:p>
                      <a:pPr rtl="0"/>
                      <a:endParaRPr lang="en-US" sz="1200">
                        <a:solidFill>
                          <a:schemeClr val="tx1"/>
                        </a:solidFill>
                        <a:latin typeface="+mn-lt"/>
                        <a:cs typeface="+mn-cs"/>
                      </a:endParaRPr>
                    </a:p>
                  </a:txBody>
                  <a:tcPr marL="72000" marR="72000" marT="54000" marB="54000">
                    <a:lnL w="9525" cap="flat" cmpd="sng" algn="ctr">
                      <a:solidFill>
                        <a:schemeClr val="bg1">
                          <a:lumMod val="75000"/>
                        </a:schemeClr>
                      </a:solidFill>
                      <a:prstDash val="dash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chemeClr val="bg1">
                          <a:lumMod val="75000"/>
                        </a:schemeClr>
                      </a:solidFill>
                      <a:prstDash val="dash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chemeClr val="bg1">
                          <a:lumMod val="7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chemeClr val="bg1">
                          <a:lumMod val="7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noFill/>
                  </a:tcPr>
                </a:tc>
                <a:tc>
                  <a:txBody>
                    <a:bodyPr/>
                    <a:lstStyle/>
                    <a:p>
                      <a:pPr rtl="0"/>
                      <a:endParaRPr lang="en-US" sz="1200" dirty="0">
                        <a:solidFill>
                          <a:schemeClr val="tx1"/>
                        </a:solidFill>
                        <a:latin typeface="+mn-lt"/>
                        <a:cs typeface="+mn-cs"/>
                      </a:endParaRPr>
                    </a:p>
                  </a:txBody>
                  <a:tcPr marL="72000" marR="72000" marT="54000" marB="54000">
                    <a:lnL w="9525" cap="flat" cmpd="sng" algn="ctr">
                      <a:solidFill>
                        <a:schemeClr val="bg1">
                          <a:lumMod val="75000"/>
                        </a:schemeClr>
                      </a:solidFill>
                      <a:prstDash val="dash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chemeClr val="bg1">
                          <a:lumMod val="75000"/>
                        </a:schemeClr>
                      </a:solidFill>
                      <a:prstDash val="dash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chemeClr val="bg1">
                          <a:lumMod val="7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chemeClr val="bg1">
                          <a:lumMod val="7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noFill/>
                  </a:tcPr>
                </a:tc>
                <a:tc>
                  <a:txBody>
                    <a:bodyPr/>
                    <a:lstStyle/>
                    <a:p>
                      <a:pPr rtl="0"/>
                      <a:endParaRPr lang="en-US" sz="1200">
                        <a:solidFill>
                          <a:schemeClr val="tx1"/>
                        </a:solidFill>
                        <a:latin typeface="+mn-lt"/>
                        <a:cs typeface="+mn-cs"/>
                      </a:endParaRPr>
                    </a:p>
                  </a:txBody>
                  <a:tcPr marL="72000" marR="72000" marT="54000" marB="54000">
                    <a:lnL w="9525" cap="flat" cmpd="sng" algn="ctr">
                      <a:solidFill>
                        <a:schemeClr val="bg1">
                          <a:lumMod val="75000"/>
                        </a:schemeClr>
                      </a:solidFill>
                      <a:prstDash val="dash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chemeClr val="bg1">
                          <a:lumMod val="75000"/>
                        </a:schemeClr>
                      </a:solidFill>
                      <a:prstDash val="dash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chemeClr val="bg1">
                          <a:lumMod val="7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chemeClr val="bg1">
                          <a:lumMod val="7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noFill/>
                  </a:tcPr>
                </a:tc>
                <a:tc>
                  <a:txBody>
                    <a:bodyPr/>
                    <a:lstStyle/>
                    <a:p>
                      <a:pPr rtl="0"/>
                      <a:endParaRPr lang="en-US" sz="1200">
                        <a:solidFill>
                          <a:schemeClr val="tx1"/>
                        </a:solidFill>
                        <a:latin typeface="+mn-lt"/>
                        <a:cs typeface="+mn-cs"/>
                      </a:endParaRPr>
                    </a:p>
                  </a:txBody>
                  <a:tcPr marL="72000" marR="72000" marT="54000" marB="54000">
                    <a:lnL w="9525" cap="flat" cmpd="sng" algn="ctr">
                      <a:solidFill>
                        <a:schemeClr val="bg1">
                          <a:lumMod val="75000"/>
                        </a:schemeClr>
                      </a:solidFill>
                      <a:prstDash val="dash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chemeClr val="bg1">
                          <a:lumMod val="75000"/>
                        </a:schemeClr>
                      </a:solidFill>
                      <a:prstDash val="dash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chemeClr val="bg1">
                          <a:lumMod val="7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chemeClr val="bg1">
                          <a:lumMod val="7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noFill/>
                  </a:tcPr>
                </a:tc>
                <a:tc>
                  <a:txBody>
                    <a:bodyPr/>
                    <a:lstStyle/>
                    <a:p>
                      <a:pPr rtl="0"/>
                      <a:endParaRPr lang="en-US" sz="1200">
                        <a:solidFill>
                          <a:schemeClr val="tx1"/>
                        </a:solidFill>
                        <a:latin typeface="+mn-lt"/>
                        <a:cs typeface="+mn-cs"/>
                      </a:endParaRPr>
                    </a:p>
                  </a:txBody>
                  <a:tcPr marL="72000" marR="72000" marT="54000" marB="54000">
                    <a:lnL w="9525" cap="flat" cmpd="sng" algn="ctr">
                      <a:solidFill>
                        <a:schemeClr val="bg1">
                          <a:lumMod val="75000"/>
                        </a:schemeClr>
                      </a:solidFill>
                      <a:prstDash val="dash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chemeClr val="bg1">
                          <a:lumMod val="75000"/>
                        </a:schemeClr>
                      </a:solidFill>
                      <a:prstDash val="dash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chemeClr val="bg1">
                          <a:lumMod val="7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chemeClr val="bg1">
                          <a:lumMod val="7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noFill/>
                  </a:tcPr>
                </a:tc>
                <a:tc>
                  <a:txBody>
                    <a:bodyPr/>
                    <a:lstStyle/>
                    <a:p>
                      <a:pPr rtl="0"/>
                      <a:endParaRPr lang="en-US" sz="1200">
                        <a:solidFill>
                          <a:schemeClr val="tx1"/>
                        </a:solidFill>
                        <a:latin typeface="+mn-lt"/>
                        <a:cs typeface="+mn-cs"/>
                      </a:endParaRPr>
                    </a:p>
                  </a:txBody>
                  <a:tcPr marL="72000" marR="72000" marT="54000" marB="54000">
                    <a:lnL w="9525" cap="flat" cmpd="sng" algn="ctr">
                      <a:solidFill>
                        <a:schemeClr val="bg1">
                          <a:lumMod val="75000"/>
                        </a:schemeClr>
                      </a:solidFill>
                      <a:prstDash val="dash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chemeClr val="bg1">
                          <a:lumMod val="75000"/>
                        </a:schemeClr>
                      </a:solidFill>
                      <a:prstDash val="dash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chemeClr val="bg1">
                          <a:lumMod val="7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chemeClr val="bg1">
                          <a:lumMod val="7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noFill/>
                  </a:tcPr>
                </a:tc>
                <a:tc>
                  <a:txBody>
                    <a:bodyPr/>
                    <a:lstStyle/>
                    <a:p>
                      <a:pPr rtl="0"/>
                      <a:endParaRPr lang="en-US" sz="1200" dirty="0">
                        <a:solidFill>
                          <a:schemeClr val="tx1"/>
                        </a:solidFill>
                        <a:latin typeface="+mn-lt"/>
                        <a:cs typeface="+mn-cs"/>
                      </a:endParaRPr>
                    </a:p>
                  </a:txBody>
                  <a:tcPr marL="72000" marR="72000" marT="54000" marB="54000">
                    <a:lnL w="9525" cap="flat" cmpd="sng" algn="ctr">
                      <a:solidFill>
                        <a:schemeClr val="bg1">
                          <a:lumMod val="75000"/>
                        </a:schemeClr>
                      </a:solidFill>
                      <a:prstDash val="dash"/>
                      <a:round/>
                      <a:headEnd type="none" w="med" len="med"/>
                      <a:tailEnd type="none" w="med" len="med"/>
                    </a:lnL>
                    <a:lnR w="12700" cmpd="sng">
                      <a:noFill/>
                    </a:lnR>
                    <a:lnT w="9525" cap="flat" cmpd="sng" algn="ctr">
                      <a:solidFill>
                        <a:schemeClr val="bg1">
                          <a:lumMod val="7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chemeClr val="bg1">
                          <a:lumMod val="7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noFill/>
                  </a:tcPr>
                </a:tc>
                <a:extLst>
                  <a:ext uri="{0D108BD9-81ED-4DB2-BD59-A6C34878D82A}">
                    <a16:rowId xmlns:a16="http://schemas.microsoft.com/office/drawing/2014/main" val="2241480759"/>
                  </a:ext>
                </a:extLst>
              </a:tr>
              <a:tr h="500062">
                <a:tc>
                  <a:txBody>
                    <a:bodyPr/>
                    <a:lstStyle/>
                    <a:p>
                      <a:pPr marL="0" marR="0" lvl="0" indent="0" algn="l" defTabSz="914400" rtl="0" eaLnBrk="1" fontAlgn="auto" latinLnBrk="0" hangingPunct="1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Tx/>
                        <a:buSzTx/>
                        <a:buFontTx/>
                        <a:buNone/>
                        <a:tabLst/>
                        <a:defRPr/>
                      </a:pPr>
                      <a:r>
                        <a:rPr kumimoji="0" lang="en-US" sz="1600" b="0" i="0" u="none" strike="noStrike" kern="1200" cap="none" spc="0" normalizeH="0" baseline="0" noProof="0" dirty="0">
                          <a:ln>
                            <a:noFill/>
                          </a:ln>
                          <a:solidFill>
                            <a:schemeClr val="tx1"/>
                          </a:solidFill>
                          <a:effectLst/>
                          <a:uLnTx/>
                          <a:uFillTx/>
                          <a:latin typeface="+mn-lt"/>
                          <a:ea typeface="+mn-ea"/>
                          <a:cs typeface="+mn-cs"/>
                        </a:rPr>
                        <a:t>Has Corrective Action</a:t>
                      </a:r>
                    </a:p>
                  </a:txBody>
                  <a:tcPr marL="0" marR="72000" marT="54000" marB="54000" anchor="ctr">
                    <a:lnL w="12700" cmpd="sng">
                      <a:noFill/>
                    </a:lnL>
                    <a:lnR w="9525" cap="flat" cmpd="sng" algn="ctr">
                      <a:solidFill>
                        <a:schemeClr val="bg1">
                          <a:lumMod val="75000"/>
                        </a:schemeClr>
                      </a:solidFill>
                      <a:prstDash val="dash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chemeClr val="bg1">
                          <a:lumMod val="7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chemeClr val="bg1">
                          <a:lumMod val="7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noFill/>
                  </a:tcPr>
                </a:tc>
                <a:tc>
                  <a:txBody>
                    <a:bodyPr/>
                    <a:lstStyle/>
                    <a:p>
                      <a:pPr rtl="0"/>
                      <a:endParaRPr lang="en-US" sz="1200">
                        <a:solidFill>
                          <a:schemeClr val="tx1"/>
                        </a:solidFill>
                        <a:latin typeface="+mn-lt"/>
                        <a:cs typeface="+mn-cs"/>
                      </a:endParaRPr>
                    </a:p>
                  </a:txBody>
                  <a:tcPr marL="72000" marR="72000" marT="54000" marB="54000">
                    <a:lnL w="9525" cap="flat" cmpd="sng" algn="ctr">
                      <a:solidFill>
                        <a:schemeClr val="bg1">
                          <a:lumMod val="75000"/>
                        </a:schemeClr>
                      </a:solidFill>
                      <a:prstDash val="dash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chemeClr val="bg1">
                          <a:lumMod val="75000"/>
                        </a:schemeClr>
                      </a:solidFill>
                      <a:prstDash val="dash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chemeClr val="bg1">
                          <a:lumMod val="7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chemeClr val="bg1">
                          <a:lumMod val="7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noFill/>
                  </a:tcPr>
                </a:tc>
                <a:tc>
                  <a:txBody>
                    <a:bodyPr/>
                    <a:lstStyle/>
                    <a:p>
                      <a:pPr rtl="0"/>
                      <a:endParaRPr lang="en-US" sz="1200">
                        <a:solidFill>
                          <a:schemeClr val="tx1"/>
                        </a:solidFill>
                        <a:latin typeface="+mn-lt"/>
                        <a:cs typeface="+mn-cs"/>
                      </a:endParaRPr>
                    </a:p>
                  </a:txBody>
                  <a:tcPr marL="72000" marR="72000" marT="54000" marB="54000">
                    <a:lnL w="9525" cap="flat" cmpd="sng" algn="ctr">
                      <a:solidFill>
                        <a:schemeClr val="bg1">
                          <a:lumMod val="75000"/>
                        </a:schemeClr>
                      </a:solidFill>
                      <a:prstDash val="dash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chemeClr val="bg1">
                          <a:lumMod val="75000"/>
                        </a:schemeClr>
                      </a:solidFill>
                      <a:prstDash val="dash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chemeClr val="bg1">
                          <a:lumMod val="7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chemeClr val="bg1">
                          <a:lumMod val="7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noFill/>
                  </a:tcPr>
                </a:tc>
                <a:tc>
                  <a:txBody>
                    <a:bodyPr/>
                    <a:lstStyle/>
                    <a:p>
                      <a:pPr rtl="0"/>
                      <a:endParaRPr lang="en-US" sz="1200">
                        <a:solidFill>
                          <a:schemeClr val="tx1"/>
                        </a:solidFill>
                        <a:latin typeface="+mn-lt"/>
                        <a:cs typeface="+mn-cs"/>
                      </a:endParaRPr>
                    </a:p>
                  </a:txBody>
                  <a:tcPr marL="72000" marR="72000" marT="54000" marB="54000">
                    <a:lnL w="9525" cap="flat" cmpd="sng" algn="ctr">
                      <a:solidFill>
                        <a:schemeClr val="bg1">
                          <a:lumMod val="75000"/>
                        </a:schemeClr>
                      </a:solidFill>
                      <a:prstDash val="dash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chemeClr val="bg1">
                          <a:lumMod val="75000"/>
                        </a:schemeClr>
                      </a:solidFill>
                      <a:prstDash val="dash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chemeClr val="bg1">
                          <a:lumMod val="7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chemeClr val="bg1">
                          <a:lumMod val="7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noFill/>
                  </a:tcPr>
                </a:tc>
                <a:tc>
                  <a:txBody>
                    <a:bodyPr/>
                    <a:lstStyle/>
                    <a:p>
                      <a:pPr rtl="0"/>
                      <a:endParaRPr lang="en-US" sz="1200">
                        <a:solidFill>
                          <a:schemeClr val="tx1"/>
                        </a:solidFill>
                        <a:latin typeface="+mn-lt"/>
                        <a:cs typeface="+mn-cs"/>
                      </a:endParaRPr>
                    </a:p>
                  </a:txBody>
                  <a:tcPr marL="72000" marR="72000" marT="54000" marB="54000">
                    <a:lnL w="9525" cap="flat" cmpd="sng" algn="ctr">
                      <a:solidFill>
                        <a:schemeClr val="bg1">
                          <a:lumMod val="75000"/>
                        </a:schemeClr>
                      </a:solidFill>
                      <a:prstDash val="dash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chemeClr val="bg1">
                          <a:lumMod val="75000"/>
                        </a:schemeClr>
                      </a:solidFill>
                      <a:prstDash val="dash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chemeClr val="bg1">
                          <a:lumMod val="7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chemeClr val="bg1">
                          <a:lumMod val="7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noFill/>
                  </a:tcPr>
                </a:tc>
                <a:tc>
                  <a:txBody>
                    <a:bodyPr/>
                    <a:lstStyle/>
                    <a:p>
                      <a:pPr rtl="0"/>
                      <a:endParaRPr lang="en-US" sz="1200">
                        <a:solidFill>
                          <a:schemeClr val="tx1"/>
                        </a:solidFill>
                        <a:latin typeface="+mn-lt"/>
                        <a:cs typeface="+mn-cs"/>
                      </a:endParaRPr>
                    </a:p>
                  </a:txBody>
                  <a:tcPr marL="72000" marR="72000" marT="54000" marB="54000">
                    <a:lnL w="9525" cap="flat" cmpd="sng" algn="ctr">
                      <a:solidFill>
                        <a:schemeClr val="bg1">
                          <a:lumMod val="75000"/>
                        </a:schemeClr>
                      </a:solidFill>
                      <a:prstDash val="dash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chemeClr val="bg1">
                          <a:lumMod val="75000"/>
                        </a:schemeClr>
                      </a:solidFill>
                      <a:prstDash val="dash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chemeClr val="bg1">
                          <a:lumMod val="7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chemeClr val="bg1">
                          <a:lumMod val="7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noFill/>
                  </a:tcPr>
                </a:tc>
                <a:tc>
                  <a:txBody>
                    <a:bodyPr/>
                    <a:lstStyle/>
                    <a:p>
                      <a:pPr rtl="0"/>
                      <a:endParaRPr lang="en-US" sz="1200" dirty="0">
                        <a:solidFill>
                          <a:schemeClr val="tx1"/>
                        </a:solidFill>
                        <a:latin typeface="+mn-lt"/>
                        <a:cs typeface="+mn-cs"/>
                      </a:endParaRPr>
                    </a:p>
                  </a:txBody>
                  <a:tcPr marL="72000" marR="72000" marT="54000" marB="54000">
                    <a:lnL w="9525" cap="flat" cmpd="sng" algn="ctr">
                      <a:solidFill>
                        <a:schemeClr val="bg1">
                          <a:lumMod val="75000"/>
                        </a:schemeClr>
                      </a:solidFill>
                      <a:prstDash val="dash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chemeClr val="bg1">
                          <a:lumMod val="75000"/>
                        </a:schemeClr>
                      </a:solidFill>
                      <a:prstDash val="dash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chemeClr val="bg1">
                          <a:lumMod val="7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chemeClr val="bg1">
                          <a:lumMod val="7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noFill/>
                  </a:tcPr>
                </a:tc>
                <a:tc>
                  <a:txBody>
                    <a:bodyPr/>
                    <a:lstStyle/>
                    <a:p>
                      <a:pPr rtl="0"/>
                      <a:endParaRPr lang="en-US" sz="1200" dirty="0">
                        <a:solidFill>
                          <a:schemeClr val="tx1"/>
                        </a:solidFill>
                        <a:latin typeface="+mn-lt"/>
                        <a:cs typeface="+mn-cs"/>
                      </a:endParaRPr>
                    </a:p>
                  </a:txBody>
                  <a:tcPr marL="72000" marR="72000" marT="54000" marB="54000">
                    <a:lnL w="9525" cap="flat" cmpd="sng" algn="ctr">
                      <a:solidFill>
                        <a:schemeClr val="bg1">
                          <a:lumMod val="75000"/>
                        </a:schemeClr>
                      </a:solidFill>
                      <a:prstDash val="dash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chemeClr val="bg1">
                          <a:lumMod val="75000"/>
                        </a:schemeClr>
                      </a:solidFill>
                      <a:prstDash val="dash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chemeClr val="bg1">
                          <a:lumMod val="7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chemeClr val="bg1">
                          <a:lumMod val="7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noFill/>
                  </a:tcPr>
                </a:tc>
                <a:tc>
                  <a:txBody>
                    <a:bodyPr/>
                    <a:lstStyle/>
                    <a:p>
                      <a:pPr rtl="0"/>
                      <a:endParaRPr lang="en-US" sz="1200" dirty="0">
                        <a:solidFill>
                          <a:schemeClr val="tx1"/>
                        </a:solidFill>
                        <a:latin typeface="+mn-lt"/>
                        <a:cs typeface="+mn-cs"/>
                      </a:endParaRPr>
                    </a:p>
                  </a:txBody>
                  <a:tcPr marL="72000" marR="72000" marT="54000" marB="54000">
                    <a:lnL w="9525" cap="flat" cmpd="sng" algn="ctr">
                      <a:solidFill>
                        <a:schemeClr val="bg1">
                          <a:lumMod val="75000"/>
                        </a:schemeClr>
                      </a:solidFill>
                      <a:prstDash val="dash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chemeClr val="bg1">
                          <a:lumMod val="75000"/>
                        </a:schemeClr>
                      </a:solidFill>
                      <a:prstDash val="dash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chemeClr val="bg1">
                          <a:lumMod val="7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chemeClr val="bg1">
                          <a:lumMod val="7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noFill/>
                  </a:tcPr>
                </a:tc>
                <a:tc>
                  <a:txBody>
                    <a:bodyPr/>
                    <a:lstStyle/>
                    <a:p>
                      <a:pPr rtl="0"/>
                      <a:endParaRPr lang="en-US" sz="1200">
                        <a:solidFill>
                          <a:schemeClr val="tx1"/>
                        </a:solidFill>
                        <a:latin typeface="+mn-lt"/>
                        <a:cs typeface="+mn-cs"/>
                      </a:endParaRPr>
                    </a:p>
                  </a:txBody>
                  <a:tcPr marL="72000" marR="72000" marT="54000" marB="54000">
                    <a:lnL w="9525" cap="flat" cmpd="sng" algn="ctr">
                      <a:solidFill>
                        <a:schemeClr val="bg1">
                          <a:lumMod val="75000"/>
                        </a:schemeClr>
                      </a:solidFill>
                      <a:prstDash val="dash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chemeClr val="bg1">
                          <a:lumMod val="75000"/>
                        </a:schemeClr>
                      </a:solidFill>
                      <a:prstDash val="dash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chemeClr val="bg1">
                          <a:lumMod val="7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chemeClr val="bg1">
                          <a:lumMod val="7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noFill/>
                  </a:tcPr>
                </a:tc>
                <a:tc>
                  <a:txBody>
                    <a:bodyPr/>
                    <a:lstStyle/>
                    <a:p>
                      <a:pPr rtl="0"/>
                      <a:endParaRPr lang="en-US" sz="1200">
                        <a:solidFill>
                          <a:schemeClr val="tx1"/>
                        </a:solidFill>
                        <a:latin typeface="+mn-lt"/>
                        <a:cs typeface="+mn-cs"/>
                      </a:endParaRPr>
                    </a:p>
                  </a:txBody>
                  <a:tcPr marL="72000" marR="72000" marT="54000" marB="54000">
                    <a:lnL w="9525" cap="flat" cmpd="sng" algn="ctr">
                      <a:solidFill>
                        <a:schemeClr val="bg1">
                          <a:lumMod val="75000"/>
                        </a:schemeClr>
                      </a:solidFill>
                      <a:prstDash val="dash"/>
                      <a:round/>
                      <a:headEnd type="none" w="med" len="med"/>
                      <a:tailEnd type="none" w="med" len="med"/>
                    </a:lnL>
                    <a:lnR w="12700" cmpd="sng">
                      <a:noFill/>
                    </a:lnR>
                    <a:lnT w="9525" cap="flat" cmpd="sng" algn="ctr">
                      <a:solidFill>
                        <a:schemeClr val="bg1">
                          <a:lumMod val="7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chemeClr val="bg1">
                          <a:lumMod val="7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noFill/>
                  </a:tcPr>
                </a:tc>
                <a:extLst>
                  <a:ext uri="{0D108BD9-81ED-4DB2-BD59-A6C34878D82A}">
                    <a16:rowId xmlns:a16="http://schemas.microsoft.com/office/drawing/2014/main" val="2226097049"/>
                  </a:ext>
                </a:extLst>
              </a:tr>
              <a:tr h="500062">
                <a:tc>
                  <a:txBody>
                    <a:bodyPr/>
                    <a:lstStyle/>
                    <a:p>
                      <a:pPr marL="0" marR="0" lvl="0" indent="0" algn="l" defTabSz="914400" rtl="0" eaLnBrk="1" fontAlgn="auto" latinLnBrk="0" hangingPunct="1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Tx/>
                        <a:buSzTx/>
                        <a:buFontTx/>
                        <a:buNone/>
                        <a:tabLst/>
                        <a:defRPr/>
                      </a:pPr>
                      <a:endParaRPr kumimoji="0" lang="en-US" sz="1600" b="0" i="0" u="none" strike="noStrike" kern="1200" cap="none" spc="0" normalizeH="0" baseline="0" noProof="0" dirty="0">
                        <a:ln>
                          <a:noFill/>
                        </a:ln>
                        <a:solidFill>
                          <a:schemeClr val="tx1"/>
                        </a:solidFill>
                        <a:effectLst/>
                        <a:uLnTx/>
                        <a:uFillTx/>
                        <a:latin typeface="+mn-lt"/>
                        <a:ea typeface="+mn-ea"/>
                        <a:cs typeface="+mn-cs"/>
                      </a:endParaRPr>
                    </a:p>
                  </a:txBody>
                  <a:tcPr marL="0" marR="72000" marT="54000" marB="54000" anchor="ctr">
                    <a:lnL w="12700" cmpd="sng">
                      <a:noFill/>
                    </a:lnL>
                    <a:lnR w="9525" cap="flat" cmpd="sng" algn="ctr">
                      <a:solidFill>
                        <a:schemeClr val="bg1">
                          <a:lumMod val="75000"/>
                        </a:schemeClr>
                      </a:solidFill>
                      <a:prstDash val="dash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chemeClr val="bg1">
                          <a:lumMod val="7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chemeClr val="bg1">
                          <a:lumMod val="7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noFill/>
                  </a:tcPr>
                </a:tc>
                <a:tc>
                  <a:txBody>
                    <a:bodyPr/>
                    <a:lstStyle/>
                    <a:p>
                      <a:pPr rtl="0"/>
                      <a:endParaRPr lang="en-US" sz="1200">
                        <a:solidFill>
                          <a:schemeClr val="tx1"/>
                        </a:solidFill>
                        <a:latin typeface="+mn-lt"/>
                        <a:cs typeface="+mn-cs"/>
                      </a:endParaRPr>
                    </a:p>
                  </a:txBody>
                  <a:tcPr marL="72000" marR="72000" marT="54000" marB="54000">
                    <a:lnL w="9525" cap="flat" cmpd="sng" algn="ctr">
                      <a:solidFill>
                        <a:schemeClr val="bg1">
                          <a:lumMod val="75000"/>
                        </a:schemeClr>
                      </a:solidFill>
                      <a:prstDash val="dash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chemeClr val="bg1">
                          <a:lumMod val="75000"/>
                        </a:schemeClr>
                      </a:solidFill>
                      <a:prstDash val="dash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chemeClr val="bg1">
                          <a:lumMod val="7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chemeClr val="bg1">
                          <a:lumMod val="7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noFill/>
                  </a:tcPr>
                </a:tc>
                <a:tc>
                  <a:txBody>
                    <a:bodyPr/>
                    <a:lstStyle/>
                    <a:p>
                      <a:pPr rtl="0"/>
                      <a:endParaRPr lang="en-US" sz="1200">
                        <a:solidFill>
                          <a:schemeClr val="tx1"/>
                        </a:solidFill>
                        <a:latin typeface="+mn-lt"/>
                        <a:cs typeface="+mn-cs"/>
                      </a:endParaRPr>
                    </a:p>
                  </a:txBody>
                  <a:tcPr marL="72000" marR="72000" marT="54000" marB="54000">
                    <a:lnL w="9525" cap="flat" cmpd="sng" algn="ctr">
                      <a:solidFill>
                        <a:schemeClr val="bg1">
                          <a:lumMod val="75000"/>
                        </a:schemeClr>
                      </a:solidFill>
                      <a:prstDash val="dash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chemeClr val="bg1">
                          <a:lumMod val="75000"/>
                        </a:schemeClr>
                      </a:solidFill>
                      <a:prstDash val="dash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chemeClr val="bg1">
                          <a:lumMod val="7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chemeClr val="bg1">
                          <a:lumMod val="7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noFill/>
                  </a:tcPr>
                </a:tc>
                <a:tc>
                  <a:txBody>
                    <a:bodyPr/>
                    <a:lstStyle/>
                    <a:p>
                      <a:pPr rtl="0"/>
                      <a:endParaRPr lang="en-US" sz="1200">
                        <a:solidFill>
                          <a:schemeClr val="tx1"/>
                        </a:solidFill>
                        <a:latin typeface="+mn-lt"/>
                        <a:cs typeface="+mn-cs"/>
                      </a:endParaRPr>
                    </a:p>
                  </a:txBody>
                  <a:tcPr marL="72000" marR="72000" marT="54000" marB="54000">
                    <a:lnL w="9525" cap="flat" cmpd="sng" algn="ctr">
                      <a:solidFill>
                        <a:schemeClr val="bg1">
                          <a:lumMod val="75000"/>
                        </a:schemeClr>
                      </a:solidFill>
                      <a:prstDash val="dash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chemeClr val="bg1">
                          <a:lumMod val="75000"/>
                        </a:schemeClr>
                      </a:solidFill>
                      <a:prstDash val="dash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chemeClr val="bg1">
                          <a:lumMod val="7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chemeClr val="bg1">
                          <a:lumMod val="7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noFill/>
                  </a:tcPr>
                </a:tc>
                <a:tc>
                  <a:txBody>
                    <a:bodyPr/>
                    <a:lstStyle/>
                    <a:p>
                      <a:pPr rtl="0"/>
                      <a:endParaRPr lang="en-US" sz="1200">
                        <a:solidFill>
                          <a:schemeClr val="tx1"/>
                        </a:solidFill>
                        <a:latin typeface="+mn-lt"/>
                        <a:cs typeface="+mn-cs"/>
                      </a:endParaRPr>
                    </a:p>
                  </a:txBody>
                  <a:tcPr marL="72000" marR="72000" marT="54000" marB="54000">
                    <a:lnL w="9525" cap="flat" cmpd="sng" algn="ctr">
                      <a:solidFill>
                        <a:schemeClr val="bg1">
                          <a:lumMod val="75000"/>
                        </a:schemeClr>
                      </a:solidFill>
                      <a:prstDash val="dash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chemeClr val="bg1">
                          <a:lumMod val="75000"/>
                        </a:schemeClr>
                      </a:solidFill>
                      <a:prstDash val="dash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chemeClr val="bg1">
                          <a:lumMod val="7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chemeClr val="bg1">
                          <a:lumMod val="7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noFill/>
                  </a:tcPr>
                </a:tc>
                <a:tc>
                  <a:txBody>
                    <a:bodyPr/>
                    <a:lstStyle/>
                    <a:p>
                      <a:pPr rtl="0"/>
                      <a:endParaRPr lang="en-US" sz="1200">
                        <a:solidFill>
                          <a:schemeClr val="tx1"/>
                        </a:solidFill>
                        <a:latin typeface="+mn-lt"/>
                        <a:cs typeface="+mn-cs"/>
                      </a:endParaRPr>
                    </a:p>
                  </a:txBody>
                  <a:tcPr marL="72000" marR="72000" marT="54000" marB="54000">
                    <a:lnL w="9525" cap="flat" cmpd="sng" algn="ctr">
                      <a:solidFill>
                        <a:schemeClr val="bg1">
                          <a:lumMod val="75000"/>
                        </a:schemeClr>
                      </a:solidFill>
                      <a:prstDash val="dash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chemeClr val="bg1">
                          <a:lumMod val="75000"/>
                        </a:schemeClr>
                      </a:solidFill>
                      <a:prstDash val="dash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chemeClr val="bg1">
                          <a:lumMod val="7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chemeClr val="bg1">
                          <a:lumMod val="7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noFill/>
                  </a:tcPr>
                </a:tc>
                <a:tc>
                  <a:txBody>
                    <a:bodyPr/>
                    <a:lstStyle/>
                    <a:p>
                      <a:pPr rtl="0"/>
                      <a:endParaRPr lang="en-US" sz="1200">
                        <a:solidFill>
                          <a:schemeClr val="tx1"/>
                        </a:solidFill>
                        <a:latin typeface="+mn-lt"/>
                        <a:cs typeface="+mn-cs"/>
                      </a:endParaRPr>
                    </a:p>
                  </a:txBody>
                  <a:tcPr marL="72000" marR="72000" marT="54000" marB="54000">
                    <a:lnL w="9525" cap="flat" cmpd="sng" algn="ctr">
                      <a:solidFill>
                        <a:schemeClr val="bg1">
                          <a:lumMod val="75000"/>
                        </a:schemeClr>
                      </a:solidFill>
                      <a:prstDash val="dash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chemeClr val="bg1">
                          <a:lumMod val="75000"/>
                        </a:schemeClr>
                      </a:solidFill>
                      <a:prstDash val="dash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chemeClr val="bg1">
                          <a:lumMod val="7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chemeClr val="bg1">
                          <a:lumMod val="7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noFill/>
                  </a:tcPr>
                </a:tc>
                <a:tc>
                  <a:txBody>
                    <a:bodyPr/>
                    <a:lstStyle/>
                    <a:p>
                      <a:pPr rtl="0"/>
                      <a:endParaRPr lang="en-US" sz="1200" dirty="0">
                        <a:solidFill>
                          <a:schemeClr val="tx1"/>
                        </a:solidFill>
                        <a:latin typeface="+mn-lt"/>
                        <a:cs typeface="+mn-cs"/>
                      </a:endParaRPr>
                    </a:p>
                  </a:txBody>
                  <a:tcPr marL="72000" marR="72000" marT="54000" marB="54000">
                    <a:lnL w="9525" cap="flat" cmpd="sng" algn="ctr">
                      <a:solidFill>
                        <a:schemeClr val="bg1">
                          <a:lumMod val="75000"/>
                        </a:schemeClr>
                      </a:solidFill>
                      <a:prstDash val="dash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chemeClr val="bg1">
                          <a:lumMod val="75000"/>
                        </a:schemeClr>
                      </a:solidFill>
                      <a:prstDash val="dash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chemeClr val="bg1">
                          <a:lumMod val="7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chemeClr val="bg1">
                          <a:lumMod val="7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noFill/>
                  </a:tcPr>
                </a:tc>
                <a:tc>
                  <a:txBody>
                    <a:bodyPr/>
                    <a:lstStyle/>
                    <a:p>
                      <a:pPr rtl="0"/>
                      <a:endParaRPr lang="en-US" sz="1200">
                        <a:solidFill>
                          <a:schemeClr val="tx1"/>
                        </a:solidFill>
                        <a:latin typeface="+mn-lt"/>
                        <a:cs typeface="+mn-cs"/>
                      </a:endParaRPr>
                    </a:p>
                  </a:txBody>
                  <a:tcPr marL="72000" marR="72000" marT="54000" marB="54000">
                    <a:lnL w="9525" cap="flat" cmpd="sng" algn="ctr">
                      <a:solidFill>
                        <a:schemeClr val="bg1">
                          <a:lumMod val="75000"/>
                        </a:schemeClr>
                      </a:solidFill>
                      <a:prstDash val="dash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chemeClr val="bg1">
                          <a:lumMod val="75000"/>
                        </a:schemeClr>
                      </a:solidFill>
                      <a:prstDash val="dash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chemeClr val="bg1">
                          <a:lumMod val="7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chemeClr val="bg1">
                          <a:lumMod val="7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noFill/>
                  </a:tcPr>
                </a:tc>
                <a:tc>
                  <a:txBody>
                    <a:bodyPr/>
                    <a:lstStyle/>
                    <a:p>
                      <a:pPr rtl="0"/>
                      <a:endParaRPr lang="en-US" sz="1200" dirty="0">
                        <a:solidFill>
                          <a:schemeClr val="tx1"/>
                        </a:solidFill>
                        <a:latin typeface="+mn-lt"/>
                        <a:cs typeface="+mn-cs"/>
                      </a:endParaRPr>
                    </a:p>
                  </a:txBody>
                  <a:tcPr marL="72000" marR="72000" marT="54000" marB="54000">
                    <a:lnL w="9525" cap="flat" cmpd="sng" algn="ctr">
                      <a:solidFill>
                        <a:schemeClr val="bg1">
                          <a:lumMod val="75000"/>
                        </a:schemeClr>
                      </a:solidFill>
                      <a:prstDash val="dash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chemeClr val="bg1">
                          <a:lumMod val="75000"/>
                        </a:schemeClr>
                      </a:solidFill>
                      <a:prstDash val="dash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chemeClr val="bg1">
                          <a:lumMod val="7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chemeClr val="bg1">
                          <a:lumMod val="7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noFill/>
                  </a:tcPr>
                </a:tc>
                <a:tc>
                  <a:txBody>
                    <a:bodyPr/>
                    <a:lstStyle/>
                    <a:p>
                      <a:pPr rtl="0"/>
                      <a:endParaRPr lang="en-US" sz="1200" dirty="0">
                        <a:solidFill>
                          <a:schemeClr val="tx1"/>
                        </a:solidFill>
                        <a:latin typeface="+mn-lt"/>
                        <a:cs typeface="+mn-cs"/>
                      </a:endParaRPr>
                    </a:p>
                  </a:txBody>
                  <a:tcPr marL="72000" marR="72000" marT="54000" marB="54000">
                    <a:lnL w="9525" cap="flat" cmpd="sng" algn="ctr">
                      <a:solidFill>
                        <a:schemeClr val="bg1">
                          <a:lumMod val="75000"/>
                        </a:schemeClr>
                      </a:solidFill>
                      <a:prstDash val="dash"/>
                      <a:round/>
                      <a:headEnd type="none" w="med" len="med"/>
                      <a:tailEnd type="none" w="med" len="med"/>
                    </a:lnL>
                    <a:lnR w="12700" cmpd="sng">
                      <a:noFill/>
                    </a:lnR>
                    <a:lnT w="9525" cap="flat" cmpd="sng" algn="ctr">
                      <a:solidFill>
                        <a:schemeClr val="bg1">
                          <a:lumMod val="7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chemeClr val="bg1">
                          <a:lumMod val="7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noFill/>
                  </a:tcPr>
                </a:tc>
                <a:extLst>
                  <a:ext uri="{0D108BD9-81ED-4DB2-BD59-A6C34878D82A}">
                    <a16:rowId xmlns:a16="http://schemas.microsoft.com/office/drawing/2014/main" val="524366322"/>
                  </a:ext>
                </a:extLst>
              </a:tr>
              <a:tr h="500062">
                <a:tc>
                  <a:txBody>
                    <a:bodyPr/>
                    <a:lstStyle/>
                    <a:p>
                      <a:pPr marL="0" marR="0" lvl="0" indent="0" algn="l" defTabSz="914400" rtl="0" eaLnBrk="1" fontAlgn="auto" latinLnBrk="0" hangingPunct="1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Tx/>
                        <a:buSzTx/>
                        <a:buFontTx/>
                        <a:buNone/>
                        <a:tabLst/>
                        <a:defRPr/>
                      </a:pPr>
                      <a:endParaRPr kumimoji="0" lang="en-US" sz="1600" b="0" i="0" u="none" strike="noStrike" kern="1200" cap="none" spc="0" normalizeH="0" baseline="0" noProof="0" dirty="0">
                        <a:ln>
                          <a:noFill/>
                        </a:ln>
                        <a:solidFill>
                          <a:schemeClr val="tx1"/>
                        </a:solidFill>
                        <a:effectLst/>
                        <a:uLnTx/>
                        <a:uFillTx/>
                        <a:latin typeface="+mn-lt"/>
                        <a:ea typeface="+mn-ea"/>
                        <a:cs typeface="+mn-cs"/>
                      </a:endParaRPr>
                    </a:p>
                  </a:txBody>
                  <a:tcPr marL="0" marR="72000" marT="54000" marB="54000" anchor="ctr">
                    <a:lnL w="12700" cmpd="sng">
                      <a:noFill/>
                    </a:lnL>
                    <a:lnR w="9525" cap="flat" cmpd="sng" algn="ctr">
                      <a:solidFill>
                        <a:schemeClr val="bg1">
                          <a:lumMod val="75000"/>
                        </a:schemeClr>
                      </a:solidFill>
                      <a:prstDash val="dash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chemeClr val="bg1">
                          <a:lumMod val="7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chemeClr val="bg1">
                          <a:lumMod val="7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noFill/>
                  </a:tcPr>
                </a:tc>
                <a:tc>
                  <a:txBody>
                    <a:bodyPr/>
                    <a:lstStyle/>
                    <a:p>
                      <a:pPr rtl="0"/>
                      <a:endParaRPr lang="en-US" sz="1200">
                        <a:solidFill>
                          <a:schemeClr val="tx1"/>
                        </a:solidFill>
                        <a:latin typeface="+mn-lt"/>
                        <a:cs typeface="+mn-cs"/>
                      </a:endParaRPr>
                    </a:p>
                  </a:txBody>
                  <a:tcPr marL="72000" marR="72000" marT="54000" marB="54000">
                    <a:lnL w="9525" cap="flat" cmpd="sng" algn="ctr">
                      <a:solidFill>
                        <a:schemeClr val="bg1">
                          <a:lumMod val="75000"/>
                        </a:schemeClr>
                      </a:solidFill>
                      <a:prstDash val="dash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chemeClr val="bg1">
                          <a:lumMod val="75000"/>
                        </a:schemeClr>
                      </a:solidFill>
                      <a:prstDash val="dash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chemeClr val="bg1">
                          <a:lumMod val="7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chemeClr val="bg1">
                          <a:lumMod val="7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noFill/>
                  </a:tcPr>
                </a:tc>
                <a:tc>
                  <a:txBody>
                    <a:bodyPr/>
                    <a:lstStyle/>
                    <a:p>
                      <a:pPr rtl="0"/>
                      <a:endParaRPr lang="en-US" sz="1200">
                        <a:solidFill>
                          <a:schemeClr val="tx1"/>
                        </a:solidFill>
                        <a:latin typeface="+mn-lt"/>
                        <a:cs typeface="+mn-cs"/>
                      </a:endParaRPr>
                    </a:p>
                  </a:txBody>
                  <a:tcPr marL="72000" marR="72000" marT="54000" marB="54000">
                    <a:lnL w="9525" cap="flat" cmpd="sng" algn="ctr">
                      <a:solidFill>
                        <a:schemeClr val="bg1">
                          <a:lumMod val="75000"/>
                        </a:schemeClr>
                      </a:solidFill>
                      <a:prstDash val="dash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chemeClr val="bg1">
                          <a:lumMod val="75000"/>
                        </a:schemeClr>
                      </a:solidFill>
                      <a:prstDash val="dash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chemeClr val="bg1">
                          <a:lumMod val="7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chemeClr val="bg1">
                          <a:lumMod val="7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noFill/>
                  </a:tcPr>
                </a:tc>
                <a:tc>
                  <a:txBody>
                    <a:bodyPr/>
                    <a:lstStyle/>
                    <a:p>
                      <a:pPr rtl="0"/>
                      <a:endParaRPr lang="en-US" sz="1200">
                        <a:solidFill>
                          <a:schemeClr val="tx1"/>
                        </a:solidFill>
                        <a:latin typeface="+mn-lt"/>
                        <a:cs typeface="+mn-cs"/>
                      </a:endParaRPr>
                    </a:p>
                  </a:txBody>
                  <a:tcPr marL="72000" marR="72000" marT="54000" marB="54000">
                    <a:lnL w="9525" cap="flat" cmpd="sng" algn="ctr">
                      <a:solidFill>
                        <a:schemeClr val="bg1">
                          <a:lumMod val="75000"/>
                        </a:schemeClr>
                      </a:solidFill>
                      <a:prstDash val="dash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chemeClr val="bg1">
                          <a:lumMod val="75000"/>
                        </a:schemeClr>
                      </a:solidFill>
                      <a:prstDash val="dash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chemeClr val="bg1">
                          <a:lumMod val="7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chemeClr val="bg1">
                          <a:lumMod val="7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noFill/>
                  </a:tcPr>
                </a:tc>
                <a:tc>
                  <a:txBody>
                    <a:bodyPr/>
                    <a:lstStyle/>
                    <a:p>
                      <a:pPr rtl="0"/>
                      <a:endParaRPr lang="en-US" sz="1200">
                        <a:solidFill>
                          <a:schemeClr val="tx1"/>
                        </a:solidFill>
                        <a:latin typeface="+mn-lt"/>
                        <a:cs typeface="+mn-cs"/>
                      </a:endParaRPr>
                    </a:p>
                  </a:txBody>
                  <a:tcPr marL="72000" marR="72000" marT="54000" marB="54000">
                    <a:lnL w="9525" cap="flat" cmpd="sng" algn="ctr">
                      <a:solidFill>
                        <a:schemeClr val="bg1">
                          <a:lumMod val="75000"/>
                        </a:schemeClr>
                      </a:solidFill>
                      <a:prstDash val="dash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chemeClr val="bg1">
                          <a:lumMod val="75000"/>
                        </a:schemeClr>
                      </a:solidFill>
                      <a:prstDash val="dash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chemeClr val="bg1">
                          <a:lumMod val="7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chemeClr val="bg1">
                          <a:lumMod val="7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noFill/>
                  </a:tcPr>
                </a:tc>
                <a:tc>
                  <a:txBody>
                    <a:bodyPr/>
                    <a:lstStyle/>
                    <a:p>
                      <a:pPr rtl="0"/>
                      <a:endParaRPr lang="en-US" sz="1200">
                        <a:solidFill>
                          <a:schemeClr val="tx1"/>
                        </a:solidFill>
                        <a:latin typeface="+mn-lt"/>
                        <a:cs typeface="+mn-cs"/>
                      </a:endParaRPr>
                    </a:p>
                  </a:txBody>
                  <a:tcPr marL="72000" marR="72000" marT="54000" marB="54000">
                    <a:lnL w="9525" cap="flat" cmpd="sng" algn="ctr">
                      <a:solidFill>
                        <a:schemeClr val="bg1">
                          <a:lumMod val="75000"/>
                        </a:schemeClr>
                      </a:solidFill>
                      <a:prstDash val="dash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chemeClr val="bg1">
                          <a:lumMod val="75000"/>
                        </a:schemeClr>
                      </a:solidFill>
                      <a:prstDash val="dash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chemeClr val="bg1">
                          <a:lumMod val="7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chemeClr val="bg1">
                          <a:lumMod val="7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noFill/>
                  </a:tcPr>
                </a:tc>
                <a:tc>
                  <a:txBody>
                    <a:bodyPr/>
                    <a:lstStyle/>
                    <a:p>
                      <a:pPr rtl="0"/>
                      <a:endParaRPr lang="en-US" sz="1200">
                        <a:solidFill>
                          <a:schemeClr val="tx1"/>
                        </a:solidFill>
                        <a:latin typeface="+mn-lt"/>
                        <a:cs typeface="+mn-cs"/>
                      </a:endParaRPr>
                    </a:p>
                  </a:txBody>
                  <a:tcPr marL="72000" marR="72000" marT="54000" marB="54000">
                    <a:lnL w="9525" cap="flat" cmpd="sng" algn="ctr">
                      <a:solidFill>
                        <a:schemeClr val="bg1">
                          <a:lumMod val="75000"/>
                        </a:schemeClr>
                      </a:solidFill>
                      <a:prstDash val="dash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chemeClr val="bg1">
                          <a:lumMod val="75000"/>
                        </a:schemeClr>
                      </a:solidFill>
                      <a:prstDash val="dash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chemeClr val="bg1">
                          <a:lumMod val="7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chemeClr val="bg1">
                          <a:lumMod val="7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noFill/>
                  </a:tcPr>
                </a:tc>
                <a:tc>
                  <a:txBody>
                    <a:bodyPr/>
                    <a:lstStyle/>
                    <a:p>
                      <a:pPr rtl="0"/>
                      <a:endParaRPr lang="en-US" sz="1200">
                        <a:solidFill>
                          <a:schemeClr val="tx1"/>
                        </a:solidFill>
                        <a:latin typeface="+mn-lt"/>
                        <a:cs typeface="+mn-cs"/>
                      </a:endParaRPr>
                    </a:p>
                  </a:txBody>
                  <a:tcPr marL="72000" marR="72000" marT="54000" marB="54000">
                    <a:lnL w="9525" cap="flat" cmpd="sng" algn="ctr">
                      <a:solidFill>
                        <a:schemeClr val="bg1">
                          <a:lumMod val="75000"/>
                        </a:schemeClr>
                      </a:solidFill>
                      <a:prstDash val="dash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chemeClr val="bg1">
                          <a:lumMod val="75000"/>
                        </a:schemeClr>
                      </a:solidFill>
                      <a:prstDash val="dash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chemeClr val="bg1">
                          <a:lumMod val="7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chemeClr val="bg1">
                          <a:lumMod val="7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noFill/>
                  </a:tcPr>
                </a:tc>
                <a:tc>
                  <a:txBody>
                    <a:bodyPr/>
                    <a:lstStyle/>
                    <a:p>
                      <a:pPr rtl="0"/>
                      <a:endParaRPr lang="en-US" sz="1200" dirty="0">
                        <a:solidFill>
                          <a:schemeClr val="tx1"/>
                        </a:solidFill>
                        <a:latin typeface="+mn-lt"/>
                        <a:cs typeface="+mn-cs"/>
                      </a:endParaRPr>
                    </a:p>
                  </a:txBody>
                  <a:tcPr marL="72000" marR="72000" marT="54000" marB="54000">
                    <a:lnL w="9525" cap="flat" cmpd="sng" algn="ctr">
                      <a:solidFill>
                        <a:schemeClr val="bg1">
                          <a:lumMod val="75000"/>
                        </a:schemeClr>
                      </a:solidFill>
                      <a:prstDash val="dash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chemeClr val="bg1">
                          <a:lumMod val="75000"/>
                        </a:schemeClr>
                      </a:solidFill>
                      <a:prstDash val="dash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chemeClr val="bg1">
                          <a:lumMod val="7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chemeClr val="bg1">
                          <a:lumMod val="7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noFill/>
                  </a:tcPr>
                </a:tc>
                <a:tc>
                  <a:txBody>
                    <a:bodyPr/>
                    <a:lstStyle/>
                    <a:p>
                      <a:pPr rtl="0"/>
                      <a:endParaRPr lang="en-US" sz="1200" dirty="0">
                        <a:solidFill>
                          <a:schemeClr val="tx1"/>
                        </a:solidFill>
                        <a:latin typeface="+mn-lt"/>
                        <a:cs typeface="+mn-cs"/>
                      </a:endParaRPr>
                    </a:p>
                  </a:txBody>
                  <a:tcPr marL="72000" marR="72000" marT="54000" marB="54000">
                    <a:lnL w="9525" cap="flat" cmpd="sng" algn="ctr">
                      <a:solidFill>
                        <a:schemeClr val="bg1">
                          <a:lumMod val="75000"/>
                        </a:schemeClr>
                      </a:solidFill>
                      <a:prstDash val="dash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chemeClr val="bg1">
                          <a:lumMod val="75000"/>
                        </a:schemeClr>
                      </a:solidFill>
                      <a:prstDash val="dash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chemeClr val="bg1">
                          <a:lumMod val="7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chemeClr val="bg1">
                          <a:lumMod val="7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noFill/>
                  </a:tcPr>
                </a:tc>
                <a:tc>
                  <a:txBody>
                    <a:bodyPr/>
                    <a:lstStyle/>
                    <a:p>
                      <a:pPr rtl="0"/>
                      <a:endParaRPr lang="en-US" sz="1200" dirty="0">
                        <a:solidFill>
                          <a:schemeClr val="tx1"/>
                        </a:solidFill>
                        <a:latin typeface="+mn-lt"/>
                        <a:cs typeface="+mn-cs"/>
                      </a:endParaRPr>
                    </a:p>
                  </a:txBody>
                  <a:tcPr marL="72000" marR="72000" marT="54000" marB="54000">
                    <a:lnL w="9525" cap="flat" cmpd="sng" algn="ctr">
                      <a:solidFill>
                        <a:schemeClr val="bg1">
                          <a:lumMod val="75000"/>
                        </a:schemeClr>
                      </a:solidFill>
                      <a:prstDash val="dash"/>
                      <a:round/>
                      <a:headEnd type="none" w="med" len="med"/>
                      <a:tailEnd type="none" w="med" len="med"/>
                    </a:lnL>
                    <a:lnR w="12700" cmpd="sng">
                      <a:noFill/>
                    </a:lnR>
                    <a:lnT w="9525" cap="flat" cmpd="sng" algn="ctr">
                      <a:solidFill>
                        <a:schemeClr val="bg1">
                          <a:lumMod val="7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chemeClr val="bg1">
                          <a:lumMod val="7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noFill/>
                  </a:tcPr>
                </a:tc>
                <a:extLst>
                  <a:ext uri="{0D108BD9-81ED-4DB2-BD59-A6C34878D82A}">
                    <a16:rowId xmlns:a16="http://schemas.microsoft.com/office/drawing/2014/main" val="570929800"/>
                  </a:ext>
                </a:extLst>
              </a:tr>
              <a:tr h="500062">
                <a:tc>
                  <a:txBody>
                    <a:bodyPr/>
                    <a:lstStyle/>
                    <a:p>
                      <a:pPr marL="0" marR="0" lvl="0" indent="0" algn="l" defTabSz="914400" rtl="0" eaLnBrk="1" fontAlgn="auto" latinLnBrk="0" hangingPunct="1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Tx/>
                        <a:buSzTx/>
                        <a:buFontTx/>
                        <a:buNone/>
                        <a:tabLst/>
                        <a:defRPr/>
                      </a:pPr>
                      <a:endParaRPr kumimoji="0" lang="en-US" sz="1600" b="0" i="0" u="none" strike="noStrike" kern="1200" cap="none" spc="0" normalizeH="0" baseline="0" noProof="0" dirty="0">
                        <a:ln>
                          <a:noFill/>
                        </a:ln>
                        <a:solidFill>
                          <a:schemeClr val="tx1"/>
                        </a:solidFill>
                        <a:effectLst/>
                        <a:uLnTx/>
                        <a:uFillTx/>
                        <a:latin typeface="+mn-lt"/>
                        <a:ea typeface="+mn-ea"/>
                        <a:cs typeface="+mn-cs"/>
                      </a:endParaRPr>
                    </a:p>
                  </a:txBody>
                  <a:tcPr marL="0" marR="72000" marT="54000" marB="54000" anchor="ctr">
                    <a:lnL w="12700" cmpd="sng">
                      <a:noFill/>
                    </a:lnL>
                    <a:lnR w="9525" cap="flat" cmpd="sng" algn="ctr">
                      <a:solidFill>
                        <a:schemeClr val="bg1">
                          <a:lumMod val="75000"/>
                        </a:schemeClr>
                      </a:solidFill>
                      <a:prstDash val="dash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chemeClr val="bg1">
                          <a:lumMod val="7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9050" cap="flat" cmpd="sng" algn="ctr">
                      <a:solidFill>
                        <a:schemeClr val="bg1">
                          <a:lumMod val="7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noFill/>
                  </a:tcPr>
                </a:tc>
                <a:tc>
                  <a:txBody>
                    <a:bodyPr/>
                    <a:lstStyle/>
                    <a:p>
                      <a:pPr rtl="0"/>
                      <a:endParaRPr lang="en-US" sz="1200" dirty="0">
                        <a:solidFill>
                          <a:schemeClr val="tx1"/>
                        </a:solidFill>
                        <a:latin typeface="+mn-lt"/>
                        <a:cs typeface="+mn-cs"/>
                      </a:endParaRPr>
                    </a:p>
                  </a:txBody>
                  <a:tcPr marL="72000" marR="72000" marT="54000" marB="54000">
                    <a:lnL w="9525" cap="flat" cmpd="sng" algn="ctr">
                      <a:solidFill>
                        <a:schemeClr val="bg1">
                          <a:lumMod val="75000"/>
                        </a:schemeClr>
                      </a:solidFill>
                      <a:prstDash val="dash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chemeClr val="bg1">
                          <a:lumMod val="75000"/>
                        </a:schemeClr>
                      </a:solidFill>
                      <a:prstDash val="dash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chemeClr val="bg1">
                          <a:lumMod val="7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9050" cap="flat" cmpd="sng" algn="ctr">
                      <a:solidFill>
                        <a:schemeClr val="bg1">
                          <a:lumMod val="7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noFill/>
                  </a:tcPr>
                </a:tc>
                <a:tc>
                  <a:txBody>
                    <a:bodyPr/>
                    <a:lstStyle/>
                    <a:p>
                      <a:pPr rtl="0"/>
                      <a:endParaRPr lang="en-US" sz="1200" dirty="0">
                        <a:solidFill>
                          <a:schemeClr val="tx1"/>
                        </a:solidFill>
                        <a:latin typeface="+mn-lt"/>
                        <a:cs typeface="+mn-cs"/>
                      </a:endParaRPr>
                    </a:p>
                  </a:txBody>
                  <a:tcPr marL="72000" marR="72000" marT="54000" marB="54000">
                    <a:lnL w="9525" cap="flat" cmpd="sng" algn="ctr">
                      <a:solidFill>
                        <a:schemeClr val="bg1">
                          <a:lumMod val="75000"/>
                        </a:schemeClr>
                      </a:solidFill>
                      <a:prstDash val="dash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chemeClr val="bg1">
                          <a:lumMod val="75000"/>
                        </a:schemeClr>
                      </a:solidFill>
                      <a:prstDash val="dash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chemeClr val="bg1">
                          <a:lumMod val="7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9050" cap="flat" cmpd="sng" algn="ctr">
                      <a:solidFill>
                        <a:schemeClr val="bg1">
                          <a:lumMod val="7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noFill/>
                  </a:tcPr>
                </a:tc>
                <a:tc>
                  <a:txBody>
                    <a:bodyPr/>
                    <a:lstStyle/>
                    <a:p>
                      <a:pPr rtl="0"/>
                      <a:endParaRPr lang="en-US" sz="1200" dirty="0">
                        <a:solidFill>
                          <a:schemeClr val="tx1"/>
                        </a:solidFill>
                        <a:latin typeface="+mn-lt"/>
                        <a:cs typeface="+mn-cs"/>
                      </a:endParaRPr>
                    </a:p>
                  </a:txBody>
                  <a:tcPr marL="72000" marR="72000" marT="54000" marB="54000">
                    <a:lnL w="9525" cap="flat" cmpd="sng" algn="ctr">
                      <a:solidFill>
                        <a:schemeClr val="bg1">
                          <a:lumMod val="75000"/>
                        </a:schemeClr>
                      </a:solidFill>
                      <a:prstDash val="dash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chemeClr val="bg1">
                          <a:lumMod val="75000"/>
                        </a:schemeClr>
                      </a:solidFill>
                      <a:prstDash val="dash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chemeClr val="bg1">
                          <a:lumMod val="7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9050" cap="flat" cmpd="sng" algn="ctr">
                      <a:solidFill>
                        <a:schemeClr val="bg1">
                          <a:lumMod val="7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noFill/>
                  </a:tcPr>
                </a:tc>
                <a:tc>
                  <a:txBody>
                    <a:bodyPr/>
                    <a:lstStyle/>
                    <a:p>
                      <a:pPr rtl="0"/>
                      <a:endParaRPr lang="en-US" sz="1200" dirty="0">
                        <a:solidFill>
                          <a:schemeClr val="tx1"/>
                        </a:solidFill>
                        <a:latin typeface="+mn-lt"/>
                        <a:cs typeface="+mn-cs"/>
                      </a:endParaRPr>
                    </a:p>
                  </a:txBody>
                  <a:tcPr marL="72000" marR="72000" marT="54000" marB="54000">
                    <a:lnL w="9525" cap="flat" cmpd="sng" algn="ctr">
                      <a:solidFill>
                        <a:schemeClr val="bg1">
                          <a:lumMod val="75000"/>
                        </a:schemeClr>
                      </a:solidFill>
                      <a:prstDash val="dash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chemeClr val="bg1">
                          <a:lumMod val="75000"/>
                        </a:schemeClr>
                      </a:solidFill>
                      <a:prstDash val="dash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chemeClr val="bg1">
                          <a:lumMod val="7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9050" cap="flat" cmpd="sng" algn="ctr">
                      <a:solidFill>
                        <a:schemeClr val="bg1">
                          <a:lumMod val="7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noFill/>
                  </a:tcPr>
                </a:tc>
                <a:tc>
                  <a:txBody>
                    <a:bodyPr/>
                    <a:lstStyle/>
                    <a:p>
                      <a:pPr rtl="0"/>
                      <a:endParaRPr lang="en-US" sz="1200" dirty="0">
                        <a:solidFill>
                          <a:schemeClr val="tx1"/>
                        </a:solidFill>
                        <a:latin typeface="+mn-lt"/>
                        <a:cs typeface="+mn-cs"/>
                      </a:endParaRPr>
                    </a:p>
                  </a:txBody>
                  <a:tcPr marL="72000" marR="72000" marT="54000" marB="54000">
                    <a:lnL w="9525" cap="flat" cmpd="sng" algn="ctr">
                      <a:solidFill>
                        <a:schemeClr val="bg1">
                          <a:lumMod val="75000"/>
                        </a:schemeClr>
                      </a:solidFill>
                      <a:prstDash val="dash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chemeClr val="bg1">
                          <a:lumMod val="75000"/>
                        </a:schemeClr>
                      </a:solidFill>
                      <a:prstDash val="dash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chemeClr val="bg1">
                          <a:lumMod val="7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9050" cap="flat" cmpd="sng" algn="ctr">
                      <a:solidFill>
                        <a:schemeClr val="bg1">
                          <a:lumMod val="7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noFill/>
                  </a:tcPr>
                </a:tc>
                <a:tc>
                  <a:txBody>
                    <a:bodyPr/>
                    <a:lstStyle/>
                    <a:p>
                      <a:pPr rtl="0"/>
                      <a:endParaRPr lang="en-US" sz="1200" dirty="0">
                        <a:solidFill>
                          <a:schemeClr val="tx1"/>
                        </a:solidFill>
                        <a:latin typeface="+mn-lt"/>
                        <a:cs typeface="+mn-cs"/>
                      </a:endParaRPr>
                    </a:p>
                  </a:txBody>
                  <a:tcPr marL="72000" marR="72000" marT="54000" marB="54000">
                    <a:lnL w="9525" cap="flat" cmpd="sng" algn="ctr">
                      <a:solidFill>
                        <a:schemeClr val="bg1">
                          <a:lumMod val="75000"/>
                        </a:schemeClr>
                      </a:solidFill>
                      <a:prstDash val="dash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chemeClr val="bg1">
                          <a:lumMod val="75000"/>
                        </a:schemeClr>
                      </a:solidFill>
                      <a:prstDash val="dash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chemeClr val="bg1">
                          <a:lumMod val="7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9050" cap="flat" cmpd="sng" algn="ctr">
                      <a:solidFill>
                        <a:schemeClr val="bg1">
                          <a:lumMod val="7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noFill/>
                  </a:tcPr>
                </a:tc>
                <a:tc>
                  <a:txBody>
                    <a:bodyPr/>
                    <a:lstStyle/>
                    <a:p>
                      <a:pPr rtl="0"/>
                      <a:endParaRPr lang="en-US" sz="1200" dirty="0">
                        <a:solidFill>
                          <a:schemeClr val="tx1"/>
                        </a:solidFill>
                        <a:latin typeface="+mn-lt"/>
                        <a:cs typeface="+mn-cs"/>
                      </a:endParaRPr>
                    </a:p>
                  </a:txBody>
                  <a:tcPr marL="72000" marR="72000" marT="54000" marB="54000">
                    <a:lnL w="9525" cap="flat" cmpd="sng" algn="ctr">
                      <a:solidFill>
                        <a:schemeClr val="bg1">
                          <a:lumMod val="75000"/>
                        </a:schemeClr>
                      </a:solidFill>
                      <a:prstDash val="dash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chemeClr val="bg1">
                          <a:lumMod val="75000"/>
                        </a:schemeClr>
                      </a:solidFill>
                      <a:prstDash val="dash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chemeClr val="bg1">
                          <a:lumMod val="7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9050" cap="flat" cmpd="sng" algn="ctr">
                      <a:solidFill>
                        <a:schemeClr val="bg1">
                          <a:lumMod val="7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noFill/>
                  </a:tcPr>
                </a:tc>
                <a:tc>
                  <a:txBody>
                    <a:bodyPr/>
                    <a:lstStyle/>
                    <a:p>
                      <a:pPr rtl="0"/>
                      <a:endParaRPr lang="en-US" sz="1200" dirty="0">
                        <a:solidFill>
                          <a:schemeClr val="tx1"/>
                        </a:solidFill>
                        <a:latin typeface="+mn-lt"/>
                        <a:cs typeface="+mn-cs"/>
                      </a:endParaRPr>
                    </a:p>
                  </a:txBody>
                  <a:tcPr marL="72000" marR="72000" marT="54000" marB="54000">
                    <a:lnL w="9525" cap="flat" cmpd="sng" algn="ctr">
                      <a:solidFill>
                        <a:schemeClr val="bg1">
                          <a:lumMod val="75000"/>
                        </a:schemeClr>
                      </a:solidFill>
                      <a:prstDash val="dash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chemeClr val="bg1">
                          <a:lumMod val="75000"/>
                        </a:schemeClr>
                      </a:solidFill>
                      <a:prstDash val="dash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chemeClr val="bg1">
                          <a:lumMod val="7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9050" cap="flat" cmpd="sng" algn="ctr">
                      <a:solidFill>
                        <a:schemeClr val="bg1">
                          <a:lumMod val="7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noFill/>
                  </a:tcPr>
                </a:tc>
                <a:tc>
                  <a:txBody>
                    <a:bodyPr/>
                    <a:lstStyle/>
                    <a:p>
                      <a:pPr rtl="0"/>
                      <a:endParaRPr lang="en-US" sz="1200" dirty="0">
                        <a:solidFill>
                          <a:schemeClr val="tx1"/>
                        </a:solidFill>
                        <a:latin typeface="+mn-lt"/>
                        <a:cs typeface="+mn-cs"/>
                      </a:endParaRPr>
                    </a:p>
                  </a:txBody>
                  <a:tcPr marL="72000" marR="72000" marT="54000" marB="54000">
                    <a:lnL w="9525" cap="flat" cmpd="sng" algn="ctr">
                      <a:solidFill>
                        <a:schemeClr val="bg1">
                          <a:lumMod val="75000"/>
                        </a:schemeClr>
                      </a:solidFill>
                      <a:prstDash val="dash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chemeClr val="bg1">
                          <a:lumMod val="75000"/>
                        </a:schemeClr>
                      </a:solidFill>
                      <a:prstDash val="dash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chemeClr val="bg1">
                          <a:lumMod val="7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9050" cap="flat" cmpd="sng" algn="ctr">
                      <a:solidFill>
                        <a:schemeClr val="bg1">
                          <a:lumMod val="7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noFill/>
                  </a:tcPr>
                </a:tc>
                <a:tc>
                  <a:txBody>
                    <a:bodyPr/>
                    <a:lstStyle/>
                    <a:p>
                      <a:pPr rtl="0"/>
                      <a:endParaRPr lang="en-US" sz="1200" dirty="0">
                        <a:solidFill>
                          <a:schemeClr val="tx1"/>
                        </a:solidFill>
                        <a:latin typeface="+mn-lt"/>
                        <a:cs typeface="+mn-cs"/>
                      </a:endParaRPr>
                    </a:p>
                  </a:txBody>
                  <a:tcPr marL="72000" marR="72000" marT="54000" marB="54000">
                    <a:lnL w="9525" cap="flat" cmpd="sng" algn="ctr">
                      <a:solidFill>
                        <a:schemeClr val="bg1">
                          <a:lumMod val="75000"/>
                        </a:schemeClr>
                      </a:solidFill>
                      <a:prstDash val="dash"/>
                      <a:round/>
                      <a:headEnd type="none" w="med" len="med"/>
                      <a:tailEnd type="none" w="med" len="med"/>
                    </a:lnL>
                    <a:lnR w="12700" cmpd="sng">
                      <a:noFill/>
                    </a:lnR>
                    <a:lnT w="9525" cap="flat" cmpd="sng" algn="ctr">
                      <a:solidFill>
                        <a:schemeClr val="bg1">
                          <a:lumMod val="7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9050" cap="flat" cmpd="sng" algn="ctr">
                      <a:solidFill>
                        <a:schemeClr val="bg1">
                          <a:lumMod val="7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noFill/>
                  </a:tcPr>
                </a:tc>
                <a:extLst>
                  <a:ext uri="{0D108BD9-81ED-4DB2-BD59-A6C34878D82A}">
                    <a16:rowId xmlns:a16="http://schemas.microsoft.com/office/drawing/2014/main" val="3637647048"/>
                  </a:ext>
                </a:extLst>
              </a:tr>
            </a:tbl>
          </a:graphicData>
        </a:graphic>
      </p:graphicFrame>
      <p:sp>
        <p:nvSpPr>
          <p:cNvPr id="26" name="Ellipse 25">
            <a:extLst>
              <a:ext uri="{FF2B5EF4-FFF2-40B4-BE49-F238E27FC236}">
                <a16:creationId xmlns:a16="http://schemas.microsoft.com/office/drawing/2014/main" id="{D6A9D65C-DB66-02D2-CB35-EBE818192D44}"/>
              </a:ext>
            </a:extLst>
          </p:cNvPr>
          <p:cNvSpPr>
            <a:spLocks/>
          </p:cNvSpPr>
          <p:nvPr/>
        </p:nvSpPr>
        <p:spPr>
          <a:xfrm>
            <a:off x="4810605" y="2219804"/>
            <a:ext cx="175254" cy="175254"/>
          </a:xfrm>
          <a:prstGeom prst="ellipse">
            <a:avLst/>
          </a:prstGeom>
          <a:solidFill>
            <a:srgbClr val="00B050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 sz="1000" err="1"/>
          </a:p>
        </p:txBody>
      </p:sp>
      <p:sp>
        <p:nvSpPr>
          <p:cNvPr id="28" name="Ellipse 27">
            <a:extLst>
              <a:ext uri="{FF2B5EF4-FFF2-40B4-BE49-F238E27FC236}">
                <a16:creationId xmlns:a16="http://schemas.microsoft.com/office/drawing/2014/main" id="{DD25D789-1E92-2F9A-E991-BA7A73BEB7EC}"/>
              </a:ext>
            </a:extLst>
          </p:cNvPr>
          <p:cNvSpPr>
            <a:spLocks/>
          </p:cNvSpPr>
          <p:nvPr/>
        </p:nvSpPr>
        <p:spPr>
          <a:xfrm>
            <a:off x="4810605" y="3219928"/>
            <a:ext cx="175254" cy="175254"/>
          </a:xfrm>
          <a:prstGeom prst="ellipse">
            <a:avLst/>
          </a:prstGeom>
          <a:solidFill>
            <a:srgbClr val="00B050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 sz="1000" err="1"/>
          </a:p>
        </p:txBody>
      </p:sp>
      <p:sp>
        <p:nvSpPr>
          <p:cNvPr id="29" name="Ellipse 28">
            <a:extLst>
              <a:ext uri="{FF2B5EF4-FFF2-40B4-BE49-F238E27FC236}">
                <a16:creationId xmlns:a16="http://schemas.microsoft.com/office/drawing/2014/main" id="{D722FF06-35EC-F9C2-B53E-51C28FFBF335}"/>
              </a:ext>
            </a:extLst>
          </p:cNvPr>
          <p:cNvSpPr>
            <a:spLocks/>
          </p:cNvSpPr>
          <p:nvPr/>
        </p:nvSpPr>
        <p:spPr>
          <a:xfrm>
            <a:off x="4810605" y="3719990"/>
            <a:ext cx="175254" cy="175254"/>
          </a:xfrm>
          <a:prstGeom prst="ellipse">
            <a:avLst/>
          </a:prstGeom>
          <a:solidFill>
            <a:srgbClr val="00B050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 sz="1000" err="1"/>
          </a:p>
        </p:txBody>
      </p:sp>
      <p:sp>
        <p:nvSpPr>
          <p:cNvPr id="30" name="Ellipse 29">
            <a:extLst>
              <a:ext uri="{FF2B5EF4-FFF2-40B4-BE49-F238E27FC236}">
                <a16:creationId xmlns:a16="http://schemas.microsoft.com/office/drawing/2014/main" id="{B4AAEC18-5CD8-7E06-F64C-23A6D4A2FE3F}"/>
              </a:ext>
            </a:extLst>
          </p:cNvPr>
          <p:cNvSpPr>
            <a:spLocks/>
          </p:cNvSpPr>
          <p:nvPr/>
        </p:nvSpPr>
        <p:spPr>
          <a:xfrm>
            <a:off x="4810605" y="4220052"/>
            <a:ext cx="175254" cy="175254"/>
          </a:xfrm>
          <a:prstGeom prst="ellipse">
            <a:avLst/>
          </a:prstGeom>
          <a:solidFill>
            <a:srgbClr val="00B050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 sz="1000" err="1"/>
          </a:p>
        </p:txBody>
      </p:sp>
      <p:sp>
        <p:nvSpPr>
          <p:cNvPr id="34" name="Ellipse 33">
            <a:extLst>
              <a:ext uri="{FF2B5EF4-FFF2-40B4-BE49-F238E27FC236}">
                <a16:creationId xmlns:a16="http://schemas.microsoft.com/office/drawing/2014/main" id="{1973730B-B102-6123-BEC0-9F5F52564BF3}"/>
              </a:ext>
            </a:extLst>
          </p:cNvPr>
          <p:cNvSpPr>
            <a:spLocks/>
          </p:cNvSpPr>
          <p:nvPr/>
        </p:nvSpPr>
        <p:spPr>
          <a:xfrm>
            <a:off x="5733578" y="2219804"/>
            <a:ext cx="175254" cy="175254"/>
          </a:xfrm>
          <a:prstGeom prst="ellipse">
            <a:avLst/>
          </a:prstGeom>
          <a:solidFill>
            <a:srgbClr val="00B050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 sz="1000" err="1"/>
          </a:p>
        </p:txBody>
      </p:sp>
      <p:sp>
        <p:nvSpPr>
          <p:cNvPr id="35" name="Ellipse 34">
            <a:extLst>
              <a:ext uri="{FF2B5EF4-FFF2-40B4-BE49-F238E27FC236}">
                <a16:creationId xmlns:a16="http://schemas.microsoft.com/office/drawing/2014/main" id="{B182347A-EC67-0192-ABDB-1A8E39C35086}"/>
              </a:ext>
            </a:extLst>
          </p:cNvPr>
          <p:cNvSpPr>
            <a:spLocks/>
          </p:cNvSpPr>
          <p:nvPr/>
        </p:nvSpPr>
        <p:spPr>
          <a:xfrm>
            <a:off x="5733578" y="2719866"/>
            <a:ext cx="175254" cy="175254"/>
          </a:xfrm>
          <a:prstGeom prst="ellipse">
            <a:avLst/>
          </a:prstGeom>
          <a:solidFill>
            <a:srgbClr val="00B050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 sz="1000" err="1"/>
          </a:p>
        </p:txBody>
      </p:sp>
      <p:sp>
        <p:nvSpPr>
          <p:cNvPr id="36" name="Ellipse 35">
            <a:extLst>
              <a:ext uri="{FF2B5EF4-FFF2-40B4-BE49-F238E27FC236}">
                <a16:creationId xmlns:a16="http://schemas.microsoft.com/office/drawing/2014/main" id="{E8EB0E69-1231-82E9-C13B-4FA31704CA37}"/>
              </a:ext>
            </a:extLst>
          </p:cNvPr>
          <p:cNvSpPr>
            <a:spLocks/>
          </p:cNvSpPr>
          <p:nvPr/>
        </p:nvSpPr>
        <p:spPr>
          <a:xfrm>
            <a:off x="5733578" y="3219928"/>
            <a:ext cx="175254" cy="175254"/>
          </a:xfrm>
          <a:prstGeom prst="ellipse">
            <a:avLst/>
          </a:prstGeom>
          <a:solidFill>
            <a:srgbClr val="00B050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 sz="1000" err="1"/>
          </a:p>
        </p:txBody>
      </p:sp>
      <p:sp>
        <p:nvSpPr>
          <p:cNvPr id="38" name="Ellipse 37">
            <a:extLst>
              <a:ext uri="{FF2B5EF4-FFF2-40B4-BE49-F238E27FC236}">
                <a16:creationId xmlns:a16="http://schemas.microsoft.com/office/drawing/2014/main" id="{7C98CFA1-C84D-1A60-A51B-7D39B4CD4787}"/>
              </a:ext>
            </a:extLst>
          </p:cNvPr>
          <p:cNvSpPr>
            <a:spLocks/>
          </p:cNvSpPr>
          <p:nvPr/>
        </p:nvSpPr>
        <p:spPr>
          <a:xfrm>
            <a:off x="5733578" y="4220052"/>
            <a:ext cx="175254" cy="175254"/>
          </a:xfrm>
          <a:prstGeom prst="ellipse">
            <a:avLst/>
          </a:prstGeom>
          <a:solidFill>
            <a:srgbClr val="00B050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 sz="1000" err="1"/>
          </a:p>
        </p:txBody>
      </p:sp>
      <p:sp>
        <p:nvSpPr>
          <p:cNvPr id="43" name="Ellipse 42">
            <a:extLst>
              <a:ext uri="{FF2B5EF4-FFF2-40B4-BE49-F238E27FC236}">
                <a16:creationId xmlns:a16="http://schemas.microsoft.com/office/drawing/2014/main" id="{51ABBD3D-7175-63FC-A641-54E8B069ECAA}"/>
              </a:ext>
            </a:extLst>
          </p:cNvPr>
          <p:cNvSpPr>
            <a:spLocks/>
          </p:cNvSpPr>
          <p:nvPr/>
        </p:nvSpPr>
        <p:spPr>
          <a:xfrm>
            <a:off x="6656552" y="2719866"/>
            <a:ext cx="175254" cy="175254"/>
          </a:xfrm>
          <a:prstGeom prst="ellipse">
            <a:avLst/>
          </a:prstGeom>
          <a:solidFill>
            <a:srgbClr val="00B050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 sz="1000" err="1"/>
          </a:p>
        </p:txBody>
      </p:sp>
      <p:sp>
        <p:nvSpPr>
          <p:cNvPr id="44" name="Ellipse 43">
            <a:extLst>
              <a:ext uri="{FF2B5EF4-FFF2-40B4-BE49-F238E27FC236}">
                <a16:creationId xmlns:a16="http://schemas.microsoft.com/office/drawing/2014/main" id="{611DAD20-CC90-C929-A7FD-D76255EE306A}"/>
              </a:ext>
            </a:extLst>
          </p:cNvPr>
          <p:cNvSpPr>
            <a:spLocks/>
          </p:cNvSpPr>
          <p:nvPr/>
        </p:nvSpPr>
        <p:spPr>
          <a:xfrm>
            <a:off x="6656552" y="3219928"/>
            <a:ext cx="175254" cy="175254"/>
          </a:xfrm>
          <a:prstGeom prst="ellipse">
            <a:avLst/>
          </a:prstGeom>
          <a:solidFill>
            <a:srgbClr val="00B050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 sz="1000" err="1"/>
          </a:p>
        </p:txBody>
      </p:sp>
      <p:sp>
        <p:nvSpPr>
          <p:cNvPr id="45" name="Ellipse 44">
            <a:extLst>
              <a:ext uri="{FF2B5EF4-FFF2-40B4-BE49-F238E27FC236}">
                <a16:creationId xmlns:a16="http://schemas.microsoft.com/office/drawing/2014/main" id="{84DE4436-BA94-EC77-4B95-E3F700D27270}"/>
              </a:ext>
            </a:extLst>
          </p:cNvPr>
          <p:cNvSpPr>
            <a:spLocks/>
          </p:cNvSpPr>
          <p:nvPr/>
        </p:nvSpPr>
        <p:spPr>
          <a:xfrm>
            <a:off x="6656552" y="3719990"/>
            <a:ext cx="175254" cy="175254"/>
          </a:xfrm>
          <a:prstGeom prst="ellipse">
            <a:avLst/>
          </a:prstGeom>
          <a:solidFill>
            <a:srgbClr val="00B050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 sz="1000" err="1"/>
          </a:p>
        </p:txBody>
      </p:sp>
      <p:sp>
        <p:nvSpPr>
          <p:cNvPr id="47" name="Ellipse 46">
            <a:extLst>
              <a:ext uri="{FF2B5EF4-FFF2-40B4-BE49-F238E27FC236}">
                <a16:creationId xmlns:a16="http://schemas.microsoft.com/office/drawing/2014/main" id="{CEE7ECDA-CE66-DC33-4051-B71BE6712964}"/>
              </a:ext>
            </a:extLst>
          </p:cNvPr>
          <p:cNvSpPr>
            <a:spLocks/>
          </p:cNvSpPr>
          <p:nvPr/>
        </p:nvSpPr>
        <p:spPr>
          <a:xfrm>
            <a:off x="6656552" y="4720114"/>
            <a:ext cx="175254" cy="175254"/>
          </a:xfrm>
          <a:prstGeom prst="ellipse">
            <a:avLst/>
          </a:prstGeom>
          <a:solidFill>
            <a:srgbClr val="00B050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 sz="1000" err="1"/>
          </a:p>
        </p:txBody>
      </p:sp>
      <p:sp>
        <p:nvSpPr>
          <p:cNvPr id="50" name="Ellipse 49">
            <a:extLst>
              <a:ext uri="{FF2B5EF4-FFF2-40B4-BE49-F238E27FC236}">
                <a16:creationId xmlns:a16="http://schemas.microsoft.com/office/drawing/2014/main" id="{5358E830-35A0-3B7A-694C-AED430812EDD}"/>
              </a:ext>
            </a:extLst>
          </p:cNvPr>
          <p:cNvSpPr>
            <a:spLocks/>
          </p:cNvSpPr>
          <p:nvPr/>
        </p:nvSpPr>
        <p:spPr>
          <a:xfrm>
            <a:off x="7579524" y="2219804"/>
            <a:ext cx="175254" cy="175254"/>
          </a:xfrm>
          <a:prstGeom prst="ellipse">
            <a:avLst/>
          </a:prstGeom>
          <a:solidFill>
            <a:srgbClr val="00B050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 sz="1000" err="1"/>
          </a:p>
        </p:txBody>
      </p:sp>
      <p:sp>
        <p:nvSpPr>
          <p:cNvPr id="51" name="Ellipse 50">
            <a:extLst>
              <a:ext uri="{FF2B5EF4-FFF2-40B4-BE49-F238E27FC236}">
                <a16:creationId xmlns:a16="http://schemas.microsoft.com/office/drawing/2014/main" id="{A8E4F0B7-0E78-E5EE-CE70-6279CF3A5183}"/>
              </a:ext>
            </a:extLst>
          </p:cNvPr>
          <p:cNvSpPr>
            <a:spLocks/>
          </p:cNvSpPr>
          <p:nvPr/>
        </p:nvSpPr>
        <p:spPr>
          <a:xfrm>
            <a:off x="7579524" y="2719866"/>
            <a:ext cx="175254" cy="175254"/>
          </a:xfrm>
          <a:prstGeom prst="ellipse">
            <a:avLst/>
          </a:prstGeom>
          <a:solidFill>
            <a:srgbClr val="00B050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 sz="1000" err="1"/>
          </a:p>
        </p:txBody>
      </p:sp>
      <p:sp>
        <p:nvSpPr>
          <p:cNvPr id="52" name="Ellipse 51">
            <a:extLst>
              <a:ext uri="{FF2B5EF4-FFF2-40B4-BE49-F238E27FC236}">
                <a16:creationId xmlns:a16="http://schemas.microsoft.com/office/drawing/2014/main" id="{DC3CD596-80BD-4DCB-54C5-F41995F2D096}"/>
              </a:ext>
            </a:extLst>
          </p:cNvPr>
          <p:cNvSpPr>
            <a:spLocks/>
          </p:cNvSpPr>
          <p:nvPr/>
        </p:nvSpPr>
        <p:spPr>
          <a:xfrm>
            <a:off x="7579524" y="3219928"/>
            <a:ext cx="175254" cy="175254"/>
          </a:xfrm>
          <a:prstGeom prst="ellipse">
            <a:avLst/>
          </a:prstGeom>
          <a:solidFill>
            <a:srgbClr val="00B050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 sz="1000" err="1"/>
          </a:p>
        </p:txBody>
      </p:sp>
      <p:sp>
        <p:nvSpPr>
          <p:cNvPr id="54" name="Ellipse 53">
            <a:extLst>
              <a:ext uri="{FF2B5EF4-FFF2-40B4-BE49-F238E27FC236}">
                <a16:creationId xmlns:a16="http://schemas.microsoft.com/office/drawing/2014/main" id="{725A57BD-B63A-FA2D-FCEE-FA8871A46A57}"/>
              </a:ext>
            </a:extLst>
          </p:cNvPr>
          <p:cNvSpPr>
            <a:spLocks/>
          </p:cNvSpPr>
          <p:nvPr/>
        </p:nvSpPr>
        <p:spPr>
          <a:xfrm>
            <a:off x="7579524" y="4220052"/>
            <a:ext cx="175254" cy="175254"/>
          </a:xfrm>
          <a:prstGeom prst="ellipse">
            <a:avLst/>
          </a:prstGeom>
          <a:solidFill>
            <a:srgbClr val="00B050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 sz="1000" err="1"/>
          </a:p>
        </p:txBody>
      </p:sp>
      <p:sp>
        <p:nvSpPr>
          <p:cNvPr id="55" name="Ellipse 54">
            <a:extLst>
              <a:ext uri="{FF2B5EF4-FFF2-40B4-BE49-F238E27FC236}">
                <a16:creationId xmlns:a16="http://schemas.microsoft.com/office/drawing/2014/main" id="{D722BB5A-60DD-CDC4-C163-FBBCC432C004}"/>
              </a:ext>
            </a:extLst>
          </p:cNvPr>
          <p:cNvSpPr>
            <a:spLocks/>
          </p:cNvSpPr>
          <p:nvPr/>
        </p:nvSpPr>
        <p:spPr>
          <a:xfrm>
            <a:off x="7579524" y="4720114"/>
            <a:ext cx="175254" cy="175254"/>
          </a:xfrm>
          <a:prstGeom prst="ellipse">
            <a:avLst/>
          </a:prstGeom>
          <a:solidFill>
            <a:srgbClr val="00B050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 sz="1000" err="1"/>
          </a:p>
        </p:txBody>
      </p:sp>
      <p:sp>
        <p:nvSpPr>
          <p:cNvPr id="58" name="Ellipse 57">
            <a:extLst>
              <a:ext uri="{FF2B5EF4-FFF2-40B4-BE49-F238E27FC236}">
                <a16:creationId xmlns:a16="http://schemas.microsoft.com/office/drawing/2014/main" id="{1104728F-6303-A78E-D508-1F2E194F38F6}"/>
              </a:ext>
            </a:extLst>
          </p:cNvPr>
          <p:cNvSpPr>
            <a:spLocks/>
          </p:cNvSpPr>
          <p:nvPr/>
        </p:nvSpPr>
        <p:spPr>
          <a:xfrm>
            <a:off x="8502497" y="2219804"/>
            <a:ext cx="175254" cy="175254"/>
          </a:xfrm>
          <a:prstGeom prst="ellipse">
            <a:avLst/>
          </a:prstGeom>
          <a:solidFill>
            <a:srgbClr val="00B050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 sz="1000" err="1"/>
          </a:p>
        </p:txBody>
      </p:sp>
      <p:sp>
        <p:nvSpPr>
          <p:cNvPr id="59" name="Ellipse 58">
            <a:extLst>
              <a:ext uri="{FF2B5EF4-FFF2-40B4-BE49-F238E27FC236}">
                <a16:creationId xmlns:a16="http://schemas.microsoft.com/office/drawing/2014/main" id="{FE86C6B0-8062-1D94-B8EA-76B1290EE7A1}"/>
              </a:ext>
            </a:extLst>
          </p:cNvPr>
          <p:cNvSpPr>
            <a:spLocks/>
          </p:cNvSpPr>
          <p:nvPr/>
        </p:nvSpPr>
        <p:spPr>
          <a:xfrm>
            <a:off x="8502497" y="2719866"/>
            <a:ext cx="175254" cy="175254"/>
          </a:xfrm>
          <a:prstGeom prst="ellipse">
            <a:avLst/>
          </a:prstGeom>
          <a:solidFill>
            <a:srgbClr val="00B050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 sz="1000" err="1"/>
          </a:p>
        </p:txBody>
      </p:sp>
      <p:sp>
        <p:nvSpPr>
          <p:cNvPr id="60" name="Ellipse 59">
            <a:extLst>
              <a:ext uri="{FF2B5EF4-FFF2-40B4-BE49-F238E27FC236}">
                <a16:creationId xmlns:a16="http://schemas.microsoft.com/office/drawing/2014/main" id="{24F3D539-4790-239F-BC79-E19DF2087F06}"/>
              </a:ext>
            </a:extLst>
          </p:cNvPr>
          <p:cNvSpPr>
            <a:spLocks/>
          </p:cNvSpPr>
          <p:nvPr/>
        </p:nvSpPr>
        <p:spPr>
          <a:xfrm>
            <a:off x="8502497" y="3219928"/>
            <a:ext cx="175254" cy="175254"/>
          </a:xfrm>
          <a:prstGeom prst="ellipse">
            <a:avLst/>
          </a:prstGeom>
          <a:solidFill>
            <a:srgbClr val="00B050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 sz="1000" err="1"/>
          </a:p>
        </p:txBody>
      </p:sp>
      <p:sp>
        <p:nvSpPr>
          <p:cNvPr id="62" name="Ellipse 61">
            <a:extLst>
              <a:ext uri="{FF2B5EF4-FFF2-40B4-BE49-F238E27FC236}">
                <a16:creationId xmlns:a16="http://schemas.microsoft.com/office/drawing/2014/main" id="{DC900B46-DC4F-8703-7D1A-A57E205F4433}"/>
              </a:ext>
            </a:extLst>
          </p:cNvPr>
          <p:cNvSpPr>
            <a:spLocks/>
          </p:cNvSpPr>
          <p:nvPr/>
        </p:nvSpPr>
        <p:spPr>
          <a:xfrm>
            <a:off x="8502497" y="4220052"/>
            <a:ext cx="175254" cy="175254"/>
          </a:xfrm>
          <a:prstGeom prst="ellipse">
            <a:avLst/>
          </a:prstGeom>
          <a:solidFill>
            <a:srgbClr val="00B050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 sz="1000" err="1"/>
          </a:p>
        </p:txBody>
      </p:sp>
      <p:sp>
        <p:nvSpPr>
          <p:cNvPr id="67" name="Ellipse 66">
            <a:extLst>
              <a:ext uri="{FF2B5EF4-FFF2-40B4-BE49-F238E27FC236}">
                <a16:creationId xmlns:a16="http://schemas.microsoft.com/office/drawing/2014/main" id="{0EAC412A-4D4D-509A-AF3E-F97182ED7540}"/>
              </a:ext>
            </a:extLst>
          </p:cNvPr>
          <p:cNvSpPr>
            <a:spLocks/>
          </p:cNvSpPr>
          <p:nvPr/>
        </p:nvSpPr>
        <p:spPr>
          <a:xfrm>
            <a:off x="9425470" y="2719866"/>
            <a:ext cx="175254" cy="175254"/>
          </a:xfrm>
          <a:prstGeom prst="ellipse">
            <a:avLst/>
          </a:prstGeom>
          <a:solidFill>
            <a:srgbClr val="00B050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 sz="1000" err="1"/>
          </a:p>
        </p:txBody>
      </p:sp>
      <p:sp>
        <p:nvSpPr>
          <p:cNvPr id="70" name="Ellipse 69">
            <a:extLst>
              <a:ext uri="{FF2B5EF4-FFF2-40B4-BE49-F238E27FC236}">
                <a16:creationId xmlns:a16="http://schemas.microsoft.com/office/drawing/2014/main" id="{D26D95F4-46E4-F4D2-2AF2-C73B426F96B5}"/>
              </a:ext>
            </a:extLst>
          </p:cNvPr>
          <p:cNvSpPr>
            <a:spLocks/>
          </p:cNvSpPr>
          <p:nvPr/>
        </p:nvSpPr>
        <p:spPr>
          <a:xfrm>
            <a:off x="9425470" y="4220052"/>
            <a:ext cx="175254" cy="175254"/>
          </a:xfrm>
          <a:prstGeom prst="ellipse">
            <a:avLst/>
          </a:prstGeom>
          <a:solidFill>
            <a:srgbClr val="00B050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 sz="1000" err="1"/>
          </a:p>
        </p:txBody>
      </p:sp>
      <p:sp>
        <p:nvSpPr>
          <p:cNvPr id="71" name="Ellipse 70">
            <a:extLst>
              <a:ext uri="{FF2B5EF4-FFF2-40B4-BE49-F238E27FC236}">
                <a16:creationId xmlns:a16="http://schemas.microsoft.com/office/drawing/2014/main" id="{5CCDEDD2-6484-8C6F-CD3B-958F2A792429}"/>
              </a:ext>
            </a:extLst>
          </p:cNvPr>
          <p:cNvSpPr>
            <a:spLocks/>
          </p:cNvSpPr>
          <p:nvPr/>
        </p:nvSpPr>
        <p:spPr>
          <a:xfrm>
            <a:off x="9425470" y="4720114"/>
            <a:ext cx="175254" cy="175254"/>
          </a:xfrm>
          <a:prstGeom prst="ellipse">
            <a:avLst/>
          </a:prstGeom>
          <a:solidFill>
            <a:srgbClr val="00B050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 sz="1000" err="1"/>
          </a:p>
        </p:txBody>
      </p:sp>
      <p:sp>
        <p:nvSpPr>
          <p:cNvPr id="74" name="Ellipse 73">
            <a:extLst>
              <a:ext uri="{FF2B5EF4-FFF2-40B4-BE49-F238E27FC236}">
                <a16:creationId xmlns:a16="http://schemas.microsoft.com/office/drawing/2014/main" id="{F15828E2-5676-7CF8-03D4-71E987E4929A}"/>
              </a:ext>
            </a:extLst>
          </p:cNvPr>
          <p:cNvSpPr>
            <a:spLocks/>
          </p:cNvSpPr>
          <p:nvPr/>
        </p:nvSpPr>
        <p:spPr>
          <a:xfrm>
            <a:off x="10348443" y="2219804"/>
            <a:ext cx="175254" cy="175254"/>
          </a:xfrm>
          <a:prstGeom prst="ellipse">
            <a:avLst/>
          </a:prstGeom>
          <a:solidFill>
            <a:srgbClr val="00B050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 sz="1000" err="1"/>
          </a:p>
        </p:txBody>
      </p:sp>
      <p:sp>
        <p:nvSpPr>
          <p:cNvPr id="76" name="Ellipse 75">
            <a:extLst>
              <a:ext uri="{FF2B5EF4-FFF2-40B4-BE49-F238E27FC236}">
                <a16:creationId xmlns:a16="http://schemas.microsoft.com/office/drawing/2014/main" id="{CF5F8EEE-6004-982B-6B14-BA1E3CF910F1}"/>
              </a:ext>
            </a:extLst>
          </p:cNvPr>
          <p:cNvSpPr>
            <a:spLocks/>
          </p:cNvSpPr>
          <p:nvPr/>
        </p:nvSpPr>
        <p:spPr>
          <a:xfrm>
            <a:off x="10348443" y="3219928"/>
            <a:ext cx="175254" cy="175254"/>
          </a:xfrm>
          <a:prstGeom prst="ellipse">
            <a:avLst/>
          </a:prstGeom>
          <a:solidFill>
            <a:srgbClr val="00B050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 sz="1000" err="1"/>
          </a:p>
        </p:txBody>
      </p:sp>
      <p:sp>
        <p:nvSpPr>
          <p:cNvPr id="77" name="Ellipse 76">
            <a:extLst>
              <a:ext uri="{FF2B5EF4-FFF2-40B4-BE49-F238E27FC236}">
                <a16:creationId xmlns:a16="http://schemas.microsoft.com/office/drawing/2014/main" id="{A9F671C6-FF10-3EA9-E836-EE0C8CF96D44}"/>
              </a:ext>
            </a:extLst>
          </p:cNvPr>
          <p:cNvSpPr>
            <a:spLocks/>
          </p:cNvSpPr>
          <p:nvPr/>
        </p:nvSpPr>
        <p:spPr>
          <a:xfrm>
            <a:off x="10348443" y="3719990"/>
            <a:ext cx="175254" cy="175254"/>
          </a:xfrm>
          <a:prstGeom prst="ellipse">
            <a:avLst/>
          </a:prstGeom>
          <a:solidFill>
            <a:srgbClr val="00B050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 sz="1000" err="1"/>
          </a:p>
        </p:txBody>
      </p:sp>
      <p:sp>
        <p:nvSpPr>
          <p:cNvPr id="79" name="Ellipse 78">
            <a:extLst>
              <a:ext uri="{FF2B5EF4-FFF2-40B4-BE49-F238E27FC236}">
                <a16:creationId xmlns:a16="http://schemas.microsoft.com/office/drawing/2014/main" id="{84E4E06C-84A2-7B7B-8950-267770A2568C}"/>
              </a:ext>
            </a:extLst>
          </p:cNvPr>
          <p:cNvSpPr>
            <a:spLocks/>
          </p:cNvSpPr>
          <p:nvPr/>
        </p:nvSpPr>
        <p:spPr>
          <a:xfrm>
            <a:off x="10348443" y="4720114"/>
            <a:ext cx="175254" cy="175254"/>
          </a:xfrm>
          <a:prstGeom prst="ellipse">
            <a:avLst/>
          </a:prstGeom>
          <a:solidFill>
            <a:srgbClr val="00B050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 sz="1000" err="1"/>
          </a:p>
        </p:txBody>
      </p:sp>
      <p:sp>
        <p:nvSpPr>
          <p:cNvPr id="82" name="Ellipse 81">
            <a:extLst>
              <a:ext uri="{FF2B5EF4-FFF2-40B4-BE49-F238E27FC236}">
                <a16:creationId xmlns:a16="http://schemas.microsoft.com/office/drawing/2014/main" id="{A3B47052-D1F3-BD14-D0F0-538B96464BE4}"/>
              </a:ext>
            </a:extLst>
          </p:cNvPr>
          <p:cNvSpPr>
            <a:spLocks/>
          </p:cNvSpPr>
          <p:nvPr/>
        </p:nvSpPr>
        <p:spPr>
          <a:xfrm>
            <a:off x="11271417" y="2219804"/>
            <a:ext cx="175254" cy="175254"/>
          </a:xfrm>
          <a:prstGeom prst="ellipse">
            <a:avLst/>
          </a:prstGeom>
          <a:solidFill>
            <a:srgbClr val="00B050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 sz="1000" err="1"/>
          </a:p>
        </p:txBody>
      </p:sp>
      <p:sp>
        <p:nvSpPr>
          <p:cNvPr id="83" name="Ellipse 82">
            <a:extLst>
              <a:ext uri="{FF2B5EF4-FFF2-40B4-BE49-F238E27FC236}">
                <a16:creationId xmlns:a16="http://schemas.microsoft.com/office/drawing/2014/main" id="{5CC5C42F-82F9-C0B7-7782-60FB25D75643}"/>
              </a:ext>
            </a:extLst>
          </p:cNvPr>
          <p:cNvSpPr>
            <a:spLocks/>
          </p:cNvSpPr>
          <p:nvPr/>
        </p:nvSpPr>
        <p:spPr>
          <a:xfrm>
            <a:off x="11271417" y="2719866"/>
            <a:ext cx="175254" cy="175254"/>
          </a:xfrm>
          <a:prstGeom prst="ellipse">
            <a:avLst/>
          </a:prstGeom>
          <a:solidFill>
            <a:srgbClr val="00B050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 sz="1000" err="1"/>
          </a:p>
        </p:txBody>
      </p:sp>
      <p:sp>
        <p:nvSpPr>
          <p:cNvPr id="85" name="Ellipse 84">
            <a:extLst>
              <a:ext uri="{FF2B5EF4-FFF2-40B4-BE49-F238E27FC236}">
                <a16:creationId xmlns:a16="http://schemas.microsoft.com/office/drawing/2014/main" id="{883F1BFB-BB65-B985-5DD7-EDB4EB9F0206}"/>
              </a:ext>
            </a:extLst>
          </p:cNvPr>
          <p:cNvSpPr>
            <a:spLocks/>
          </p:cNvSpPr>
          <p:nvPr/>
        </p:nvSpPr>
        <p:spPr>
          <a:xfrm>
            <a:off x="11271417" y="3719990"/>
            <a:ext cx="175254" cy="175254"/>
          </a:xfrm>
          <a:prstGeom prst="ellipse">
            <a:avLst/>
          </a:prstGeom>
          <a:solidFill>
            <a:srgbClr val="00B050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 sz="1000" err="1"/>
          </a:p>
        </p:txBody>
      </p:sp>
      <p:sp>
        <p:nvSpPr>
          <p:cNvPr id="87" name="Ellipse 86">
            <a:extLst>
              <a:ext uri="{FF2B5EF4-FFF2-40B4-BE49-F238E27FC236}">
                <a16:creationId xmlns:a16="http://schemas.microsoft.com/office/drawing/2014/main" id="{5AECE857-13D5-D660-87D4-087EFB4129CB}"/>
              </a:ext>
            </a:extLst>
          </p:cNvPr>
          <p:cNvSpPr>
            <a:spLocks/>
          </p:cNvSpPr>
          <p:nvPr/>
        </p:nvSpPr>
        <p:spPr>
          <a:xfrm>
            <a:off x="11271417" y="4720114"/>
            <a:ext cx="175254" cy="175254"/>
          </a:xfrm>
          <a:prstGeom prst="ellipse">
            <a:avLst/>
          </a:prstGeom>
          <a:solidFill>
            <a:srgbClr val="00B050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 sz="1000" err="1"/>
          </a:p>
        </p:txBody>
      </p:sp>
      <p:sp>
        <p:nvSpPr>
          <p:cNvPr id="2" name="Text Placeholder 15">
            <a:extLst>
              <a:ext uri="{FF2B5EF4-FFF2-40B4-BE49-F238E27FC236}">
                <a16:creationId xmlns:a16="http://schemas.microsoft.com/office/drawing/2014/main" id="{04BB8B43-D85A-A27A-9656-0135950F0169}"/>
              </a:ext>
            </a:extLst>
          </p:cNvPr>
          <p:cNvSpPr/>
          <p:nvPr/>
        </p:nvSpPr>
        <p:spPr>
          <a:xfrm>
            <a:off x="407988" y="6275487"/>
            <a:ext cx="1692771" cy="138499"/>
          </a:xfrm>
          <a:prstGeom prst="rect">
            <a:avLst/>
          </a:prstGeom>
          <a:noFill/>
          <a:ln w="9525" cap="flat" cmpd="sng" algn="ctr">
            <a:noFill/>
            <a:prstDash val="solid"/>
            <a:miter lim="800000"/>
          </a:ln>
          <a:effectLst/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wrap="none" lIns="0" tIns="0" rIns="0" bIns="0" rtlCol="0" anchor="b">
            <a:spAutoFit/>
          </a:bodyPr>
          <a:lstStyle/>
          <a:p>
            <a:pPr>
              <a:spcBef>
                <a:spcPct val="10000"/>
              </a:spcBef>
              <a:spcAft>
                <a:spcPts val="110"/>
              </a:spcAft>
            </a:pPr>
            <a:r>
              <a:rPr lang="en-US" sz="900" noProof="0" dirty="0">
                <a:solidFill>
                  <a:schemeClr val="tx2"/>
                </a:solidFill>
                <a:latin typeface="Arial" panose="020B0604020202020204" pitchFamily="34" charset="0"/>
              </a:rPr>
              <a:t>Keywords: matrices, table, tables</a:t>
            </a:r>
          </a:p>
        </p:txBody>
      </p:sp>
      <p:sp>
        <p:nvSpPr>
          <p:cNvPr id="97" name="Ellipse 26">
            <a:extLst>
              <a:ext uri="{FF2B5EF4-FFF2-40B4-BE49-F238E27FC236}">
                <a16:creationId xmlns:a16="http://schemas.microsoft.com/office/drawing/2014/main" id="{47911962-FCCB-CA14-BBA9-25A9CA25041B}"/>
              </a:ext>
            </a:extLst>
          </p:cNvPr>
          <p:cNvSpPr>
            <a:spLocks/>
          </p:cNvSpPr>
          <p:nvPr/>
        </p:nvSpPr>
        <p:spPr>
          <a:xfrm>
            <a:off x="4810605" y="2719866"/>
            <a:ext cx="175254" cy="175254"/>
          </a:xfrm>
          <a:prstGeom prst="ellipse">
            <a:avLst/>
          </a:prstGeom>
          <a:solidFill>
            <a:srgbClr val="C00000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 sz="1000" err="1"/>
          </a:p>
        </p:txBody>
      </p:sp>
      <p:sp>
        <p:nvSpPr>
          <p:cNvPr id="98" name="Ellipse 38">
            <a:extLst>
              <a:ext uri="{FF2B5EF4-FFF2-40B4-BE49-F238E27FC236}">
                <a16:creationId xmlns:a16="http://schemas.microsoft.com/office/drawing/2014/main" id="{C90573DE-A92B-5442-C48E-2A2B6DBD131F}"/>
              </a:ext>
            </a:extLst>
          </p:cNvPr>
          <p:cNvSpPr>
            <a:spLocks/>
          </p:cNvSpPr>
          <p:nvPr/>
        </p:nvSpPr>
        <p:spPr>
          <a:xfrm>
            <a:off x="5733578" y="4720114"/>
            <a:ext cx="175254" cy="175254"/>
          </a:xfrm>
          <a:prstGeom prst="ellipse">
            <a:avLst/>
          </a:prstGeom>
          <a:solidFill>
            <a:srgbClr val="C00000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 sz="1000" err="1"/>
          </a:p>
        </p:txBody>
      </p:sp>
      <p:sp>
        <p:nvSpPr>
          <p:cNvPr id="99" name="Ellipse 41">
            <a:extLst>
              <a:ext uri="{FF2B5EF4-FFF2-40B4-BE49-F238E27FC236}">
                <a16:creationId xmlns:a16="http://schemas.microsoft.com/office/drawing/2014/main" id="{01E4F956-05C9-5B68-1A99-774A728FF3E2}"/>
              </a:ext>
            </a:extLst>
          </p:cNvPr>
          <p:cNvSpPr>
            <a:spLocks/>
          </p:cNvSpPr>
          <p:nvPr/>
        </p:nvSpPr>
        <p:spPr>
          <a:xfrm>
            <a:off x="6656552" y="2219804"/>
            <a:ext cx="175254" cy="175254"/>
          </a:xfrm>
          <a:prstGeom prst="ellipse">
            <a:avLst/>
          </a:prstGeom>
          <a:solidFill>
            <a:srgbClr val="C00000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 sz="1000" err="1"/>
          </a:p>
        </p:txBody>
      </p:sp>
      <p:sp>
        <p:nvSpPr>
          <p:cNvPr id="101" name="Ellipse 62">
            <a:extLst>
              <a:ext uri="{FF2B5EF4-FFF2-40B4-BE49-F238E27FC236}">
                <a16:creationId xmlns:a16="http://schemas.microsoft.com/office/drawing/2014/main" id="{A637C805-3257-3151-302A-0E9AD009830A}"/>
              </a:ext>
            </a:extLst>
          </p:cNvPr>
          <p:cNvSpPr>
            <a:spLocks/>
          </p:cNvSpPr>
          <p:nvPr/>
        </p:nvSpPr>
        <p:spPr>
          <a:xfrm>
            <a:off x="8502497" y="4720114"/>
            <a:ext cx="175254" cy="175254"/>
          </a:xfrm>
          <a:prstGeom prst="ellipse">
            <a:avLst/>
          </a:prstGeom>
          <a:solidFill>
            <a:srgbClr val="C00000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 sz="1000" err="1"/>
          </a:p>
        </p:txBody>
      </p:sp>
      <p:sp>
        <p:nvSpPr>
          <p:cNvPr id="102" name="Ellipse 65">
            <a:extLst>
              <a:ext uri="{FF2B5EF4-FFF2-40B4-BE49-F238E27FC236}">
                <a16:creationId xmlns:a16="http://schemas.microsoft.com/office/drawing/2014/main" id="{F86D8FD0-3E40-15CE-F27D-DE1678919361}"/>
              </a:ext>
            </a:extLst>
          </p:cNvPr>
          <p:cNvSpPr>
            <a:spLocks/>
          </p:cNvSpPr>
          <p:nvPr/>
        </p:nvSpPr>
        <p:spPr>
          <a:xfrm>
            <a:off x="9425470" y="2219804"/>
            <a:ext cx="175254" cy="175254"/>
          </a:xfrm>
          <a:prstGeom prst="ellipse">
            <a:avLst/>
          </a:prstGeom>
          <a:solidFill>
            <a:srgbClr val="C00000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 sz="1000" err="1"/>
          </a:p>
        </p:txBody>
      </p:sp>
      <p:sp>
        <p:nvSpPr>
          <p:cNvPr id="103" name="Ellipse 67">
            <a:extLst>
              <a:ext uri="{FF2B5EF4-FFF2-40B4-BE49-F238E27FC236}">
                <a16:creationId xmlns:a16="http://schemas.microsoft.com/office/drawing/2014/main" id="{AE41E316-C05E-EEF8-4BDC-3D5F94B7FF62}"/>
              </a:ext>
            </a:extLst>
          </p:cNvPr>
          <p:cNvSpPr>
            <a:spLocks/>
          </p:cNvSpPr>
          <p:nvPr/>
        </p:nvSpPr>
        <p:spPr>
          <a:xfrm>
            <a:off x="9425470" y="3219928"/>
            <a:ext cx="175254" cy="175254"/>
          </a:xfrm>
          <a:prstGeom prst="ellipse">
            <a:avLst/>
          </a:prstGeom>
          <a:solidFill>
            <a:srgbClr val="C00000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 sz="1000" err="1"/>
          </a:p>
        </p:txBody>
      </p:sp>
      <p:sp>
        <p:nvSpPr>
          <p:cNvPr id="104" name="Ellipse 68">
            <a:extLst>
              <a:ext uri="{FF2B5EF4-FFF2-40B4-BE49-F238E27FC236}">
                <a16:creationId xmlns:a16="http://schemas.microsoft.com/office/drawing/2014/main" id="{0A65D2DF-5314-EF1A-C96B-65C85CB14790}"/>
              </a:ext>
            </a:extLst>
          </p:cNvPr>
          <p:cNvSpPr>
            <a:spLocks/>
          </p:cNvSpPr>
          <p:nvPr/>
        </p:nvSpPr>
        <p:spPr>
          <a:xfrm>
            <a:off x="9425470" y="3719990"/>
            <a:ext cx="175254" cy="175254"/>
          </a:xfrm>
          <a:prstGeom prst="ellipse">
            <a:avLst/>
          </a:prstGeom>
          <a:solidFill>
            <a:srgbClr val="C00000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 sz="1000" err="1"/>
          </a:p>
        </p:txBody>
      </p:sp>
      <p:sp>
        <p:nvSpPr>
          <p:cNvPr id="106" name="Ellipse 85">
            <a:extLst>
              <a:ext uri="{FF2B5EF4-FFF2-40B4-BE49-F238E27FC236}">
                <a16:creationId xmlns:a16="http://schemas.microsoft.com/office/drawing/2014/main" id="{81C0AF8F-5D46-52AD-3EF0-8890F487D448}"/>
              </a:ext>
            </a:extLst>
          </p:cNvPr>
          <p:cNvSpPr>
            <a:spLocks/>
          </p:cNvSpPr>
          <p:nvPr/>
        </p:nvSpPr>
        <p:spPr>
          <a:xfrm>
            <a:off x="11271417" y="4220052"/>
            <a:ext cx="175254" cy="175254"/>
          </a:xfrm>
          <a:prstGeom prst="ellipse">
            <a:avLst/>
          </a:prstGeom>
          <a:solidFill>
            <a:srgbClr val="C00000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 sz="1000" err="1"/>
          </a:p>
        </p:txBody>
      </p:sp>
      <p:sp>
        <p:nvSpPr>
          <p:cNvPr id="110" name="Ellipse 30">
            <a:extLst>
              <a:ext uri="{FF2B5EF4-FFF2-40B4-BE49-F238E27FC236}">
                <a16:creationId xmlns:a16="http://schemas.microsoft.com/office/drawing/2014/main" id="{77E447F9-944E-1247-0FEA-1A4AFC2DF0EE}"/>
              </a:ext>
            </a:extLst>
          </p:cNvPr>
          <p:cNvSpPr>
            <a:spLocks/>
          </p:cNvSpPr>
          <p:nvPr/>
        </p:nvSpPr>
        <p:spPr>
          <a:xfrm>
            <a:off x="4810605" y="4720114"/>
            <a:ext cx="175254" cy="175254"/>
          </a:xfrm>
          <a:prstGeom prst="ellipse">
            <a:avLst/>
          </a:prstGeom>
          <a:solidFill>
            <a:srgbClr val="00B050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 sz="1000" err="1"/>
          </a:p>
        </p:txBody>
      </p:sp>
      <p:sp>
        <p:nvSpPr>
          <p:cNvPr id="111" name="Ellipse 36">
            <a:extLst>
              <a:ext uri="{FF2B5EF4-FFF2-40B4-BE49-F238E27FC236}">
                <a16:creationId xmlns:a16="http://schemas.microsoft.com/office/drawing/2014/main" id="{719E7DC5-8E3D-5539-3906-24159308E14B}"/>
              </a:ext>
            </a:extLst>
          </p:cNvPr>
          <p:cNvSpPr>
            <a:spLocks/>
          </p:cNvSpPr>
          <p:nvPr/>
        </p:nvSpPr>
        <p:spPr>
          <a:xfrm>
            <a:off x="5733578" y="3719990"/>
            <a:ext cx="175254" cy="175254"/>
          </a:xfrm>
          <a:prstGeom prst="ellipse">
            <a:avLst/>
          </a:prstGeom>
          <a:solidFill>
            <a:srgbClr val="FFC000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 sz="1000" err="1"/>
          </a:p>
        </p:txBody>
      </p:sp>
      <p:sp>
        <p:nvSpPr>
          <p:cNvPr id="112" name="Ellipse 45">
            <a:extLst>
              <a:ext uri="{FF2B5EF4-FFF2-40B4-BE49-F238E27FC236}">
                <a16:creationId xmlns:a16="http://schemas.microsoft.com/office/drawing/2014/main" id="{2F3248CC-307A-49E0-9B8F-61D4EB637A4B}"/>
              </a:ext>
            </a:extLst>
          </p:cNvPr>
          <p:cNvSpPr>
            <a:spLocks/>
          </p:cNvSpPr>
          <p:nvPr/>
        </p:nvSpPr>
        <p:spPr>
          <a:xfrm>
            <a:off x="6656552" y="4220052"/>
            <a:ext cx="175254" cy="175254"/>
          </a:xfrm>
          <a:prstGeom prst="ellipse">
            <a:avLst/>
          </a:prstGeom>
          <a:solidFill>
            <a:srgbClr val="FFC000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 sz="1000" err="1"/>
          </a:p>
        </p:txBody>
      </p:sp>
      <p:sp>
        <p:nvSpPr>
          <p:cNvPr id="113" name="Ellipse 52">
            <a:extLst>
              <a:ext uri="{FF2B5EF4-FFF2-40B4-BE49-F238E27FC236}">
                <a16:creationId xmlns:a16="http://schemas.microsoft.com/office/drawing/2014/main" id="{16A84DAD-F316-019A-C8D4-0610C0BEEC4F}"/>
              </a:ext>
            </a:extLst>
          </p:cNvPr>
          <p:cNvSpPr>
            <a:spLocks/>
          </p:cNvSpPr>
          <p:nvPr/>
        </p:nvSpPr>
        <p:spPr>
          <a:xfrm>
            <a:off x="7579524" y="3719990"/>
            <a:ext cx="175254" cy="175254"/>
          </a:xfrm>
          <a:prstGeom prst="ellipse">
            <a:avLst/>
          </a:prstGeom>
          <a:solidFill>
            <a:srgbClr val="FFC000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 sz="1000" err="1"/>
          </a:p>
        </p:txBody>
      </p:sp>
      <p:sp>
        <p:nvSpPr>
          <p:cNvPr id="115" name="Ellipse 60">
            <a:extLst>
              <a:ext uri="{FF2B5EF4-FFF2-40B4-BE49-F238E27FC236}">
                <a16:creationId xmlns:a16="http://schemas.microsoft.com/office/drawing/2014/main" id="{609C090F-FF71-CD32-267E-505D9EBC966D}"/>
              </a:ext>
            </a:extLst>
          </p:cNvPr>
          <p:cNvSpPr>
            <a:spLocks/>
          </p:cNvSpPr>
          <p:nvPr/>
        </p:nvSpPr>
        <p:spPr>
          <a:xfrm>
            <a:off x="8502497" y="3719990"/>
            <a:ext cx="175254" cy="175254"/>
          </a:xfrm>
          <a:prstGeom prst="ellipse">
            <a:avLst/>
          </a:prstGeom>
          <a:solidFill>
            <a:srgbClr val="FFC000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 sz="1000" err="1"/>
          </a:p>
        </p:txBody>
      </p:sp>
      <p:sp>
        <p:nvSpPr>
          <p:cNvPr id="117" name="Ellipse 74">
            <a:extLst>
              <a:ext uri="{FF2B5EF4-FFF2-40B4-BE49-F238E27FC236}">
                <a16:creationId xmlns:a16="http://schemas.microsoft.com/office/drawing/2014/main" id="{20F90C9C-88A6-728E-6979-F5865C28A28B}"/>
              </a:ext>
            </a:extLst>
          </p:cNvPr>
          <p:cNvSpPr>
            <a:spLocks/>
          </p:cNvSpPr>
          <p:nvPr/>
        </p:nvSpPr>
        <p:spPr>
          <a:xfrm>
            <a:off x="10348443" y="2719866"/>
            <a:ext cx="175254" cy="175254"/>
          </a:xfrm>
          <a:prstGeom prst="ellipse">
            <a:avLst/>
          </a:prstGeom>
          <a:solidFill>
            <a:srgbClr val="FFC000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 sz="1000" err="1"/>
          </a:p>
        </p:txBody>
      </p:sp>
      <p:sp>
        <p:nvSpPr>
          <p:cNvPr id="118" name="Ellipse 77">
            <a:extLst>
              <a:ext uri="{FF2B5EF4-FFF2-40B4-BE49-F238E27FC236}">
                <a16:creationId xmlns:a16="http://schemas.microsoft.com/office/drawing/2014/main" id="{9226EA5D-271F-8CAB-A64F-FA475FD3B2DD}"/>
              </a:ext>
            </a:extLst>
          </p:cNvPr>
          <p:cNvSpPr>
            <a:spLocks/>
          </p:cNvSpPr>
          <p:nvPr/>
        </p:nvSpPr>
        <p:spPr>
          <a:xfrm>
            <a:off x="10348443" y="4220052"/>
            <a:ext cx="175254" cy="175254"/>
          </a:xfrm>
          <a:prstGeom prst="ellipse">
            <a:avLst/>
          </a:prstGeom>
          <a:solidFill>
            <a:srgbClr val="FFC000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 sz="1000" err="1"/>
          </a:p>
        </p:txBody>
      </p:sp>
      <p:sp>
        <p:nvSpPr>
          <p:cNvPr id="119" name="Ellipse 83">
            <a:extLst>
              <a:ext uri="{FF2B5EF4-FFF2-40B4-BE49-F238E27FC236}">
                <a16:creationId xmlns:a16="http://schemas.microsoft.com/office/drawing/2014/main" id="{1E738D5B-0D0C-CA1D-7D1A-7E547391D604}"/>
              </a:ext>
            </a:extLst>
          </p:cNvPr>
          <p:cNvSpPr>
            <a:spLocks/>
          </p:cNvSpPr>
          <p:nvPr/>
        </p:nvSpPr>
        <p:spPr>
          <a:xfrm>
            <a:off x="11271417" y="3219928"/>
            <a:ext cx="175254" cy="175254"/>
          </a:xfrm>
          <a:prstGeom prst="ellipse">
            <a:avLst/>
          </a:prstGeom>
          <a:solidFill>
            <a:srgbClr val="FFC000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 sz="1000" err="1"/>
          </a:p>
        </p:txBody>
      </p:sp>
      <p:sp>
        <p:nvSpPr>
          <p:cNvPr id="3" name="TextBox 2">
            <a:extLst>
              <a:ext uri="{FF2B5EF4-FFF2-40B4-BE49-F238E27FC236}">
                <a16:creationId xmlns:a16="http://schemas.microsoft.com/office/drawing/2014/main" id="{3FF2E535-2CB8-5362-A3EB-E70EDCFF79AE}"/>
              </a:ext>
            </a:extLst>
          </p:cNvPr>
          <p:cNvSpPr txBox="1"/>
          <p:nvPr/>
        </p:nvSpPr>
        <p:spPr>
          <a:xfrm>
            <a:off x="2631440" y="2122765"/>
            <a:ext cx="841692" cy="369332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n-US" dirty="0"/>
              <a:t>25 pts</a:t>
            </a:r>
          </a:p>
        </p:txBody>
      </p:sp>
      <p:sp>
        <p:nvSpPr>
          <p:cNvPr id="4" name="TextBox 3">
            <a:extLst>
              <a:ext uri="{FF2B5EF4-FFF2-40B4-BE49-F238E27FC236}">
                <a16:creationId xmlns:a16="http://schemas.microsoft.com/office/drawing/2014/main" id="{5B90BD97-E6C8-F31A-9D28-65E457E7252B}"/>
              </a:ext>
            </a:extLst>
          </p:cNvPr>
          <p:cNvSpPr txBox="1"/>
          <p:nvPr/>
        </p:nvSpPr>
        <p:spPr>
          <a:xfrm>
            <a:off x="3554413" y="2122765"/>
            <a:ext cx="841692" cy="369332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n-US" dirty="0"/>
              <a:t>0.0%</a:t>
            </a:r>
          </a:p>
        </p:txBody>
      </p:sp>
      <p:sp>
        <p:nvSpPr>
          <p:cNvPr id="5" name="TextBox 4">
            <a:extLst>
              <a:ext uri="{FF2B5EF4-FFF2-40B4-BE49-F238E27FC236}">
                <a16:creationId xmlns:a16="http://schemas.microsoft.com/office/drawing/2014/main" id="{C2EB1BFC-89D2-C68C-0B57-34A2D241C2A9}"/>
              </a:ext>
            </a:extLst>
          </p:cNvPr>
          <p:cNvSpPr txBox="1"/>
          <p:nvPr/>
        </p:nvSpPr>
        <p:spPr>
          <a:xfrm>
            <a:off x="2631440" y="2629961"/>
            <a:ext cx="841692" cy="369332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n-US" dirty="0"/>
              <a:t>20 pts</a:t>
            </a:r>
          </a:p>
        </p:txBody>
      </p:sp>
      <p:sp>
        <p:nvSpPr>
          <p:cNvPr id="9" name="TextBox 8">
            <a:extLst>
              <a:ext uri="{FF2B5EF4-FFF2-40B4-BE49-F238E27FC236}">
                <a16:creationId xmlns:a16="http://schemas.microsoft.com/office/drawing/2014/main" id="{BFD6AF41-3BC9-D161-850B-9852220DE911}"/>
              </a:ext>
            </a:extLst>
          </p:cNvPr>
          <p:cNvSpPr txBox="1"/>
          <p:nvPr/>
        </p:nvSpPr>
        <p:spPr>
          <a:xfrm>
            <a:off x="3514249" y="2651403"/>
            <a:ext cx="841692" cy="369332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n-US" dirty="0"/>
              <a:t>14.8%</a:t>
            </a:r>
          </a:p>
        </p:txBody>
      </p:sp>
      <p:sp>
        <p:nvSpPr>
          <p:cNvPr id="10" name="TextBox 9">
            <a:extLst>
              <a:ext uri="{FF2B5EF4-FFF2-40B4-BE49-F238E27FC236}">
                <a16:creationId xmlns:a16="http://schemas.microsoft.com/office/drawing/2014/main" id="{32AB09C3-35F7-AA7F-CDE0-586912BCBD12}"/>
              </a:ext>
            </a:extLst>
          </p:cNvPr>
          <p:cNvSpPr txBox="1"/>
          <p:nvPr/>
        </p:nvSpPr>
        <p:spPr>
          <a:xfrm>
            <a:off x="2631440" y="3157120"/>
            <a:ext cx="841692" cy="369332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n-US" dirty="0"/>
              <a:t>25 pts</a:t>
            </a:r>
          </a:p>
        </p:txBody>
      </p:sp>
      <p:sp>
        <p:nvSpPr>
          <p:cNvPr id="12" name="TextBox 11">
            <a:extLst>
              <a:ext uri="{FF2B5EF4-FFF2-40B4-BE49-F238E27FC236}">
                <a16:creationId xmlns:a16="http://schemas.microsoft.com/office/drawing/2014/main" id="{1573178B-BC41-38D7-A2F3-F9E45C51CC13}"/>
              </a:ext>
            </a:extLst>
          </p:cNvPr>
          <p:cNvSpPr txBox="1"/>
          <p:nvPr/>
        </p:nvSpPr>
        <p:spPr>
          <a:xfrm>
            <a:off x="3554413" y="3157120"/>
            <a:ext cx="841692" cy="369332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n-US" dirty="0"/>
              <a:t>25 pts</a:t>
            </a:r>
          </a:p>
        </p:txBody>
      </p:sp>
      <p:sp>
        <p:nvSpPr>
          <p:cNvPr id="14" name="TextBox 13">
            <a:extLst>
              <a:ext uri="{FF2B5EF4-FFF2-40B4-BE49-F238E27FC236}">
                <a16:creationId xmlns:a16="http://schemas.microsoft.com/office/drawing/2014/main" id="{40C14215-F182-D8C0-E38B-49F51349A319}"/>
              </a:ext>
            </a:extLst>
          </p:cNvPr>
          <p:cNvSpPr txBox="1"/>
          <p:nvPr/>
        </p:nvSpPr>
        <p:spPr>
          <a:xfrm>
            <a:off x="2631440" y="3619728"/>
            <a:ext cx="841692" cy="369332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n-US" dirty="0"/>
              <a:t>25 pts</a:t>
            </a:r>
          </a:p>
        </p:txBody>
      </p:sp>
      <p:sp>
        <p:nvSpPr>
          <p:cNvPr id="17" name="TextBox 16">
            <a:extLst>
              <a:ext uri="{FF2B5EF4-FFF2-40B4-BE49-F238E27FC236}">
                <a16:creationId xmlns:a16="http://schemas.microsoft.com/office/drawing/2014/main" id="{1F54E988-3C55-D218-C26E-FA86A14F1766}"/>
              </a:ext>
            </a:extLst>
          </p:cNvPr>
          <p:cNvSpPr txBox="1"/>
          <p:nvPr/>
        </p:nvSpPr>
        <p:spPr>
          <a:xfrm>
            <a:off x="3554413" y="3619728"/>
            <a:ext cx="841692" cy="369332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n-US" dirty="0"/>
              <a:t>25 pts</a:t>
            </a:r>
          </a:p>
        </p:txBody>
      </p:sp>
      <p:sp>
        <p:nvSpPr>
          <p:cNvPr id="19" name="TextBox 18">
            <a:extLst>
              <a:ext uri="{FF2B5EF4-FFF2-40B4-BE49-F238E27FC236}">
                <a16:creationId xmlns:a16="http://schemas.microsoft.com/office/drawing/2014/main" id="{69576822-36DD-71EA-54F2-3AB187521BC6}"/>
              </a:ext>
            </a:extLst>
          </p:cNvPr>
          <p:cNvSpPr txBox="1"/>
          <p:nvPr/>
        </p:nvSpPr>
        <p:spPr>
          <a:xfrm>
            <a:off x="2610008" y="4102299"/>
            <a:ext cx="841692" cy="369332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n-US" dirty="0"/>
              <a:t>25 pts</a:t>
            </a:r>
          </a:p>
        </p:txBody>
      </p:sp>
      <p:sp>
        <p:nvSpPr>
          <p:cNvPr id="22" name="TextBox 21">
            <a:extLst>
              <a:ext uri="{FF2B5EF4-FFF2-40B4-BE49-F238E27FC236}">
                <a16:creationId xmlns:a16="http://schemas.microsoft.com/office/drawing/2014/main" id="{48F6336D-2A68-3587-3B33-6B7C2D9B2F64}"/>
              </a:ext>
            </a:extLst>
          </p:cNvPr>
          <p:cNvSpPr txBox="1"/>
          <p:nvPr/>
        </p:nvSpPr>
        <p:spPr>
          <a:xfrm>
            <a:off x="3532981" y="4102299"/>
            <a:ext cx="841692" cy="369332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n-US" dirty="0"/>
              <a:t>25 pts</a:t>
            </a:r>
          </a:p>
        </p:txBody>
      </p:sp>
    </p:spTree>
    <p:extLst>
      <p:ext uri="{BB962C8B-B14F-4D97-AF65-F5344CB8AC3E}">
        <p14:creationId xmlns:p14="http://schemas.microsoft.com/office/powerpoint/2010/main" val="3439994310"/>
      </p:ext>
    </p:extLst>
  </p:cSld>
  <p:clrMapOvr>
    <a:masterClrMapping/>
  </p:clrMapOvr>
</p:sld>
</file>

<file path=ppt/slides/slide1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graphicFrame>
        <p:nvGraphicFramePr>
          <p:cNvPr id="2" name="think-cell data - do not delete" hidden="1">
            <a:extLst>
              <a:ext uri="{FF2B5EF4-FFF2-40B4-BE49-F238E27FC236}">
                <a16:creationId xmlns:a16="http://schemas.microsoft.com/office/drawing/2014/main" id="{31C36466-F0EB-CA73-7C8E-0A08DAE729C8}"/>
              </a:ext>
            </a:extLst>
          </p:cNvPr>
          <p:cNvGraphicFramePr>
            <a:graphicFrameLocks/>
          </p:cNvGraphicFramePr>
          <p:nvPr>
            <p:custDataLst>
              <p:tags r:id="rId1"/>
            </p:custDataLst>
            <p:extLst>
              <p:ext uri="{D42A27DB-BD31-4B8C-83A1-F6EECF244321}">
                <p14:modId xmlns:p14="http://schemas.microsoft.com/office/powerpoint/2010/main" val="871475578"/>
              </p:ext>
            </p:extLst>
          </p:nvPr>
        </p:nvGraphicFramePr>
        <p:xfrm>
          <a:off x="2678910" y="11910"/>
          <a:ext cx="11910" cy="11910"/>
        </p:xfrm>
        <a:graphic>
          <a:graphicData uri="http://schemas.openxmlformats.org/presentationml/2006/ole">
            <mc:AlternateContent xmlns:mc="http://schemas.openxmlformats.org/markup-compatibility/2006">
              <mc:Choice xmlns:v="urn:schemas-microsoft-com:vml" Requires="v">
                <p:oleObj name="think-cell Slide" r:id="rId3" imgW="538" imgH="540" progId="TCLayout.ActiveDocument.1">
                  <p:embed/>
                </p:oleObj>
              </mc:Choice>
              <mc:Fallback>
                <p:oleObj name="think-cell Slide" r:id="rId3" imgW="538" imgH="540" progId="TCLayout.ActiveDocument.1">
                  <p:embed/>
                  <p:pic>
                    <p:nvPicPr>
                      <p:cNvPr id="2" name="think-cell data - do not delete" hidden="1">
                        <a:extLst>
                          <a:ext uri="{FF2B5EF4-FFF2-40B4-BE49-F238E27FC236}">
                            <a16:creationId xmlns:a16="http://schemas.microsoft.com/office/drawing/2014/main" id="{31C36466-F0EB-CA73-7C8E-0A08DAE729C8}"/>
                          </a:ext>
                        </a:extLst>
                      </p:cNvPr>
                      <p:cNvPicPr/>
                      <p:nvPr/>
                    </p:nvPicPr>
                    <p:blipFill>
                      <a:blip r:embed="rId4"/>
                      <a:stretch>
                        <a:fillRect/>
                      </a:stretch>
                    </p:blipFill>
                    <p:spPr>
                      <a:xfrm>
                        <a:off x="2678910" y="11910"/>
                        <a:ext cx="11910" cy="11910"/>
                      </a:xfrm>
                      <a:prstGeom prst="rect">
                        <a:avLst/>
                      </a:prstGeom>
                    </p:spPr>
                  </p:pic>
                </p:oleObj>
              </mc:Fallback>
            </mc:AlternateContent>
          </a:graphicData>
        </a:graphic>
      </p:graphicFrame>
      <p:grpSp>
        <p:nvGrpSpPr>
          <p:cNvPr id="8" name="Group 7">
            <a:extLst>
              <a:ext uri="{FF2B5EF4-FFF2-40B4-BE49-F238E27FC236}">
                <a16:creationId xmlns:a16="http://schemas.microsoft.com/office/drawing/2014/main" id="{BBCE24E0-9617-DD22-0FB4-E3C9416D322E}"/>
              </a:ext>
            </a:extLst>
          </p:cNvPr>
          <p:cNvGrpSpPr/>
          <p:nvPr/>
        </p:nvGrpSpPr>
        <p:grpSpPr>
          <a:xfrm>
            <a:off x="4017000" y="1350000"/>
            <a:ext cx="4158000" cy="4158000"/>
            <a:chOff x="180000" y="180000"/>
            <a:chExt cx="554400" cy="554400"/>
          </a:xfrm>
        </p:grpSpPr>
        <p:sp>
          <p:nvSpPr>
            <p:cNvPr id="4" name="Oval 3">
              <a:extLst>
                <a:ext uri="{FF2B5EF4-FFF2-40B4-BE49-F238E27FC236}">
                  <a16:creationId xmlns:a16="http://schemas.microsoft.com/office/drawing/2014/main" id="{3702451F-5388-D374-9538-6C71B60CDD5F}"/>
                </a:ext>
              </a:extLst>
            </p:cNvPr>
            <p:cNvSpPr/>
            <p:nvPr/>
          </p:nvSpPr>
          <p:spPr>
            <a:xfrm>
              <a:off x="180000" y="180000"/>
              <a:ext cx="554400" cy="554400"/>
            </a:xfrm>
            <a:prstGeom prst="ellipse">
              <a:avLst/>
            </a:prstGeom>
            <a:solidFill>
              <a:schemeClr val="accent1"/>
            </a:solidFill>
            <a:ln w="9525">
              <a:noFill/>
            </a:ln>
          </p:spPr>
          <p:style>
            <a:lnRef idx="2">
              <a:schemeClr val="accent1">
                <a:shade val="15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lIns="540000" tIns="540000" rIns="540000" bIns="540000" rtlCol="0" anchor="ctr"/>
            <a:lstStyle/>
            <a:p>
              <a:pPr algn="ctr"/>
              <a:endParaRPr lang="en-US" sz="10500" dirty="0">
                <a:solidFill>
                  <a:schemeClr val="tx1"/>
                </a:solidFill>
              </a:endParaRPr>
            </a:p>
          </p:txBody>
        </p:sp>
        <p:sp>
          <p:nvSpPr>
            <p:cNvPr id="7" name="Free-form: Shape 6">
              <a:extLst>
                <a:ext uri="{FF2B5EF4-FFF2-40B4-BE49-F238E27FC236}">
                  <a16:creationId xmlns:a16="http://schemas.microsoft.com/office/drawing/2014/main" id="{5FAD1EE9-529E-583B-3181-E9B476F505BA}"/>
                </a:ext>
              </a:extLst>
            </p:cNvPr>
            <p:cNvSpPr/>
            <p:nvPr/>
          </p:nvSpPr>
          <p:spPr>
            <a:xfrm>
              <a:off x="279052" y="342509"/>
              <a:ext cx="356408" cy="266195"/>
            </a:xfrm>
            <a:custGeom>
              <a:avLst/>
              <a:gdLst>
                <a:gd name="connsiteX0" fmla="*/ 350746 w 356408"/>
                <a:gd name="connsiteY0" fmla="*/ 55616 h 266195"/>
                <a:gd name="connsiteX1" fmla="*/ 356408 w 356408"/>
                <a:gd name="connsiteY1" fmla="*/ 43386 h 266195"/>
                <a:gd name="connsiteX2" fmla="*/ 350746 w 356408"/>
                <a:gd name="connsiteY2" fmla="*/ 31147 h 266195"/>
                <a:gd name="connsiteX3" fmla="*/ 326284 w 356408"/>
                <a:gd name="connsiteY3" fmla="*/ 5553 h 266195"/>
                <a:gd name="connsiteX4" fmla="*/ 313486 w 356408"/>
                <a:gd name="connsiteY4" fmla="*/ 0 h 266195"/>
                <a:gd name="connsiteX5" fmla="*/ 300688 w 356408"/>
                <a:gd name="connsiteY5" fmla="*/ 5553 h 266195"/>
                <a:gd name="connsiteX6" fmla="*/ 133640 w 356408"/>
                <a:gd name="connsiteY6" fmla="*/ 172631 h 266195"/>
                <a:gd name="connsiteX7" fmla="*/ 55721 w 356408"/>
                <a:gd name="connsiteY7" fmla="*/ 94698 h 266195"/>
                <a:gd name="connsiteX8" fmla="*/ 42810 w 356408"/>
                <a:gd name="connsiteY8" fmla="*/ 89030 h 266195"/>
                <a:gd name="connsiteX9" fmla="*/ 30012 w 356408"/>
                <a:gd name="connsiteY9" fmla="*/ 94698 h 266195"/>
                <a:gd name="connsiteX10" fmla="*/ 5550 w 356408"/>
                <a:gd name="connsiteY10" fmla="*/ 120301 h 266195"/>
                <a:gd name="connsiteX11" fmla="*/ 0 w 356408"/>
                <a:gd name="connsiteY11" fmla="*/ 132531 h 266195"/>
                <a:gd name="connsiteX12" fmla="*/ 5550 w 356408"/>
                <a:gd name="connsiteY12" fmla="*/ 144761 h 266195"/>
                <a:gd name="connsiteX13" fmla="*/ 121409 w 356408"/>
                <a:gd name="connsiteY13" fmla="*/ 260652 h 266195"/>
                <a:gd name="connsiteX14" fmla="*/ 133640 w 356408"/>
                <a:gd name="connsiteY14" fmla="*/ 266195 h 266195"/>
                <a:gd name="connsiteX15" fmla="*/ 145871 w 356408"/>
                <a:gd name="connsiteY15" fmla="*/ 260652 h 266195"/>
                <a:gd name="connsiteX16" fmla="*/ 350746 w 356408"/>
                <a:gd name="connsiteY16" fmla="*/ 55616 h 266195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  <a:cxn ang="0">
                  <a:pos x="connsiteX5" y="connsiteY5"/>
                </a:cxn>
                <a:cxn ang="0">
                  <a:pos x="connsiteX6" y="connsiteY6"/>
                </a:cxn>
                <a:cxn ang="0">
                  <a:pos x="connsiteX7" y="connsiteY7"/>
                </a:cxn>
                <a:cxn ang="0">
                  <a:pos x="connsiteX8" y="connsiteY8"/>
                </a:cxn>
                <a:cxn ang="0">
                  <a:pos x="connsiteX9" y="connsiteY9"/>
                </a:cxn>
                <a:cxn ang="0">
                  <a:pos x="connsiteX10" y="connsiteY10"/>
                </a:cxn>
                <a:cxn ang="0">
                  <a:pos x="connsiteX11" y="connsiteY11"/>
                </a:cxn>
                <a:cxn ang="0">
                  <a:pos x="connsiteX12" y="connsiteY12"/>
                </a:cxn>
                <a:cxn ang="0">
                  <a:pos x="connsiteX13" y="connsiteY13"/>
                </a:cxn>
                <a:cxn ang="0">
                  <a:pos x="connsiteX14" y="connsiteY14"/>
                </a:cxn>
                <a:cxn ang="0">
                  <a:pos x="connsiteX15" y="connsiteY15"/>
                </a:cxn>
                <a:cxn ang="0">
                  <a:pos x="connsiteX16" y="connsiteY16"/>
                </a:cxn>
              </a:cxnLst>
              <a:rect l="l" t="t" r="r" b="b"/>
              <a:pathLst>
                <a:path w="356408" h="266195">
                  <a:moveTo>
                    <a:pt x="350746" y="55616"/>
                  </a:moveTo>
                  <a:cubicBezTo>
                    <a:pt x="354483" y="52673"/>
                    <a:pt x="356408" y="48597"/>
                    <a:pt x="356408" y="43386"/>
                  </a:cubicBezTo>
                  <a:cubicBezTo>
                    <a:pt x="356408" y="38176"/>
                    <a:pt x="354483" y="34090"/>
                    <a:pt x="350746" y="31147"/>
                  </a:cubicBezTo>
                  <a:lnTo>
                    <a:pt x="326284" y="5553"/>
                  </a:lnTo>
                  <a:cubicBezTo>
                    <a:pt x="322546" y="1810"/>
                    <a:pt x="318356" y="0"/>
                    <a:pt x="313486" y="0"/>
                  </a:cubicBezTo>
                  <a:cubicBezTo>
                    <a:pt x="308616" y="0"/>
                    <a:pt x="304426" y="1810"/>
                    <a:pt x="300688" y="5553"/>
                  </a:cubicBezTo>
                  <a:lnTo>
                    <a:pt x="133640" y="172631"/>
                  </a:lnTo>
                  <a:lnTo>
                    <a:pt x="55721" y="94698"/>
                  </a:lnTo>
                  <a:cubicBezTo>
                    <a:pt x="51984" y="90964"/>
                    <a:pt x="47680" y="89030"/>
                    <a:pt x="42810" y="89030"/>
                  </a:cubicBezTo>
                  <a:cubicBezTo>
                    <a:pt x="38053" y="89030"/>
                    <a:pt x="33750" y="90964"/>
                    <a:pt x="30012" y="94698"/>
                  </a:cubicBezTo>
                  <a:cubicBezTo>
                    <a:pt x="5550" y="120301"/>
                    <a:pt x="5550" y="120301"/>
                    <a:pt x="5550" y="120301"/>
                  </a:cubicBezTo>
                  <a:cubicBezTo>
                    <a:pt x="1813" y="123244"/>
                    <a:pt x="0" y="127321"/>
                    <a:pt x="0" y="132531"/>
                  </a:cubicBezTo>
                  <a:cubicBezTo>
                    <a:pt x="0" y="137741"/>
                    <a:pt x="1813" y="141818"/>
                    <a:pt x="5550" y="144761"/>
                  </a:cubicBezTo>
                  <a:lnTo>
                    <a:pt x="121409" y="260652"/>
                  </a:lnTo>
                  <a:cubicBezTo>
                    <a:pt x="124353" y="264385"/>
                    <a:pt x="128429" y="266195"/>
                    <a:pt x="133640" y="266195"/>
                  </a:cubicBezTo>
                  <a:cubicBezTo>
                    <a:pt x="138849" y="266195"/>
                    <a:pt x="142926" y="264385"/>
                    <a:pt x="145871" y="260652"/>
                  </a:cubicBezTo>
                  <a:lnTo>
                    <a:pt x="350746" y="55616"/>
                  </a:lnTo>
                  <a:close/>
                </a:path>
              </a:pathLst>
            </a:custGeom>
            <a:solidFill>
              <a:srgbClr val="FFFFFF"/>
            </a:solidFill>
            <a:ln w="9525" cap="flat">
              <a:noFill/>
              <a:prstDash val="solid"/>
              <a:miter/>
            </a:ln>
          </p:spPr>
          <p:txBody>
            <a:bodyPr rtlCol="0" anchor="ctr"/>
            <a:lstStyle/>
            <a:p>
              <a:endParaRPr lang="en-US" sz="13500"/>
            </a:p>
          </p:txBody>
        </p:sp>
      </p:grpSp>
    </p:spTree>
    <p:extLst>
      <p:ext uri="{BB962C8B-B14F-4D97-AF65-F5344CB8AC3E}">
        <p14:creationId xmlns:p14="http://schemas.microsoft.com/office/powerpoint/2010/main" val="3127659673"/>
      </p:ext>
    </p:extLst>
  </p:cSld>
  <p:clrMapOvr>
    <a:masterClrMapping/>
  </p:clrMapOvr>
</p:sld>
</file>

<file path=ppt/slides/slide13.xml><?xml version="1.0" encoding="utf-8"?>
<p:sld xmlns:a="http://schemas.openxmlformats.org/drawingml/2006/main" xmlns:r="http://schemas.openxmlformats.org/officeDocument/2006/relationships" xmlns:p="http://schemas.openxmlformats.org/presentationml/2006/main" showMasterPhAnim="0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5" name="Title 4">
            <a:extLst>
              <a:ext uri="{FF2B5EF4-FFF2-40B4-BE49-F238E27FC236}">
                <a16:creationId xmlns:a16="http://schemas.microsoft.com/office/drawing/2014/main" id="{83442F60-F4AE-C57A-6E7C-EE6D6E2726E8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 vert="horz"/>
          <a:lstStyle/>
          <a:p>
            <a:r>
              <a:rPr lang="en-US" noProof="0">
                <a:sym typeface="Futura"/>
              </a:rPr>
              <a:t>Radiate </a:t>
            </a:r>
            <a:endParaRPr lang="en-US"/>
          </a:p>
        </p:txBody>
      </p:sp>
      <p:sp>
        <p:nvSpPr>
          <p:cNvPr id="17" name="Rectangle 3">
            <a:extLst>
              <a:ext uri="{FF2B5EF4-FFF2-40B4-BE49-F238E27FC236}">
                <a16:creationId xmlns:a16="http://schemas.microsoft.com/office/drawing/2014/main" id="{AB3DC5D8-C22F-C931-8A71-A9CD8DBB2C39}"/>
              </a:ext>
            </a:extLst>
          </p:cNvPr>
          <p:cNvSpPr>
            <a:spLocks/>
          </p:cNvSpPr>
          <p:nvPr/>
        </p:nvSpPr>
        <p:spPr bwMode="gray">
          <a:xfrm>
            <a:off x="6490448" y="2998113"/>
            <a:ext cx="4708476" cy="430887"/>
          </a:xfrm>
          <a:prstGeom prst="rect">
            <a:avLst/>
          </a:prstGeom>
          <a:noFill/>
          <a:ln w="9525" algn="ctr">
            <a:noFill/>
            <a:miter lim="800000"/>
            <a:headEnd/>
            <a:tailEnd/>
          </a:ln>
          <a:effectLst/>
        </p:spPr>
        <p:txBody>
          <a:bodyPr wrap="square" lIns="0" tIns="0" rIns="0" bIns="0" anchor="ctr">
            <a:spAutoFit/>
          </a:bodyPr>
          <a:lstStyle/>
          <a:p>
            <a:pPr defTabSz="979488" fontAlgn="base">
              <a:spcBef>
                <a:spcPct val="0"/>
              </a:spcBef>
              <a:spcAft>
                <a:spcPct val="0"/>
              </a:spcAft>
            </a:pPr>
            <a:r>
              <a:rPr lang="en-US" sz="1400" dirty="0"/>
              <a:t>Low Risk Auditee </a:t>
            </a:r>
            <a:br>
              <a:rPr lang="en-US" sz="1400" dirty="0"/>
            </a:br>
            <a:r>
              <a:rPr lang="en-US" sz="1400" dirty="0"/>
              <a:t>Clean audit history</a:t>
            </a:r>
          </a:p>
        </p:txBody>
      </p:sp>
      <p:sp>
        <p:nvSpPr>
          <p:cNvPr id="19" name="Rectangle 3">
            <a:extLst>
              <a:ext uri="{FF2B5EF4-FFF2-40B4-BE49-F238E27FC236}">
                <a16:creationId xmlns:a16="http://schemas.microsoft.com/office/drawing/2014/main" id="{6CAEF91C-9405-DDAD-E68E-AEFE3D8C47FF}"/>
              </a:ext>
            </a:extLst>
          </p:cNvPr>
          <p:cNvSpPr>
            <a:spLocks/>
          </p:cNvSpPr>
          <p:nvPr/>
        </p:nvSpPr>
        <p:spPr bwMode="gray">
          <a:xfrm>
            <a:off x="6490448" y="4007173"/>
            <a:ext cx="4708476" cy="430887"/>
          </a:xfrm>
          <a:prstGeom prst="rect">
            <a:avLst/>
          </a:prstGeom>
          <a:noFill/>
          <a:ln w="9525" algn="ctr">
            <a:noFill/>
            <a:miter lim="800000"/>
            <a:headEnd/>
            <a:tailEnd/>
          </a:ln>
          <a:effectLst/>
        </p:spPr>
        <p:txBody>
          <a:bodyPr wrap="square" lIns="0" tIns="0" rIns="0" bIns="0" anchor="ctr">
            <a:spAutoFit/>
          </a:bodyPr>
          <a:lstStyle/>
          <a:p>
            <a:pPr defTabSz="979488" fontAlgn="base">
              <a:spcBef>
                <a:spcPct val="0"/>
              </a:spcBef>
              <a:spcAft>
                <a:spcPct val="0"/>
              </a:spcAft>
            </a:pPr>
            <a:r>
              <a:rPr lang="en-US" sz="1400" dirty="0"/>
              <a:t>Has Corrective Action</a:t>
            </a:r>
          </a:p>
          <a:p>
            <a:pPr defTabSz="979488" fontAlgn="base">
              <a:spcBef>
                <a:spcPct val="0"/>
              </a:spcBef>
              <a:spcAft>
                <a:spcPct val="0"/>
              </a:spcAft>
            </a:pPr>
            <a:r>
              <a:rPr lang="en-US" sz="1400" dirty="0"/>
              <a:t>Entity responds to findings</a:t>
            </a:r>
          </a:p>
        </p:txBody>
      </p:sp>
      <p:cxnSp>
        <p:nvCxnSpPr>
          <p:cNvPr id="3" name="Gerade Verbindung 26">
            <a:extLst>
              <a:ext uri="{FF2B5EF4-FFF2-40B4-BE49-F238E27FC236}">
                <a16:creationId xmlns:a16="http://schemas.microsoft.com/office/drawing/2014/main" id="{E1EB4BAC-C1B9-34AC-4156-3375E2CD8670}"/>
              </a:ext>
            </a:extLst>
          </p:cNvPr>
          <p:cNvCxnSpPr>
            <a:cxnSpLocks/>
          </p:cNvCxnSpPr>
          <p:nvPr/>
        </p:nvCxnSpPr>
        <p:spPr bwMode="gray">
          <a:xfrm flipV="1">
            <a:off x="2062946" y="3299011"/>
            <a:ext cx="3027214" cy="626540"/>
          </a:xfrm>
          <a:prstGeom prst="line">
            <a:avLst/>
          </a:prstGeom>
          <a:ln w="9525">
            <a:solidFill>
              <a:schemeClr val="tx2">
                <a:lumMod val="20000"/>
                <a:lumOff val="80000"/>
              </a:schemeClr>
            </a:solidFill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6" name="Gerade Verbindung 28">
            <a:extLst>
              <a:ext uri="{FF2B5EF4-FFF2-40B4-BE49-F238E27FC236}">
                <a16:creationId xmlns:a16="http://schemas.microsoft.com/office/drawing/2014/main" id="{2465DF60-0382-301E-194C-59ED7A52044A}"/>
              </a:ext>
            </a:extLst>
          </p:cNvPr>
          <p:cNvCxnSpPr>
            <a:cxnSpLocks/>
          </p:cNvCxnSpPr>
          <p:nvPr/>
        </p:nvCxnSpPr>
        <p:spPr bwMode="gray">
          <a:xfrm>
            <a:off x="2113746" y="3813791"/>
            <a:ext cx="2976414" cy="422929"/>
          </a:xfrm>
          <a:prstGeom prst="line">
            <a:avLst/>
          </a:prstGeom>
          <a:ln w="9525">
            <a:solidFill>
              <a:schemeClr val="tx2">
                <a:lumMod val="20000"/>
                <a:lumOff val="80000"/>
              </a:schemeClr>
            </a:solidFill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sp>
        <p:nvSpPr>
          <p:cNvPr id="15" name="Ellipse 17">
            <a:extLst>
              <a:ext uri="{FF2B5EF4-FFF2-40B4-BE49-F238E27FC236}">
                <a16:creationId xmlns:a16="http://schemas.microsoft.com/office/drawing/2014/main" id="{560E9324-24BA-FF47-C39E-8BA4D5B3F535}"/>
              </a:ext>
            </a:extLst>
          </p:cNvPr>
          <p:cNvSpPr>
            <a:spLocks/>
          </p:cNvSpPr>
          <p:nvPr/>
        </p:nvSpPr>
        <p:spPr bwMode="gray">
          <a:xfrm>
            <a:off x="1712473" y="2822898"/>
            <a:ext cx="1977399" cy="1977394"/>
          </a:xfrm>
          <a:prstGeom prst="ellipse">
            <a:avLst/>
          </a:prstGeom>
          <a:solidFill>
            <a:srgbClr val="F0FDFA"/>
          </a:solidFill>
          <a:ln w="38100" cap="flat" cmpd="sng" algn="ctr">
            <a:solidFill>
              <a:schemeClr val="accent1"/>
            </a:solidFill>
            <a:prstDash val="solid"/>
            <a:round/>
            <a:headEnd type="none" w="med" len="med"/>
            <a:tailEnd type="triangle" w="med" len="lg"/>
          </a:ln>
          <a:effectLst/>
        </p:spPr>
        <p:txBody>
          <a:bodyPr vert="horz" wrap="square" lIns="0" tIns="0" rIns="0" bIns="0" numCol="1" rtlCol="0" anchor="ctr" anchorCtr="0" compatLnSpc="1">
            <a:prstTxWarp prst="textNoShape">
              <a:avLst/>
            </a:prstTxWarp>
            <a:noAutofit/>
          </a:bodyPr>
          <a:lstStyle/>
          <a:p>
            <a:pPr marL="0" marR="0" lvl="1" indent="0" algn="ctr" defTabSz="91440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r>
              <a:rPr kumimoji="0" lang="en-US" sz="2000" u="none" strike="noStrike" kern="0" spc="0" normalizeH="0" noProof="0" dirty="0">
                <a:ln>
                  <a:noFill/>
                </a:ln>
                <a:effectLst/>
                <a:uLnTx/>
                <a:uFillTx/>
              </a:rPr>
              <a:t>Mitigating Factors</a:t>
            </a:r>
          </a:p>
        </p:txBody>
      </p:sp>
      <p:sp>
        <p:nvSpPr>
          <p:cNvPr id="11" name="Ellipse 13">
            <a:extLst>
              <a:ext uri="{FF2B5EF4-FFF2-40B4-BE49-F238E27FC236}">
                <a16:creationId xmlns:a16="http://schemas.microsoft.com/office/drawing/2014/main" id="{EC787A7A-6FDD-91E4-66AA-9572F4F0D8E6}"/>
              </a:ext>
            </a:extLst>
          </p:cNvPr>
          <p:cNvSpPr>
            <a:spLocks/>
          </p:cNvSpPr>
          <p:nvPr/>
        </p:nvSpPr>
        <p:spPr bwMode="gray">
          <a:xfrm>
            <a:off x="5090160" y="2887989"/>
            <a:ext cx="822044" cy="822044"/>
          </a:xfrm>
          <a:prstGeom prst="ellipse">
            <a:avLst/>
          </a:prstGeom>
          <a:solidFill>
            <a:schemeClr val="bg1"/>
          </a:solidFill>
          <a:ln w="9525">
            <a:solidFill>
              <a:schemeClr val="tx2">
                <a:lumMod val="20000"/>
                <a:lumOff val="80000"/>
              </a:schemeClr>
            </a:solidFill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  <p:txBody>
          <a:bodyPr vert="horz" wrap="square" lIns="0" tIns="0" rIns="0" bIns="0" numCol="1" rtlCol="0" anchor="ctr" anchorCtr="0" compatLnSpc="1">
            <a:prstTxWarp prst="textNoShape">
              <a:avLst/>
            </a:prstTxWarp>
            <a:noAutofit/>
          </a:bodyPr>
          <a:lstStyle/>
          <a:p>
            <a:pPr marL="0" lvl="1" algn="ctr">
              <a:defRPr/>
            </a:pPr>
            <a:r>
              <a:rPr lang="en-US" sz="1400" kern="0" dirty="0"/>
              <a:t>-15</a:t>
            </a:r>
          </a:p>
        </p:txBody>
      </p:sp>
      <p:sp>
        <p:nvSpPr>
          <p:cNvPr id="13" name="Ellipse 15">
            <a:extLst>
              <a:ext uri="{FF2B5EF4-FFF2-40B4-BE49-F238E27FC236}">
                <a16:creationId xmlns:a16="http://schemas.microsoft.com/office/drawing/2014/main" id="{21406682-C6B3-B31E-0E26-931A3E294938}"/>
              </a:ext>
            </a:extLst>
          </p:cNvPr>
          <p:cNvSpPr>
            <a:spLocks/>
          </p:cNvSpPr>
          <p:nvPr/>
        </p:nvSpPr>
        <p:spPr bwMode="gray">
          <a:xfrm>
            <a:off x="5090160" y="3811595"/>
            <a:ext cx="822044" cy="822044"/>
          </a:xfrm>
          <a:prstGeom prst="ellipse">
            <a:avLst/>
          </a:prstGeom>
          <a:solidFill>
            <a:schemeClr val="bg1"/>
          </a:solidFill>
          <a:ln w="9525">
            <a:solidFill>
              <a:schemeClr val="tx2">
                <a:lumMod val="20000"/>
                <a:lumOff val="80000"/>
              </a:schemeClr>
            </a:solidFill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  <p:txBody>
          <a:bodyPr vert="horz" wrap="square" lIns="0" tIns="0" rIns="0" bIns="0" numCol="1" rtlCol="0" anchor="ctr" anchorCtr="0" compatLnSpc="1">
            <a:prstTxWarp prst="textNoShape">
              <a:avLst/>
            </a:prstTxWarp>
            <a:noAutofit/>
          </a:bodyPr>
          <a:lstStyle/>
          <a:p>
            <a:pPr marL="0" marR="0" lvl="1" indent="0" algn="ctr" defTabSz="91440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r>
              <a:rPr kumimoji="0" lang="en-US" sz="1400" b="0" i="0" u="none" strike="noStrike" kern="0" spc="0" normalizeH="0" noProof="0" dirty="0">
                <a:ln>
                  <a:noFill/>
                </a:ln>
                <a:effectLst/>
                <a:uLnTx/>
                <a:uFillTx/>
              </a:rPr>
              <a:t>-5</a:t>
            </a:r>
          </a:p>
        </p:txBody>
      </p:sp>
    </p:spTree>
    <p:extLst>
      <p:ext uri="{BB962C8B-B14F-4D97-AF65-F5344CB8AC3E}">
        <p14:creationId xmlns:p14="http://schemas.microsoft.com/office/powerpoint/2010/main" val="400941532"/>
      </p:ext>
    </p:extLst>
  </p:cSld>
  <p:clrMapOvr>
    <a:masterClrMapping/>
  </p:clrMapOvr>
</p:sld>
</file>

<file path=ppt/slides/slide1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079702A6-E6E3-121E-FF07-157B7D8E88B0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grpSp>
        <p:nvGrpSpPr>
          <p:cNvPr id="2" name="Group 1">
            <a:extLst>
              <a:ext uri="{FF2B5EF4-FFF2-40B4-BE49-F238E27FC236}">
                <a16:creationId xmlns:a16="http://schemas.microsoft.com/office/drawing/2014/main" id="{50803FF7-F683-1F08-700E-CB72E8CEEDC6}"/>
              </a:ext>
            </a:extLst>
          </p:cNvPr>
          <p:cNvGrpSpPr/>
          <p:nvPr/>
        </p:nvGrpSpPr>
        <p:grpSpPr>
          <a:xfrm>
            <a:off x="2839033" y="571500"/>
            <a:ext cx="6513933" cy="5714999"/>
            <a:chOff x="407987" y="1557338"/>
            <a:chExt cx="5129722" cy="4500562"/>
          </a:xfrm>
        </p:grpSpPr>
        <p:sp>
          <p:nvSpPr>
            <p:cNvPr id="3" name="Freeform 9">
              <a:extLst>
                <a:ext uri="{FF2B5EF4-FFF2-40B4-BE49-F238E27FC236}">
                  <a16:creationId xmlns:a16="http://schemas.microsoft.com/office/drawing/2014/main" id="{412B02D0-4892-4D1E-C70E-E580EDD02E16}"/>
                </a:ext>
              </a:extLst>
            </p:cNvPr>
            <p:cNvSpPr>
              <a:spLocks/>
            </p:cNvSpPr>
            <p:nvPr>
              <p:custDataLst>
                <p:tags r:id="rId1"/>
              </p:custDataLst>
            </p:nvPr>
          </p:nvSpPr>
          <p:spPr bwMode="auto">
            <a:xfrm>
              <a:off x="407987" y="5359853"/>
              <a:ext cx="5129722" cy="698047"/>
            </a:xfrm>
            <a:custGeom>
              <a:avLst/>
              <a:gdLst>
                <a:gd name="T0" fmla="*/ 3351 w 3351"/>
                <a:gd name="T1" fmla="*/ 456 h 456"/>
                <a:gd name="T2" fmla="*/ 0 w 3351"/>
                <a:gd name="T3" fmla="*/ 456 h 456"/>
                <a:gd name="T4" fmla="*/ 255 w 3351"/>
                <a:gd name="T5" fmla="*/ 0 h 456"/>
                <a:gd name="T6" fmla="*/ 3091 w 3351"/>
                <a:gd name="T7" fmla="*/ 0 h 456"/>
                <a:gd name="T8" fmla="*/ 3351 w 3351"/>
                <a:gd name="T9" fmla="*/ 456 h 456"/>
              </a:gdLst>
              <a:ahLst/>
              <a:cxnLst>
                <a:cxn ang="0">
                  <a:pos x="T0" y="T1"/>
                </a:cxn>
                <a:cxn ang="0">
                  <a:pos x="T2" y="T3"/>
                </a:cxn>
                <a:cxn ang="0">
                  <a:pos x="T4" y="T5"/>
                </a:cxn>
                <a:cxn ang="0">
                  <a:pos x="T6" y="T7"/>
                </a:cxn>
                <a:cxn ang="0">
                  <a:pos x="T8" y="T9"/>
                </a:cxn>
              </a:cxnLst>
              <a:rect l="0" t="0" r="r" b="b"/>
              <a:pathLst>
                <a:path w="3351" h="456">
                  <a:moveTo>
                    <a:pt x="3351" y="456"/>
                  </a:moveTo>
                  <a:lnTo>
                    <a:pt x="0" y="456"/>
                  </a:lnTo>
                  <a:lnTo>
                    <a:pt x="255" y="0"/>
                  </a:lnTo>
                  <a:lnTo>
                    <a:pt x="3091" y="0"/>
                  </a:lnTo>
                  <a:lnTo>
                    <a:pt x="3351" y="456"/>
                  </a:lnTo>
                  <a:close/>
                </a:path>
              </a:pathLst>
            </a:custGeom>
            <a:solidFill>
              <a:srgbClr val="D1D5DB"/>
            </a:solidFill>
            <a:ln w="9525" cap="flat">
              <a:noFill/>
              <a:prstDash val="solid"/>
              <a:miter/>
            </a:ln>
          </p:spPr>
          <p:txBody>
            <a:bodyPr rtlCol="0" anchor="ctr"/>
            <a:lstStyle/>
            <a:p>
              <a:endParaRPr lang="en-US" sz="2286">
                <a:solidFill>
                  <a:srgbClr val="454545"/>
                </a:solidFill>
              </a:endParaRPr>
            </a:p>
          </p:txBody>
        </p:sp>
        <p:sp>
          <p:nvSpPr>
            <p:cNvPr id="4" name="Freeform 10">
              <a:extLst>
                <a:ext uri="{FF2B5EF4-FFF2-40B4-BE49-F238E27FC236}">
                  <a16:creationId xmlns:a16="http://schemas.microsoft.com/office/drawing/2014/main" id="{2FFC0E74-59AE-B320-C942-F8C709E00E43}"/>
                </a:ext>
              </a:extLst>
            </p:cNvPr>
            <p:cNvSpPr>
              <a:spLocks/>
            </p:cNvSpPr>
            <p:nvPr>
              <p:custDataLst>
                <p:tags r:id="rId2"/>
              </p:custDataLst>
            </p:nvPr>
          </p:nvSpPr>
          <p:spPr bwMode="auto">
            <a:xfrm>
              <a:off x="836612" y="4600576"/>
              <a:ext cx="4269410" cy="696516"/>
            </a:xfrm>
            <a:custGeom>
              <a:avLst/>
              <a:gdLst>
                <a:gd name="T0" fmla="*/ 2789 w 2789"/>
                <a:gd name="T1" fmla="*/ 455 h 455"/>
                <a:gd name="T2" fmla="*/ 0 w 2789"/>
                <a:gd name="T3" fmla="*/ 455 h 455"/>
                <a:gd name="T4" fmla="*/ 260 w 2789"/>
                <a:gd name="T5" fmla="*/ 0 h 455"/>
                <a:gd name="T6" fmla="*/ 2529 w 2789"/>
                <a:gd name="T7" fmla="*/ 0 h 455"/>
                <a:gd name="T8" fmla="*/ 2789 w 2789"/>
                <a:gd name="T9" fmla="*/ 455 h 455"/>
              </a:gdLst>
              <a:ahLst/>
              <a:cxnLst>
                <a:cxn ang="0">
                  <a:pos x="T0" y="T1"/>
                </a:cxn>
                <a:cxn ang="0">
                  <a:pos x="T2" y="T3"/>
                </a:cxn>
                <a:cxn ang="0">
                  <a:pos x="T4" y="T5"/>
                </a:cxn>
                <a:cxn ang="0">
                  <a:pos x="T6" y="T7"/>
                </a:cxn>
                <a:cxn ang="0">
                  <a:pos x="T8" y="T9"/>
                </a:cxn>
              </a:cxnLst>
              <a:rect l="0" t="0" r="r" b="b"/>
              <a:pathLst>
                <a:path w="2789" h="455">
                  <a:moveTo>
                    <a:pt x="2789" y="455"/>
                  </a:moveTo>
                  <a:lnTo>
                    <a:pt x="0" y="455"/>
                  </a:lnTo>
                  <a:lnTo>
                    <a:pt x="260" y="0"/>
                  </a:lnTo>
                  <a:lnTo>
                    <a:pt x="2529" y="0"/>
                  </a:lnTo>
                  <a:lnTo>
                    <a:pt x="2789" y="455"/>
                  </a:lnTo>
                  <a:close/>
                </a:path>
              </a:pathLst>
            </a:custGeom>
            <a:solidFill>
              <a:srgbClr val="FACC15"/>
            </a:solidFill>
            <a:ln w="9525" cap="flat">
              <a:noFill/>
              <a:prstDash val="solid"/>
              <a:miter/>
            </a:ln>
          </p:spPr>
          <p:txBody>
            <a:bodyPr rot="0" spcFirstLastPara="0" vert="horz" wrap="square" lIns="116114" tIns="58057" rIns="116114" bIns="58057" numCol="1" spcCol="0" rtlCol="0" fromWordArt="0" anchor="ctr" anchorCtr="0" forceAA="0" compatLnSpc="1">
              <a:prstTxWarp prst="textNoShape">
                <a:avLst/>
              </a:prstTxWarp>
              <a:noAutofit/>
            </a:bodyPr>
            <a:lstStyle/>
            <a:p>
              <a:endParaRPr lang="en-US" sz="2286">
                <a:solidFill>
                  <a:srgbClr val="454545"/>
                </a:solidFill>
              </a:endParaRPr>
            </a:p>
          </p:txBody>
        </p:sp>
        <p:sp>
          <p:nvSpPr>
            <p:cNvPr id="5" name="Freeform 11">
              <a:extLst>
                <a:ext uri="{FF2B5EF4-FFF2-40B4-BE49-F238E27FC236}">
                  <a16:creationId xmlns:a16="http://schemas.microsoft.com/office/drawing/2014/main" id="{BB012F62-8A82-3EF2-9436-7EE8A7DE0788}"/>
                </a:ext>
              </a:extLst>
            </p:cNvPr>
            <p:cNvSpPr>
              <a:spLocks/>
            </p:cNvSpPr>
            <p:nvPr>
              <p:custDataLst>
                <p:tags r:id="rId3"/>
              </p:custDataLst>
            </p:nvPr>
          </p:nvSpPr>
          <p:spPr bwMode="auto">
            <a:xfrm>
              <a:off x="1268299" y="3841297"/>
              <a:ext cx="3402976" cy="696516"/>
            </a:xfrm>
            <a:custGeom>
              <a:avLst/>
              <a:gdLst>
                <a:gd name="T0" fmla="*/ 2223 w 2223"/>
                <a:gd name="T1" fmla="*/ 455 h 455"/>
                <a:gd name="T2" fmla="*/ 0 w 2223"/>
                <a:gd name="T3" fmla="*/ 455 h 455"/>
                <a:gd name="T4" fmla="*/ 260 w 2223"/>
                <a:gd name="T5" fmla="*/ 0 h 455"/>
                <a:gd name="T6" fmla="*/ 1963 w 2223"/>
                <a:gd name="T7" fmla="*/ 0 h 455"/>
                <a:gd name="T8" fmla="*/ 2223 w 2223"/>
                <a:gd name="T9" fmla="*/ 455 h 455"/>
              </a:gdLst>
              <a:ahLst/>
              <a:cxnLst>
                <a:cxn ang="0">
                  <a:pos x="T0" y="T1"/>
                </a:cxn>
                <a:cxn ang="0">
                  <a:pos x="T2" y="T3"/>
                </a:cxn>
                <a:cxn ang="0">
                  <a:pos x="T4" y="T5"/>
                </a:cxn>
                <a:cxn ang="0">
                  <a:pos x="T6" y="T7"/>
                </a:cxn>
                <a:cxn ang="0">
                  <a:pos x="T8" y="T9"/>
                </a:cxn>
              </a:cxnLst>
              <a:rect l="0" t="0" r="r" b="b"/>
              <a:pathLst>
                <a:path w="2223" h="455">
                  <a:moveTo>
                    <a:pt x="2223" y="455"/>
                  </a:moveTo>
                  <a:lnTo>
                    <a:pt x="0" y="455"/>
                  </a:lnTo>
                  <a:lnTo>
                    <a:pt x="260" y="0"/>
                  </a:lnTo>
                  <a:lnTo>
                    <a:pt x="1963" y="0"/>
                  </a:lnTo>
                  <a:lnTo>
                    <a:pt x="2223" y="455"/>
                  </a:lnTo>
                  <a:close/>
                </a:path>
              </a:pathLst>
            </a:custGeom>
            <a:solidFill>
              <a:srgbClr val="CA8A04"/>
            </a:solidFill>
            <a:ln w="9525" cap="flat">
              <a:noFill/>
              <a:prstDash val="solid"/>
              <a:miter/>
            </a:ln>
          </p:spPr>
          <p:txBody>
            <a:bodyPr rot="0" spcFirstLastPara="0" vert="horz" wrap="square" lIns="116114" tIns="58057" rIns="116114" bIns="58057" numCol="1" spcCol="0" rtlCol="0" fromWordArt="0" anchor="ctr" anchorCtr="0" forceAA="0" compatLnSpc="1">
              <a:prstTxWarp prst="textNoShape">
                <a:avLst/>
              </a:prstTxWarp>
              <a:noAutofit/>
            </a:bodyPr>
            <a:lstStyle/>
            <a:p>
              <a:endParaRPr lang="en-US" sz="2286">
                <a:solidFill>
                  <a:srgbClr val="454545"/>
                </a:solidFill>
              </a:endParaRPr>
            </a:p>
          </p:txBody>
        </p:sp>
        <p:sp>
          <p:nvSpPr>
            <p:cNvPr id="6" name="Freeform 12">
              <a:extLst>
                <a:ext uri="{FF2B5EF4-FFF2-40B4-BE49-F238E27FC236}">
                  <a16:creationId xmlns:a16="http://schemas.microsoft.com/office/drawing/2014/main" id="{4B6A6C21-A02E-FA41-BB12-8B95B803822B}"/>
                </a:ext>
              </a:extLst>
            </p:cNvPr>
            <p:cNvSpPr>
              <a:spLocks/>
            </p:cNvSpPr>
            <p:nvPr>
              <p:custDataLst>
                <p:tags r:id="rId4"/>
              </p:custDataLst>
            </p:nvPr>
          </p:nvSpPr>
          <p:spPr bwMode="auto">
            <a:xfrm>
              <a:off x="1703046" y="3075894"/>
              <a:ext cx="2531949" cy="698047"/>
            </a:xfrm>
            <a:custGeom>
              <a:avLst/>
              <a:gdLst>
                <a:gd name="T0" fmla="*/ 1654 w 1654"/>
                <a:gd name="T1" fmla="*/ 456 h 456"/>
                <a:gd name="T2" fmla="*/ 0 w 1654"/>
                <a:gd name="T3" fmla="*/ 456 h 456"/>
                <a:gd name="T4" fmla="*/ 260 w 1654"/>
                <a:gd name="T5" fmla="*/ 0 h 456"/>
                <a:gd name="T6" fmla="*/ 1394 w 1654"/>
                <a:gd name="T7" fmla="*/ 0 h 456"/>
                <a:gd name="T8" fmla="*/ 1654 w 1654"/>
                <a:gd name="T9" fmla="*/ 456 h 456"/>
              </a:gdLst>
              <a:ahLst/>
              <a:cxnLst>
                <a:cxn ang="0">
                  <a:pos x="T0" y="T1"/>
                </a:cxn>
                <a:cxn ang="0">
                  <a:pos x="T2" y="T3"/>
                </a:cxn>
                <a:cxn ang="0">
                  <a:pos x="T4" y="T5"/>
                </a:cxn>
                <a:cxn ang="0">
                  <a:pos x="T6" y="T7"/>
                </a:cxn>
                <a:cxn ang="0">
                  <a:pos x="T8" y="T9"/>
                </a:cxn>
              </a:cxnLst>
              <a:rect l="0" t="0" r="r" b="b"/>
              <a:pathLst>
                <a:path w="1654" h="456">
                  <a:moveTo>
                    <a:pt x="1654" y="456"/>
                  </a:moveTo>
                  <a:lnTo>
                    <a:pt x="0" y="456"/>
                  </a:lnTo>
                  <a:lnTo>
                    <a:pt x="260" y="0"/>
                  </a:lnTo>
                  <a:lnTo>
                    <a:pt x="1394" y="0"/>
                  </a:lnTo>
                  <a:lnTo>
                    <a:pt x="1654" y="456"/>
                  </a:lnTo>
                  <a:close/>
                </a:path>
              </a:pathLst>
            </a:custGeom>
            <a:solidFill>
              <a:srgbClr val="EA580C"/>
            </a:solidFill>
            <a:ln w="9525" cap="flat">
              <a:noFill/>
              <a:prstDash val="solid"/>
              <a:miter/>
            </a:ln>
          </p:spPr>
          <p:txBody>
            <a:bodyPr rot="0" spcFirstLastPara="0" vert="horz" wrap="square" lIns="116114" tIns="58057" rIns="116114" bIns="58057" numCol="1" spcCol="0" rtlCol="0" fromWordArt="0" anchor="ctr" anchorCtr="0" forceAA="0" compatLnSpc="1">
              <a:prstTxWarp prst="textNoShape">
                <a:avLst/>
              </a:prstTxWarp>
              <a:noAutofit/>
            </a:bodyPr>
            <a:lstStyle/>
            <a:p>
              <a:endParaRPr lang="en-US" sz="2286">
                <a:solidFill>
                  <a:srgbClr val="991B1B"/>
                </a:solidFill>
              </a:endParaRPr>
            </a:p>
          </p:txBody>
        </p:sp>
        <p:sp>
          <p:nvSpPr>
            <p:cNvPr id="7" name="Freeform 13">
              <a:extLst>
                <a:ext uri="{FF2B5EF4-FFF2-40B4-BE49-F238E27FC236}">
                  <a16:creationId xmlns:a16="http://schemas.microsoft.com/office/drawing/2014/main" id="{768FF23E-DF88-5D8C-D49F-44CE184B606D}"/>
                </a:ext>
              </a:extLst>
            </p:cNvPr>
            <p:cNvSpPr>
              <a:spLocks/>
            </p:cNvSpPr>
            <p:nvPr>
              <p:custDataLst>
                <p:tags r:id="rId5"/>
              </p:custDataLst>
            </p:nvPr>
          </p:nvSpPr>
          <p:spPr bwMode="auto">
            <a:xfrm>
              <a:off x="2139325" y="2316616"/>
              <a:ext cx="1663984" cy="696516"/>
            </a:xfrm>
            <a:custGeom>
              <a:avLst/>
              <a:gdLst>
                <a:gd name="T0" fmla="*/ 1087 w 1087"/>
                <a:gd name="T1" fmla="*/ 455 h 455"/>
                <a:gd name="T2" fmla="*/ 0 w 1087"/>
                <a:gd name="T3" fmla="*/ 455 h 455"/>
                <a:gd name="T4" fmla="*/ 260 w 1087"/>
                <a:gd name="T5" fmla="*/ 0 h 455"/>
                <a:gd name="T6" fmla="*/ 827 w 1087"/>
                <a:gd name="T7" fmla="*/ 0 h 455"/>
                <a:gd name="T8" fmla="*/ 1087 w 1087"/>
                <a:gd name="T9" fmla="*/ 455 h 455"/>
              </a:gdLst>
              <a:ahLst/>
              <a:cxnLst>
                <a:cxn ang="0">
                  <a:pos x="T0" y="T1"/>
                </a:cxn>
                <a:cxn ang="0">
                  <a:pos x="T2" y="T3"/>
                </a:cxn>
                <a:cxn ang="0">
                  <a:pos x="T4" y="T5"/>
                </a:cxn>
                <a:cxn ang="0">
                  <a:pos x="T6" y="T7"/>
                </a:cxn>
                <a:cxn ang="0">
                  <a:pos x="T8" y="T9"/>
                </a:cxn>
              </a:cxnLst>
              <a:rect l="0" t="0" r="r" b="b"/>
              <a:pathLst>
                <a:path w="1087" h="455">
                  <a:moveTo>
                    <a:pt x="1087" y="455"/>
                  </a:moveTo>
                  <a:lnTo>
                    <a:pt x="0" y="455"/>
                  </a:lnTo>
                  <a:lnTo>
                    <a:pt x="260" y="0"/>
                  </a:lnTo>
                  <a:lnTo>
                    <a:pt x="827" y="0"/>
                  </a:lnTo>
                  <a:lnTo>
                    <a:pt x="1087" y="455"/>
                  </a:lnTo>
                  <a:close/>
                </a:path>
              </a:pathLst>
            </a:custGeom>
            <a:solidFill>
              <a:srgbClr val="DC2626"/>
            </a:solidFill>
            <a:ln w="9525" cap="flat">
              <a:noFill/>
              <a:prstDash val="solid"/>
              <a:miter/>
            </a:ln>
          </p:spPr>
          <p:txBody>
            <a:bodyPr rot="0" spcFirstLastPara="0" vert="horz" wrap="square" lIns="116114" tIns="58057" rIns="116114" bIns="58057" numCol="1" spcCol="0" rtlCol="0" fromWordArt="0" anchor="ctr" anchorCtr="0" forceAA="0" compatLnSpc="1">
              <a:prstTxWarp prst="textNoShape">
                <a:avLst/>
              </a:prstTxWarp>
              <a:noAutofit/>
            </a:bodyPr>
            <a:lstStyle/>
            <a:p>
              <a:endParaRPr lang="en-US" sz="2286">
                <a:solidFill>
                  <a:srgbClr val="991B1B"/>
                </a:solidFill>
              </a:endParaRPr>
            </a:p>
          </p:txBody>
        </p:sp>
        <p:sp>
          <p:nvSpPr>
            <p:cNvPr id="8" name="Freeform 14">
              <a:extLst>
                <a:ext uri="{FF2B5EF4-FFF2-40B4-BE49-F238E27FC236}">
                  <a16:creationId xmlns:a16="http://schemas.microsoft.com/office/drawing/2014/main" id="{2B97BFDF-4BE6-8C0F-B80D-64CFA353EE37}"/>
                </a:ext>
              </a:extLst>
            </p:cNvPr>
            <p:cNvSpPr>
              <a:spLocks/>
            </p:cNvSpPr>
            <p:nvPr>
              <p:custDataLst>
                <p:tags r:id="rId6"/>
              </p:custDataLst>
            </p:nvPr>
          </p:nvSpPr>
          <p:spPr bwMode="auto">
            <a:xfrm>
              <a:off x="2571010" y="1557338"/>
              <a:ext cx="796018" cy="696516"/>
            </a:xfrm>
            <a:custGeom>
              <a:avLst/>
              <a:gdLst>
                <a:gd name="T0" fmla="*/ 520 w 520"/>
                <a:gd name="T1" fmla="*/ 455 h 455"/>
                <a:gd name="T2" fmla="*/ 0 w 520"/>
                <a:gd name="T3" fmla="*/ 455 h 455"/>
                <a:gd name="T4" fmla="*/ 260 w 520"/>
                <a:gd name="T5" fmla="*/ 0 h 455"/>
                <a:gd name="T6" fmla="*/ 520 w 520"/>
                <a:gd name="T7" fmla="*/ 455 h 455"/>
              </a:gdLst>
              <a:ahLst/>
              <a:cxnLst>
                <a:cxn ang="0">
                  <a:pos x="T0" y="T1"/>
                </a:cxn>
                <a:cxn ang="0">
                  <a:pos x="T2" y="T3"/>
                </a:cxn>
                <a:cxn ang="0">
                  <a:pos x="T4" y="T5"/>
                </a:cxn>
                <a:cxn ang="0">
                  <a:pos x="T6" y="T7"/>
                </a:cxn>
              </a:cxnLst>
              <a:rect l="0" t="0" r="r" b="b"/>
              <a:pathLst>
                <a:path w="520" h="455">
                  <a:moveTo>
                    <a:pt x="520" y="455"/>
                  </a:moveTo>
                  <a:lnTo>
                    <a:pt x="0" y="455"/>
                  </a:lnTo>
                  <a:lnTo>
                    <a:pt x="260" y="0"/>
                  </a:lnTo>
                  <a:lnTo>
                    <a:pt x="520" y="455"/>
                  </a:lnTo>
                  <a:close/>
                </a:path>
              </a:pathLst>
            </a:custGeom>
            <a:solidFill>
              <a:srgbClr val="991B1B"/>
            </a:solidFill>
            <a:ln w="9525" cap="flat">
              <a:noFill/>
              <a:prstDash val="solid"/>
              <a:miter/>
            </a:ln>
          </p:spPr>
          <p:txBody>
            <a:bodyPr rot="0" spcFirstLastPara="0" vert="horz" wrap="square" lIns="116114" tIns="58057" rIns="116114" bIns="58057" numCol="1" spcCol="0" rtlCol="0" fromWordArt="0" anchor="ctr" anchorCtr="0" forceAA="0" compatLnSpc="1">
              <a:prstTxWarp prst="textNoShape">
                <a:avLst/>
              </a:prstTxWarp>
              <a:noAutofit/>
            </a:bodyPr>
            <a:lstStyle/>
            <a:p>
              <a:endParaRPr lang="en-US" sz="2286" dirty="0">
                <a:solidFill>
                  <a:srgbClr val="454545"/>
                </a:solidFill>
              </a:endParaRPr>
            </a:p>
          </p:txBody>
        </p:sp>
        <p:sp>
          <p:nvSpPr>
            <p:cNvPr id="9" name="Rectangle 45">
              <a:extLst>
                <a:ext uri="{FF2B5EF4-FFF2-40B4-BE49-F238E27FC236}">
                  <a16:creationId xmlns:a16="http://schemas.microsoft.com/office/drawing/2014/main" id="{4FBFA3E6-EF30-D334-C8CD-CDB2406DAF0F}"/>
                </a:ext>
              </a:extLst>
            </p:cNvPr>
            <p:cNvSpPr>
              <a:spLocks/>
            </p:cNvSpPr>
            <p:nvPr/>
          </p:nvSpPr>
          <p:spPr>
            <a:xfrm>
              <a:off x="2658050" y="5501073"/>
              <a:ext cx="629594" cy="415606"/>
            </a:xfrm>
            <a:prstGeom prst="rect">
              <a:avLst/>
            </a:prstGeom>
          </p:spPr>
          <p:txBody>
            <a:bodyPr wrap="none" anchor="ctr">
              <a:noAutofit/>
            </a:bodyPr>
            <a:lstStyle/>
            <a:p>
              <a:pPr algn="ctr" defTabSz="1161105">
                <a:defRPr/>
              </a:pPr>
              <a:r>
                <a:rPr lang="en-US" sz="2540" b="1" dirty="0">
                  <a:ea typeface="Roboto" panose="02000000000000000000" pitchFamily="2" charset="0"/>
                </a:rPr>
                <a:t>06</a:t>
              </a:r>
              <a:endParaRPr lang="en-US" sz="2540" dirty="0"/>
            </a:p>
          </p:txBody>
        </p:sp>
        <p:sp>
          <p:nvSpPr>
            <p:cNvPr id="10" name="Rectangle 46">
              <a:extLst>
                <a:ext uri="{FF2B5EF4-FFF2-40B4-BE49-F238E27FC236}">
                  <a16:creationId xmlns:a16="http://schemas.microsoft.com/office/drawing/2014/main" id="{BA6FFECC-1AFB-4BBC-32E5-7720BA483482}"/>
                </a:ext>
              </a:extLst>
            </p:cNvPr>
            <p:cNvSpPr>
              <a:spLocks/>
            </p:cNvSpPr>
            <p:nvPr/>
          </p:nvSpPr>
          <p:spPr>
            <a:xfrm>
              <a:off x="2636404" y="4741031"/>
              <a:ext cx="672888" cy="415606"/>
            </a:xfrm>
            <a:prstGeom prst="rect">
              <a:avLst/>
            </a:prstGeom>
          </p:spPr>
          <p:txBody>
            <a:bodyPr wrap="none" anchor="ctr">
              <a:noAutofit/>
            </a:bodyPr>
            <a:lstStyle/>
            <a:p>
              <a:pPr algn="ctr" defTabSz="1161105">
                <a:defRPr/>
              </a:pPr>
              <a:r>
                <a:rPr lang="en-US" sz="2540" b="1" dirty="0">
                  <a:ea typeface="Roboto" panose="02000000000000000000" pitchFamily="2" charset="0"/>
                </a:rPr>
                <a:t>05</a:t>
              </a:r>
              <a:endParaRPr lang="en-US" sz="2540" dirty="0"/>
            </a:p>
          </p:txBody>
        </p:sp>
        <p:sp>
          <p:nvSpPr>
            <p:cNvPr id="11" name="Rectangle 47">
              <a:extLst>
                <a:ext uri="{FF2B5EF4-FFF2-40B4-BE49-F238E27FC236}">
                  <a16:creationId xmlns:a16="http://schemas.microsoft.com/office/drawing/2014/main" id="{82DFE279-EC5F-069B-A209-52FD9C41503A}"/>
                </a:ext>
              </a:extLst>
            </p:cNvPr>
            <p:cNvSpPr>
              <a:spLocks/>
            </p:cNvSpPr>
            <p:nvPr/>
          </p:nvSpPr>
          <p:spPr>
            <a:xfrm>
              <a:off x="2658050" y="3981752"/>
              <a:ext cx="629594" cy="415606"/>
            </a:xfrm>
            <a:prstGeom prst="rect">
              <a:avLst/>
            </a:prstGeom>
          </p:spPr>
          <p:txBody>
            <a:bodyPr wrap="none" anchor="ctr">
              <a:noAutofit/>
            </a:bodyPr>
            <a:lstStyle/>
            <a:p>
              <a:pPr algn="ctr" defTabSz="1161105">
                <a:defRPr/>
              </a:pPr>
              <a:r>
                <a:rPr lang="en-US" sz="2540" b="1" dirty="0">
                  <a:solidFill>
                    <a:prstClr val="white"/>
                  </a:solidFill>
                  <a:ea typeface="Roboto" panose="02000000000000000000" pitchFamily="2" charset="0"/>
                </a:rPr>
                <a:t>04</a:t>
              </a:r>
              <a:endParaRPr lang="en-US" sz="2540" dirty="0">
                <a:solidFill>
                  <a:prstClr val="white"/>
                </a:solidFill>
              </a:endParaRPr>
            </a:p>
          </p:txBody>
        </p:sp>
        <p:sp>
          <p:nvSpPr>
            <p:cNvPr id="12" name="Rectangle 48">
              <a:extLst>
                <a:ext uri="{FF2B5EF4-FFF2-40B4-BE49-F238E27FC236}">
                  <a16:creationId xmlns:a16="http://schemas.microsoft.com/office/drawing/2014/main" id="{0D4C04C6-0986-2E13-D3BD-DEC84F3F226D}"/>
                </a:ext>
              </a:extLst>
            </p:cNvPr>
            <p:cNvSpPr>
              <a:spLocks/>
            </p:cNvSpPr>
            <p:nvPr/>
          </p:nvSpPr>
          <p:spPr>
            <a:xfrm>
              <a:off x="2655733" y="3217114"/>
              <a:ext cx="634232" cy="415606"/>
            </a:xfrm>
            <a:prstGeom prst="rect">
              <a:avLst/>
            </a:prstGeom>
          </p:spPr>
          <p:txBody>
            <a:bodyPr wrap="none" anchor="ctr">
              <a:noAutofit/>
            </a:bodyPr>
            <a:lstStyle/>
            <a:p>
              <a:pPr algn="ctr" defTabSz="1161105">
                <a:defRPr/>
              </a:pPr>
              <a:r>
                <a:rPr lang="en-US" sz="2540" b="1" dirty="0">
                  <a:solidFill>
                    <a:prstClr val="white"/>
                  </a:solidFill>
                  <a:ea typeface="Roboto" panose="02000000000000000000" pitchFamily="2" charset="0"/>
                </a:rPr>
                <a:t>03</a:t>
              </a:r>
              <a:endParaRPr lang="en-US" sz="2540" dirty="0">
                <a:solidFill>
                  <a:prstClr val="white"/>
                </a:solidFill>
              </a:endParaRPr>
            </a:p>
          </p:txBody>
        </p:sp>
        <p:sp>
          <p:nvSpPr>
            <p:cNvPr id="13" name="Rectangle 49">
              <a:extLst>
                <a:ext uri="{FF2B5EF4-FFF2-40B4-BE49-F238E27FC236}">
                  <a16:creationId xmlns:a16="http://schemas.microsoft.com/office/drawing/2014/main" id="{357807F7-EC10-EA54-2FF5-879FB3FC6ED9}"/>
                </a:ext>
              </a:extLst>
            </p:cNvPr>
            <p:cNvSpPr>
              <a:spLocks/>
            </p:cNvSpPr>
            <p:nvPr/>
          </p:nvSpPr>
          <p:spPr>
            <a:xfrm>
              <a:off x="2706755" y="2457071"/>
              <a:ext cx="532187" cy="415606"/>
            </a:xfrm>
            <a:prstGeom prst="rect">
              <a:avLst/>
            </a:prstGeom>
          </p:spPr>
          <p:txBody>
            <a:bodyPr wrap="none" anchor="ctr">
              <a:noAutofit/>
            </a:bodyPr>
            <a:lstStyle/>
            <a:p>
              <a:pPr algn="ctr" defTabSz="1161105">
                <a:defRPr/>
              </a:pPr>
              <a:r>
                <a:rPr lang="en-US" sz="2540" b="1" dirty="0">
                  <a:solidFill>
                    <a:prstClr val="white"/>
                  </a:solidFill>
                  <a:ea typeface="Roboto" panose="02000000000000000000" pitchFamily="2" charset="0"/>
                </a:rPr>
                <a:t>02</a:t>
              </a:r>
              <a:endParaRPr lang="en-US" sz="2540" dirty="0">
                <a:solidFill>
                  <a:prstClr val="white"/>
                </a:solidFill>
              </a:endParaRPr>
            </a:p>
          </p:txBody>
        </p:sp>
        <p:sp>
          <p:nvSpPr>
            <p:cNvPr id="14" name="Rectangle 50">
              <a:extLst>
                <a:ext uri="{FF2B5EF4-FFF2-40B4-BE49-F238E27FC236}">
                  <a16:creationId xmlns:a16="http://schemas.microsoft.com/office/drawing/2014/main" id="{F2FA7E01-43B9-9207-F102-0A2278F67553}"/>
                </a:ext>
              </a:extLst>
            </p:cNvPr>
            <p:cNvSpPr>
              <a:spLocks/>
            </p:cNvSpPr>
            <p:nvPr/>
          </p:nvSpPr>
          <p:spPr>
            <a:xfrm>
              <a:off x="2728401" y="1814475"/>
              <a:ext cx="488892" cy="415606"/>
            </a:xfrm>
            <a:prstGeom prst="rect">
              <a:avLst/>
            </a:prstGeom>
          </p:spPr>
          <p:txBody>
            <a:bodyPr wrap="none" anchor="ctr">
              <a:noAutofit/>
            </a:bodyPr>
            <a:lstStyle/>
            <a:p>
              <a:pPr algn="ctr" defTabSz="1161105">
                <a:defRPr/>
              </a:pPr>
              <a:r>
                <a:rPr lang="en-US" sz="2540" b="1" dirty="0">
                  <a:solidFill>
                    <a:prstClr val="white"/>
                  </a:solidFill>
                  <a:ea typeface="Roboto" panose="02000000000000000000" pitchFamily="2" charset="0"/>
                </a:rPr>
                <a:t>01</a:t>
              </a:r>
              <a:endParaRPr lang="en-US" sz="2540" dirty="0">
                <a:solidFill>
                  <a:prstClr val="white"/>
                </a:solidFill>
              </a:endParaRPr>
            </a:p>
          </p:txBody>
        </p:sp>
      </p:grpSp>
    </p:spTree>
    <p:extLst>
      <p:ext uri="{BB962C8B-B14F-4D97-AF65-F5344CB8AC3E}">
        <p14:creationId xmlns:p14="http://schemas.microsoft.com/office/powerpoint/2010/main" val="3125373137"/>
      </p:ext>
    </p:extLst>
  </p:cSld>
  <p:clrMapOvr>
    <a:masterClrMapping/>
  </p:clrMapOvr>
</p:sld>
</file>

<file path=ppt/slides/slide15.xml><?xml version="1.0" encoding="utf-8"?>
<p:sld xmlns:a="http://schemas.openxmlformats.org/drawingml/2006/main" xmlns:r="http://schemas.openxmlformats.org/officeDocument/2006/relationships" xmlns:p="http://schemas.openxmlformats.org/presentationml/2006/main" showMasterPhAnim="0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graphicFrame>
        <p:nvGraphicFramePr>
          <p:cNvPr id="20" name="think-cell data - do not delete" hidden="1">
            <a:extLst>
              <a:ext uri="{FF2B5EF4-FFF2-40B4-BE49-F238E27FC236}">
                <a16:creationId xmlns:a16="http://schemas.microsoft.com/office/drawing/2014/main" id="{AA4D792E-B2AE-8599-01E3-FD4F8A85F6E2}"/>
              </a:ext>
            </a:extLst>
          </p:cNvPr>
          <p:cNvGraphicFramePr>
            <a:graphicFrameLocks/>
          </p:cNvGraphicFramePr>
          <p:nvPr>
            <p:custDataLst>
              <p:tags r:id="rId1"/>
            </p:custDataLst>
            <p:extLst>
              <p:ext uri="{D42A27DB-BD31-4B8C-83A1-F6EECF244321}">
                <p14:modId xmlns:p14="http://schemas.microsoft.com/office/powerpoint/2010/main" val="266848448"/>
              </p:ext>
            </p:extLst>
          </p:nvPr>
        </p:nvGraphicFramePr>
        <p:xfrm>
          <a:off x="1588" y="1588"/>
          <a:ext cx="1588" cy="1588"/>
        </p:xfrm>
        <a:graphic>
          <a:graphicData uri="http://schemas.openxmlformats.org/presentationml/2006/ole">
            <mc:AlternateContent xmlns:mc="http://schemas.openxmlformats.org/markup-compatibility/2006">
              <mc:Choice xmlns:v="urn:schemas-microsoft-com:vml" Requires="v">
                <p:oleObj name="think-cell Slide" r:id="rId10" imgW="411" imgH="409" progId="TCLayout.ActiveDocument.1">
                  <p:embed/>
                </p:oleObj>
              </mc:Choice>
              <mc:Fallback>
                <p:oleObj name="think-cell Slide" r:id="rId10" imgW="411" imgH="409" progId="TCLayout.ActiveDocument.1">
                  <p:embed/>
                  <p:pic>
                    <p:nvPicPr>
                      <p:cNvPr id="0" name=""/>
                      <p:cNvPicPr/>
                      <p:nvPr/>
                    </p:nvPicPr>
                    <p:blipFill>
                      <a:blip r:embed="rId11"/>
                      <a:stretch>
                        <a:fillRect/>
                      </a:stretch>
                    </p:blipFill>
                    <p:spPr>
                      <a:xfrm>
                        <a:off x="1588" y="1588"/>
                        <a:ext cx="1588" cy="1588"/>
                      </a:xfrm>
                      <a:prstGeom prst="rect">
                        <a:avLst/>
                      </a:prstGeom>
                    </p:spPr>
                  </p:pic>
                </p:oleObj>
              </mc:Fallback>
            </mc:AlternateContent>
          </a:graphicData>
        </a:graphic>
      </p:graphicFrame>
      <p:sp>
        <p:nvSpPr>
          <p:cNvPr id="54" name="Freeform 9">
            <a:extLst>
              <a:ext uri="{FF2B5EF4-FFF2-40B4-BE49-F238E27FC236}">
                <a16:creationId xmlns:a16="http://schemas.microsoft.com/office/drawing/2014/main" id="{709E8200-00DB-9290-BD4F-107BAEB82DA4}"/>
              </a:ext>
            </a:extLst>
          </p:cNvPr>
          <p:cNvSpPr>
            <a:spLocks/>
          </p:cNvSpPr>
          <p:nvPr>
            <p:custDataLst>
              <p:tags r:id="rId2"/>
            </p:custDataLst>
          </p:nvPr>
        </p:nvSpPr>
        <p:spPr bwMode="auto">
          <a:xfrm>
            <a:off x="407987" y="5359853"/>
            <a:ext cx="5129722" cy="698047"/>
          </a:xfrm>
          <a:custGeom>
            <a:avLst/>
            <a:gdLst>
              <a:gd name="T0" fmla="*/ 3351 w 3351"/>
              <a:gd name="T1" fmla="*/ 456 h 456"/>
              <a:gd name="T2" fmla="*/ 0 w 3351"/>
              <a:gd name="T3" fmla="*/ 456 h 456"/>
              <a:gd name="T4" fmla="*/ 255 w 3351"/>
              <a:gd name="T5" fmla="*/ 0 h 456"/>
              <a:gd name="T6" fmla="*/ 3091 w 3351"/>
              <a:gd name="T7" fmla="*/ 0 h 456"/>
              <a:gd name="T8" fmla="*/ 3351 w 3351"/>
              <a:gd name="T9" fmla="*/ 456 h 456"/>
            </a:gdLst>
            <a:ahLst/>
            <a:cxnLst>
              <a:cxn ang="0">
                <a:pos x="T0" y="T1"/>
              </a:cxn>
              <a:cxn ang="0">
                <a:pos x="T2" y="T3"/>
              </a:cxn>
              <a:cxn ang="0">
                <a:pos x="T4" y="T5"/>
              </a:cxn>
              <a:cxn ang="0">
                <a:pos x="T6" y="T7"/>
              </a:cxn>
              <a:cxn ang="0">
                <a:pos x="T8" y="T9"/>
              </a:cxn>
            </a:cxnLst>
            <a:rect l="0" t="0" r="r" b="b"/>
            <a:pathLst>
              <a:path w="3351" h="456">
                <a:moveTo>
                  <a:pt x="3351" y="456"/>
                </a:moveTo>
                <a:lnTo>
                  <a:pt x="0" y="456"/>
                </a:lnTo>
                <a:lnTo>
                  <a:pt x="255" y="0"/>
                </a:lnTo>
                <a:lnTo>
                  <a:pt x="3091" y="0"/>
                </a:lnTo>
                <a:lnTo>
                  <a:pt x="3351" y="456"/>
                </a:lnTo>
                <a:close/>
              </a:path>
            </a:pathLst>
          </a:custGeom>
          <a:solidFill>
            <a:srgbClr val="D1D5DB"/>
          </a:solidFill>
          <a:ln w="9525" cap="flat">
            <a:noFill/>
            <a:prstDash val="solid"/>
            <a:miter/>
          </a:ln>
        </p:spPr>
        <p:txBody>
          <a:bodyPr rtlCol="0" anchor="ctr"/>
          <a:lstStyle/>
          <a:p>
            <a:endParaRPr lang="en-US">
              <a:solidFill>
                <a:srgbClr val="454545"/>
              </a:solidFill>
            </a:endParaRPr>
          </a:p>
        </p:txBody>
      </p:sp>
      <p:sp>
        <p:nvSpPr>
          <p:cNvPr id="55" name="Freeform 10">
            <a:extLst>
              <a:ext uri="{FF2B5EF4-FFF2-40B4-BE49-F238E27FC236}">
                <a16:creationId xmlns:a16="http://schemas.microsoft.com/office/drawing/2014/main" id="{7832A7D6-B8A4-7692-32B4-9523C494AC74}"/>
              </a:ext>
            </a:extLst>
          </p:cNvPr>
          <p:cNvSpPr>
            <a:spLocks/>
          </p:cNvSpPr>
          <p:nvPr>
            <p:custDataLst>
              <p:tags r:id="rId3"/>
            </p:custDataLst>
          </p:nvPr>
        </p:nvSpPr>
        <p:spPr bwMode="auto">
          <a:xfrm>
            <a:off x="834314" y="4629660"/>
            <a:ext cx="4269410" cy="696516"/>
          </a:xfrm>
          <a:custGeom>
            <a:avLst/>
            <a:gdLst>
              <a:gd name="T0" fmla="*/ 2789 w 2789"/>
              <a:gd name="T1" fmla="*/ 455 h 455"/>
              <a:gd name="T2" fmla="*/ 0 w 2789"/>
              <a:gd name="T3" fmla="*/ 455 h 455"/>
              <a:gd name="T4" fmla="*/ 260 w 2789"/>
              <a:gd name="T5" fmla="*/ 0 h 455"/>
              <a:gd name="T6" fmla="*/ 2529 w 2789"/>
              <a:gd name="T7" fmla="*/ 0 h 455"/>
              <a:gd name="T8" fmla="*/ 2789 w 2789"/>
              <a:gd name="T9" fmla="*/ 455 h 455"/>
            </a:gdLst>
            <a:ahLst/>
            <a:cxnLst>
              <a:cxn ang="0">
                <a:pos x="T0" y="T1"/>
              </a:cxn>
              <a:cxn ang="0">
                <a:pos x="T2" y="T3"/>
              </a:cxn>
              <a:cxn ang="0">
                <a:pos x="T4" y="T5"/>
              </a:cxn>
              <a:cxn ang="0">
                <a:pos x="T6" y="T7"/>
              </a:cxn>
              <a:cxn ang="0">
                <a:pos x="T8" y="T9"/>
              </a:cxn>
            </a:cxnLst>
            <a:rect l="0" t="0" r="r" b="b"/>
            <a:pathLst>
              <a:path w="2789" h="455">
                <a:moveTo>
                  <a:pt x="2789" y="455"/>
                </a:moveTo>
                <a:lnTo>
                  <a:pt x="0" y="455"/>
                </a:lnTo>
                <a:lnTo>
                  <a:pt x="260" y="0"/>
                </a:lnTo>
                <a:lnTo>
                  <a:pt x="2529" y="0"/>
                </a:lnTo>
                <a:lnTo>
                  <a:pt x="2789" y="455"/>
                </a:lnTo>
                <a:close/>
              </a:path>
            </a:pathLst>
          </a:custGeom>
          <a:solidFill>
            <a:srgbClr val="FACC15"/>
          </a:solidFill>
          <a:ln w="9525" cap="flat">
            <a:noFill/>
            <a:prstDash val="solid"/>
            <a:miter/>
          </a:ln>
        </p:spPr>
        <p:txBody>
          <a:bodyPr rot="0" spcFirstLastPara="0" vert="horz" wrap="square" lIns="91440" tIns="45720" rIns="91440" bIns="45720" numCol="1" spcCol="0" rtlCol="0" fromWordArt="0" anchor="ctr" anchorCtr="0" forceAA="0" compatLnSpc="1">
            <a:prstTxWarp prst="textNoShape">
              <a:avLst/>
            </a:prstTxWarp>
            <a:noAutofit/>
          </a:bodyPr>
          <a:lstStyle/>
          <a:p>
            <a:endParaRPr lang="en-US">
              <a:solidFill>
                <a:srgbClr val="454545"/>
              </a:solidFill>
            </a:endParaRPr>
          </a:p>
        </p:txBody>
      </p:sp>
      <p:sp>
        <p:nvSpPr>
          <p:cNvPr id="56" name="Freeform 11">
            <a:extLst>
              <a:ext uri="{FF2B5EF4-FFF2-40B4-BE49-F238E27FC236}">
                <a16:creationId xmlns:a16="http://schemas.microsoft.com/office/drawing/2014/main" id="{A21E4BCB-3CE6-664B-3EB9-85316AE98F7D}"/>
              </a:ext>
            </a:extLst>
          </p:cNvPr>
          <p:cNvSpPr>
            <a:spLocks/>
          </p:cNvSpPr>
          <p:nvPr>
            <p:custDataLst>
              <p:tags r:id="rId4"/>
            </p:custDataLst>
          </p:nvPr>
        </p:nvSpPr>
        <p:spPr bwMode="auto">
          <a:xfrm>
            <a:off x="1268299" y="3841297"/>
            <a:ext cx="3402976" cy="696516"/>
          </a:xfrm>
          <a:custGeom>
            <a:avLst/>
            <a:gdLst>
              <a:gd name="T0" fmla="*/ 2223 w 2223"/>
              <a:gd name="T1" fmla="*/ 455 h 455"/>
              <a:gd name="T2" fmla="*/ 0 w 2223"/>
              <a:gd name="T3" fmla="*/ 455 h 455"/>
              <a:gd name="T4" fmla="*/ 260 w 2223"/>
              <a:gd name="T5" fmla="*/ 0 h 455"/>
              <a:gd name="T6" fmla="*/ 1963 w 2223"/>
              <a:gd name="T7" fmla="*/ 0 h 455"/>
              <a:gd name="T8" fmla="*/ 2223 w 2223"/>
              <a:gd name="T9" fmla="*/ 455 h 455"/>
            </a:gdLst>
            <a:ahLst/>
            <a:cxnLst>
              <a:cxn ang="0">
                <a:pos x="T0" y="T1"/>
              </a:cxn>
              <a:cxn ang="0">
                <a:pos x="T2" y="T3"/>
              </a:cxn>
              <a:cxn ang="0">
                <a:pos x="T4" y="T5"/>
              </a:cxn>
              <a:cxn ang="0">
                <a:pos x="T6" y="T7"/>
              </a:cxn>
              <a:cxn ang="0">
                <a:pos x="T8" y="T9"/>
              </a:cxn>
            </a:cxnLst>
            <a:rect l="0" t="0" r="r" b="b"/>
            <a:pathLst>
              <a:path w="2223" h="455">
                <a:moveTo>
                  <a:pt x="2223" y="455"/>
                </a:moveTo>
                <a:lnTo>
                  <a:pt x="0" y="455"/>
                </a:lnTo>
                <a:lnTo>
                  <a:pt x="260" y="0"/>
                </a:lnTo>
                <a:lnTo>
                  <a:pt x="1963" y="0"/>
                </a:lnTo>
                <a:lnTo>
                  <a:pt x="2223" y="455"/>
                </a:lnTo>
                <a:close/>
              </a:path>
            </a:pathLst>
          </a:custGeom>
          <a:solidFill>
            <a:srgbClr val="CA8A04"/>
          </a:solidFill>
          <a:ln w="9525" cap="flat">
            <a:noFill/>
            <a:prstDash val="solid"/>
            <a:miter/>
          </a:ln>
        </p:spPr>
        <p:txBody>
          <a:bodyPr rot="0" spcFirstLastPara="0" vert="horz" wrap="square" lIns="91440" tIns="45720" rIns="91440" bIns="45720" numCol="1" spcCol="0" rtlCol="0" fromWordArt="0" anchor="ctr" anchorCtr="0" forceAA="0" compatLnSpc="1">
            <a:prstTxWarp prst="textNoShape">
              <a:avLst/>
            </a:prstTxWarp>
            <a:noAutofit/>
          </a:bodyPr>
          <a:lstStyle/>
          <a:p>
            <a:endParaRPr lang="en-US">
              <a:solidFill>
                <a:srgbClr val="454545"/>
              </a:solidFill>
            </a:endParaRPr>
          </a:p>
        </p:txBody>
      </p:sp>
      <p:sp>
        <p:nvSpPr>
          <p:cNvPr id="57" name="Freeform 12">
            <a:extLst>
              <a:ext uri="{FF2B5EF4-FFF2-40B4-BE49-F238E27FC236}">
                <a16:creationId xmlns:a16="http://schemas.microsoft.com/office/drawing/2014/main" id="{B51135F6-E042-42D2-1ECA-63C6204AE95C}"/>
              </a:ext>
            </a:extLst>
          </p:cNvPr>
          <p:cNvSpPr>
            <a:spLocks/>
          </p:cNvSpPr>
          <p:nvPr>
            <p:custDataLst>
              <p:tags r:id="rId5"/>
            </p:custDataLst>
          </p:nvPr>
        </p:nvSpPr>
        <p:spPr bwMode="auto">
          <a:xfrm>
            <a:off x="1703046" y="3075894"/>
            <a:ext cx="2531949" cy="698047"/>
          </a:xfrm>
          <a:custGeom>
            <a:avLst/>
            <a:gdLst>
              <a:gd name="T0" fmla="*/ 1654 w 1654"/>
              <a:gd name="T1" fmla="*/ 456 h 456"/>
              <a:gd name="T2" fmla="*/ 0 w 1654"/>
              <a:gd name="T3" fmla="*/ 456 h 456"/>
              <a:gd name="T4" fmla="*/ 260 w 1654"/>
              <a:gd name="T5" fmla="*/ 0 h 456"/>
              <a:gd name="T6" fmla="*/ 1394 w 1654"/>
              <a:gd name="T7" fmla="*/ 0 h 456"/>
              <a:gd name="T8" fmla="*/ 1654 w 1654"/>
              <a:gd name="T9" fmla="*/ 456 h 456"/>
            </a:gdLst>
            <a:ahLst/>
            <a:cxnLst>
              <a:cxn ang="0">
                <a:pos x="T0" y="T1"/>
              </a:cxn>
              <a:cxn ang="0">
                <a:pos x="T2" y="T3"/>
              </a:cxn>
              <a:cxn ang="0">
                <a:pos x="T4" y="T5"/>
              </a:cxn>
              <a:cxn ang="0">
                <a:pos x="T6" y="T7"/>
              </a:cxn>
              <a:cxn ang="0">
                <a:pos x="T8" y="T9"/>
              </a:cxn>
            </a:cxnLst>
            <a:rect l="0" t="0" r="r" b="b"/>
            <a:pathLst>
              <a:path w="1654" h="456">
                <a:moveTo>
                  <a:pt x="1654" y="456"/>
                </a:moveTo>
                <a:lnTo>
                  <a:pt x="0" y="456"/>
                </a:lnTo>
                <a:lnTo>
                  <a:pt x="260" y="0"/>
                </a:lnTo>
                <a:lnTo>
                  <a:pt x="1394" y="0"/>
                </a:lnTo>
                <a:lnTo>
                  <a:pt x="1654" y="456"/>
                </a:lnTo>
                <a:close/>
              </a:path>
            </a:pathLst>
          </a:custGeom>
          <a:solidFill>
            <a:srgbClr val="EA580C"/>
          </a:solidFill>
          <a:ln w="9525" cap="flat">
            <a:noFill/>
            <a:prstDash val="solid"/>
            <a:miter/>
          </a:ln>
        </p:spPr>
        <p:txBody>
          <a:bodyPr rot="0" spcFirstLastPara="0" vert="horz" wrap="square" lIns="91440" tIns="45720" rIns="91440" bIns="45720" numCol="1" spcCol="0" rtlCol="0" fromWordArt="0" anchor="ctr" anchorCtr="0" forceAA="0" compatLnSpc="1">
            <a:prstTxWarp prst="textNoShape">
              <a:avLst/>
            </a:prstTxWarp>
            <a:noAutofit/>
          </a:bodyPr>
          <a:lstStyle/>
          <a:p>
            <a:endParaRPr lang="en-US">
              <a:solidFill>
                <a:srgbClr val="454545"/>
              </a:solidFill>
            </a:endParaRPr>
          </a:p>
        </p:txBody>
      </p:sp>
      <p:sp>
        <p:nvSpPr>
          <p:cNvPr id="58" name="Freeform 13">
            <a:extLst>
              <a:ext uri="{FF2B5EF4-FFF2-40B4-BE49-F238E27FC236}">
                <a16:creationId xmlns:a16="http://schemas.microsoft.com/office/drawing/2014/main" id="{4FDE5A96-114C-4418-2544-C741C83B2C51}"/>
              </a:ext>
            </a:extLst>
          </p:cNvPr>
          <p:cNvSpPr>
            <a:spLocks/>
          </p:cNvSpPr>
          <p:nvPr>
            <p:custDataLst>
              <p:tags r:id="rId6"/>
            </p:custDataLst>
          </p:nvPr>
        </p:nvSpPr>
        <p:spPr bwMode="auto">
          <a:xfrm>
            <a:off x="2139325" y="2316616"/>
            <a:ext cx="1663984" cy="696516"/>
          </a:xfrm>
          <a:custGeom>
            <a:avLst/>
            <a:gdLst>
              <a:gd name="T0" fmla="*/ 1087 w 1087"/>
              <a:gd name="T1" fmla="*/ 455 h 455"/>
              <a:gd name="T2" fmla="*/ 0 w 1087"/>
              <a:gd name="T3" fmla="*/ 455 h 455"/>
              <a:gd name="T4" fmla="*/ 260 w 1087"/>
              <a:gd name="T5" fmla="*/ 0 h 455"/>
              <a:gd name="T6" fmla="*/ 827 w 1087"/>
              <a:gd name="T7" fmla="*/ 0 h 455"/>
              <a:gd name="T8" fmla="*/ 1087 w 1087"/>
              <a:gd name="T9" fmla="*/ 455 h 455"/>
            </a:gdLst>
            <a:ahLst/>
            <a:cxnLst>
              <a:cxn ang="0">
                <a:pos x="T0" y="T1"/>
              </a:cxn>
              <a:cxn ang="0">
                <a:pos x="T2" y="T3"/>
              </a:cxn>
              <a:cxn ang="0">
                <a:pos x="T4" y="T5"/>
              </a:cxn>
              <a:cxn ang="0">
                <a:pos x="T6" y="T7"/>
              </a:cxn>
              <a:cxn ang="0">
                <a:pos x="T8" y="T9"/>
              </a:cxn>
            </a:cxnLst>
            <a:rect l="0" t="0" r="r" b="b"/>
            <a:pathLst>
              <a:path w="1087" h="455">
                <a:moveTo>
                  <a:pt x="1087" y="455"/>
                </a:moveTo>
                <a:lnTo>
                  <a:pt x="0" y="455"/>
                </a:lnTo>
                <a:lnTo>
                  <a:pt x="260" y="0"/>
                </a:lnTo>
                <a:lnTo>
                  <a:pt x="827" y="0"/>
                </a:lnTo>
                <a:lnTo>
                  <a:pt x="1087" y="455"/>
                </a:lnTo>
                <a:close/>
              </a:path>
            </a:pathLst>
          </a:custGeom>
          <a:solidFill>
            <a:srgbClr val="DC2626"/>
          </a:solidFill>
          <a:ln w="9525" cap="flat">
            <a:noFill/>
            <a:prstDash val="solid"/>
            <a:miter/>
          </a:ln>
        </p:spPr>
        <p:txBody>
          <a:bodyPr rot="0" spcFirstLastPara="0" vert="horz" wrap="square" lIns="91440" tIns="45720" rIns="91440" bIns="45720" numCol="1" spcCol="0" rtlCol="0" fromWordArt="0" anchor="ctr" anchorCtr="0" forceAA="0" compatLnSpc="1">
            <a:prstTxWarp prst="textNoShape">
              <a:avLst/>
            </a:prstTxWarp>
            <a:noAutofit/>
          </a:bodyPr>
          <a:lstStyle/>
          <a:p>
            <a:endParaRPr lang="en-US">
              <a:solidFill>
                <a:srgbClr val="DC2626"/>
              </a:solidFill>
            </a:endParaRPr>
          </a:p>
        </p:txBody>
      </p:sp>
      <p:sp>
        <p:nvSpPr>
          <p:cNvPr id="59" name="Freeform 14">
            <a:extLst>
              <a:ext uri="{FF2B5EF4-FFF2-40B4-BE49-F238E27FC236}">
                <a16:creationId xmlns:a16="http://schemas.microsoft.com/office/drawing/2014/main" id="{F49EB934-61F5-4406-6923-C8B1E9EB69FE}"/>
              </a:ext>
            </a:extLst>
          </p:cNvPr>
          <p:cNvSpPr>
            <a:spLocks/>
          </p:cNvSpPr>
          <p:nvPr>
            <p:custDataLst>
              <p:tags r:id="rId7"/>
            </p:custDataLst>
          </p:nvPr>
        </p:nvSpPr>
        <p:spPr bwMode="auto">
          <a:xfrm>
            <a:off x="2571010" y="1557338"/>
            <a:ext cx="796018" cy="696516"/>
          </a:xfrm>
          <a:custGeom>
            <a:avLst/>
            <a:gdLst>
              <a:gd name="T0" fmla="*/ 520 w 520"/>
              <a:gd name="T1" fmla="*/ 455 h 455"/>
              <a:gd name="T2" fmla="*/ 0 w 520"/>
              <a:gd name="T3" fmla="*/ 455 h 455"/>
              <a:gd name="T4" fmla="*/ 260 w 520"/>
              <a:gd name="T5" fmla="*/ 0 h 455"/>
              <a:gd name="T6" fmla="*/ 520 w 520"/>
              <a:gd name="T7" fmla="*/ 455 h 455"/>
            </a:gdLst>
            <a:ahLst/>
            <a:cxnLst>
              <a:cxn ang="0">
                <a:pos x="T0" y="T1"/>
              </a:cxn>
              <a:cxn ang="0">
                <a:pos x="T2" y="T3"/>
              </a:cxn>
              <a:cxn ang="0">
                <a:pos x="T4" y="T5"/>
              </a:cxn>
              <a:cxn ang="0">
                <a:pos x="T6" y="T7"/>
              </a:cxn>
            </a:cxnLst>
            <a:rect l="0" t="0" r="r" b="b"/>
            <a:pathLst>
              <a:path w="520" h="455">
                <a:moveTo>
                  <a:pt x="520" y="455"/>
                </a:moveTo>
                <a:lnTo>
                  <a:pt x="0" y="455"/>
                </a:lnTo>
                <a:lnTo>
                  <a:pt x="260" y="0"/>
                </a:lnTo>
                <a:lnTo>
                  <a:pt x="520" y="455"/>
                </a:lnTo>
                <a:close/>
              </a:path>
            </a:pathLst>
          </a:custGeom>
          <a:solidFill>
            <a:srgbClr val="991B1B"/>
          </a:solidFill>
          <a:ln w="9525" cap="flat">
            <a:noFill/>
            <a:prstDash val="solid"/>
            <a:miter/>
          </a:ln>
        </p:spPr>
        <p:txBody>
          <a:bodyPr rot="0" spcFirstLastPara="0" vert="horz" wrap="square" lIns="91440" tIns="45720" rIns="91440" bIns="45720" numCol="1" spcCol="0" rtlCol="0" fromWordArt="0" anchor="ctr" anchorCtr="0" forceAA="0" compatLnSpc="1">
            <a:prstTxWarp prst="textNoShape">
              <a:avLst/>
            </a:prstTxWarp>
            <a:noAutofit/>
          </a:bodyPr>
          <a:lstStyle/>
          <a:p>
            <a:endParaRPr lang="en-US">
              <a:solidFill>
                <a:srgbClr val="991B1B"/>
              </a:solidFill>
            </a:endParaRPr>
          </a:p>
        </p:txBody>
      </p:sp>
      <p:sp>
        <p:nvSpPr>
          <p:cNvPr id="61" name="Rectangle 45">
            <a:extLst>
              <a:ext uri="{FF2B5EF4-FFF2-40B4-BE49-F238E27FC236}">
                <a16:creationId xmlns:a16="http://schemas.microsoft.com/office/drawing/2014/main" id="{2CE6755B-4959-0859-C448-A79BF68469F1}"/>
              </a:ext>
            </a:extLst>
          </p:cNvPr>
          <p:cNvSpPr>
            <a:spLocks/>
          </p:cNvSpPr>
          <p:nvPr/>
        </p:nvSpPr>
        <p:spPr>
          <a:xfrm>
            <a:off x="2658050" y="5501073"/>
            <a:ext cx="629594" cy="415606"/>
          </a:xfrm>
          <a:prstGeom prst="rect">
            <a:avLst/>
          </a:prstGeom>
        </p:spPr>
        <p:txBody>
          <a:bodyPr wrap="none" anchor="ctr">
            <a:noAutofit/>
          </a:bodyPr>
          <a:lstStyle/>
          <a:p>
            <a:pPr marL="0" marR="0" lvl="0" indent="0" algn="ctr" defTabSz="91440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r>
              <a:rPr kumimoji="0" lang="en-US" sz="2000" b="1" i="0" u="none" strike="noStrike" kern="1200" cap="none" spc="0" normalizeH="0" baseline="0" noProof="0" dirty="0">
                <a:ln>
                  <a:noFill/>
                </a:ln>
                <a:effectLst/>
                <a:uLnTx/>
                <a:uFillTx/>
                <a:ea typeface="Roboto" panose="02000000000000000000" pitchFamily="2" charset="0"/>
              </a:rPr>
              <a:t>2</a:t>
            </a:r>
            <a:endParaRPr kumimoji="0" lang="en-US" sz="2000" b="0" i="0" u="none" strike="noStrike" kern="1200" cap="none" spc="0" normalizeH="0" baseline="0" noProof="0" dirty="0">
              <a:ln>
                <a:noFill/>
              </a:ln>
              <a:effectLst/>
              <a:uLnTx/>
              <a:uFillTx/>
              <a:ea typeface="+mn-ea"/>
            </a:endParaRPr>
          </a:p>
        </p:txBody>
      </p:sp>
      <p:sp>
        <p:nvSpPr>
          <p:cNvPr id="62" name="Rectangle 46">
            <a:extLst>
              <a:ext uri="{FF2B5EF4-FFF2-40B4-BE49-F238E27FC236}">
                <a16:creationId xmlns:a16="http://schemas.microsoft.com/office/drawing/2014/main" id="{8C044FB5-50C2-29E8-A26E-9E452DB71D0F}"/>
              </a:ext>
            </a:extLst>
          </p:cNvPr>
          <p:cNvSpPr>
            <a:spLocks/>
          </p:cNvSpPr>
          <p:nvPr/>
        </p:nvSpPr>
        <p:spPr>
          <a:xfrm>
            <a:off x="2636404" y="4741031"/>
            <a:ext cx="672888" cy="415606"/>
          </a:xfrm>
          <a:prstGeom prst="rect">
            <a:avLst/>
          </a:prstGeom>
        </p:spPr>
        <p:txBody>
          <a:bodyPr wrap="none" anchor="ctr">
            <a:noAutofit/>
          </a:bodyPr>
          <a:lstStyle/>
          <a:p>
            <a:pPr marL="0" marR="0" lvl="0" indent="0" algn="ctr" defTabSz="91440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r>
              <a:rPr kumimoji="0" lang="en-US" sz="2000" b="1" i="0" u="none" strike="noStrike" kern="1200" cap="none" spc="0" normalizeH="0" baseline="0" noProof="0" dirty="0">
                <a:ln>
                  <a:noFill/>
                </a:ln>
                <a:effectLst/>
                <a:uLnTx/>
                <a:uFillTx/>
                <a:ea typeface="Roboto" panose="02000000000000000000" pitchFamily="2" charset="0"/>
              </a:rPr>
              <a:t>5</a:t>
            </a:r>
            <a:endParaRPr kumimoji="0" lang="en-US" sz="2000" b="0" i="0" u="none" strike="noStrike" kern="1200" cap="none" spc="0" normalizeH="0" baseline="0" noProof="0" dirty="0">
              <a:ln>
                <a:noFill/>
              </a:ln>
              <a:effectLst/>
              <a:uLnTx/>
              <a:uFillTx/>
              <a:ea typeface="+mn-ea"/>
            </a:endParaRPr>
          </a:p>
        </p:txBody>
      </p:sp>
      <p:sp>
        <p:nvSpPr>
          <p:cNvPr id="63" name="Rectangle 47">
            <a:extLst>
              <a:ext uri="{FF2B5EF4-FFF2-40B4-BE49-F238E27FC236}">
                <a16:creationId xmlns:a16="http://schemas.microsoft.com/office/drawing/2014/main" id="{2A0E5719-4EE5-38E2-F936-A1E90763CA59}"/>
              </a:ext>
            </a:extLst>
          </p:cNvPr>
          <p:cNvSpPr>
            <a:spLocks/>
          </p:cNvSpPr>
          <p:nvPr/>
        </p:nvSpPr>
        <p:spPr>
          <a:xfrm>
            <a:off x="2658050" y="3981752"/>
            <a:ext cx="629594" cy="415606"/>
          </a:xfrm>
          <a:prstGeom prst="rect">
            <a:avLst/>
          </a:prstGeom>
        </p:spPr>
        <p:txBody>
          <a:bodyPr wrap="none" anchor="ctr">
            <a:noAutofit/>
          </a:bodyPr>
          <a:lstStyle/>
          <a:p>
            <a:pPr marL="0" marR="0" lvl="0" indent="0" algn="ctr" defTabSz="91440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r>
              <a:rPr kumimoji="0" lang="en-US" sz="2000" b="1" i="0" u="none" strike="noStrike" kern="1200" cap="none" spc="0" normalizeH="0" baseline="0" noProof="0" dirty="0">
                <a:ln>
                  <a:noFill/>
                </a:ln>
                <a:solidFill>
                  <a:prstClr val="white"/>
                </a:solidFill>
                <a:effectLst/>
                <a:uLnTx/>
                <a:uFillTx/>
                <a:ea typeface="Roboto" panose="02000000000000000000" pitchFamily="2" charset="0"/>
              </a:rPr>
              <a:t>10</a:t>
            </a:r>
            <a:endParaRPr kumimoji="0" lang="en-US" sz="2000" b="0" i="0" u="none" strike="noStrike" kern="1200" cap="none" spc="0" normalizeH="0" baseline="0" noProof="0" dirty="0">
              <a:ln>
                <a:noFill/>
              </a:ln>
              <a:solidFill>
                <a:prstClr val="white"/>
              </a:solidFill>
              <a:effectLst/>
              <a:uLnTx/>
              <a:uFillTx/>
              <a:ea typeface="+mn-ea"/>
            </a:endParaRPr>
          </a:p>
        </p:txBody>
      </p:sp>
      <p:sp>
        <p:nvSpPr>
          <p:cNvPr id="64" name="Rectangle 48">
            <a:extLst>
              <a:ext uri="{FF2B5EF4-FFF2-40B4-BE49-F238E27FC236}">
                <a16:creationId xmlns:a16="http://schemas.microsoft.com/office/drawing/2014/main" id="{F2A81C1F-2B53-AF56-924C-969856DC0129}"/>
              </a:ext>
            </a:extLst>
          </p:cNvPr>
          <p:cNvSpPr>
            <a:spLocks/>
          </p:cNvSpPr>
          <p:nvPr/>
        </p:nvSpPr>
        <p:spPr>
          <a:xfrm>
            <a:off x="2655733" y="3217114"/>
            <a:ext cx="634232" cy="415606"/>
          </a:xfrm>
          <a:prstGeom prst="rect">
            <a:avLst/>
          </a:prstGeom>
        </p:spPr>
        <p:txBody>
          <a:bodyPr wrap="none" anchor="ctr">
            <a:noAutofit/>
          </a:bodyPr>
          <a:lstStyle/>
          <a:p>
            <a:pPr marL="0" marR="0" lvl="0" indent="0" algn="ctr" defTabSz="91440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r>
              <a:rPr kumimoji="0" lang="en-US" sz="2000" b="1" i="0" u="none" strike="noStrike" kern="1200" cap="none" spc="0" normalizeH="0" baseline="0" noProof="0" dirty="0">
                <a:ln>
                  <a:noFill/>
                </a:ln>
                <a:solidFill>
                  <a:prstClr val="white"/>
                </a:solidFill>
                <a:effectLst/>
                <a:uLnTx/>
                <a:uFillTx/>
                <a:ea typeface="Roboto" panose="02000000000000000000" pitchFamily="2" charset="0"/>
              </a:rPr>
              <a:t>15</a:t>
            </a:r>
            <a:endParaRPr kumimoji="0" lang="en-US" sz="2000" b="0" i="0" u="none" strike="noStrike" kern="1200" cap="none" spc="0" normalizeH="0" baseline="0" noProof="0" dirty="0">
              <a:ln>
                <a:noFill/>
              </a:ln>
              <a:solidFill>
                <a:prstClr val="white"/>
              </a:solidFill>
              <a:effectLst/>
              <a:uLnTx/>
              <a:uFillTx/>
              <a:ea typeface="+mn-ea"/>
            </a:endParaRPr>
          </a:p>
        </p:txBody>
      </p:sp>
      <p:sp>
        <p:nvSpPr>
          <p:cNvPr id="65" name="Rectangle 49">
            <a:extLst>
              <a:ext uri="{FF2B5EF4-FFF2-40B4-BE49-F238E27FC236}">
                <a16:creationId xmlns:a16="http://schemas.microsoft.com/office/drawing/2014/main" id="{80DD0FC9-3F6E-BF08-3F0E-74E8CA5BF773}"/>
              </a:ext>
            </a:extLst>
          </p:cNvPr>
          <p:cNvSpPr>
            <a:spLocks/>
          </p:cNvSpPr>
          <p:nvPr/>
        </p:nvSpPr>
        <p:spPr>
          <a:xfrm>
            <a:off x="2706755" y="2457071"/>
            <a:ext cx="532187" cy="415606"/>
          </a:xfrm>
          <a:prstGeom prst="rect">
            <a:avLst/>
          </a:prstGeom>
        </p:spPr>
        <p:txBody>
          <a:bodyPr wrap="none" anchor="ctr">
            <a:noAutofit/>
          </a:bodyPr>
          <a:lstStyle/>
          <a:p>
            <a:pPr marL="0" marR="0" lvl="0" indent="0" algn="ctr" defTabSz="91440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r>
              <a:rPr kumimoji="0" lang="en-US" sz="2000" b="1" i="0" u="none" strike="noStrike" kern="1200" cap="none" spc="0" normalizeH="0" baseline="0" noProof="0" dirty="0">
                <a:ln>
                  <a:noFill/>
                </a:ln>
                <a:solidFill>
                  <a:prstClr val="white"/>
                </a:solidFill>
                <a:effectLst/>
                <a:uLnTx/>
                <a:uFillTx/>
                <a:ea typeface="Roboto" panose="02000000000000000000" pitchFamily="2" charset="0"/>
              </a:rPr>
              <a:t>20</a:t>
            </a:r>
            <a:endParaRPr kumimoji="0" lang="en-US" sz="2000" b="0" i="0" u="none" strike="noStrike" kern="1200" cap="none" spc="0" normalizeH="0" baseline="0" noProof="0" dirty="0">
              <a:ln>
                <a:noFill/>
              </a:ln>
              <a:solidFill>
                <a:prstClr val="white"/>
              </a:solidFill>
              <a:effectLst/>
              <a:uLnTx/>
              <a:uFillTx/>
              <a:ea typeface="+mn-ea"/>
            </a:endParaRPr>
          </a:p>
        </p:txBody>
      </p:sp>
      <p:sp>
        <p:nvSpPr>
          <p:cNvPr id="66" name="Rectangle 50">
            <a:extLst>
              <a:ext uri="{FF2B5EF4-FFF2-40B4-BE49-F238E27FC236}">
                <a16:creationId xmlns:a16="http://schemas.microsoft.com/office/drawing/2014/main" id="{D3D5CFBA-3C56-48F2-E838-F546DD25ED1E}"/>
              </a:ext>
            </a:extLst>
          </p:cNvPr>
          <p:cNvSpPr>
            <a:spLocks/>
          </p:cNvSpPr>
          <p:nvPr/>
        </p:nvSpPr>
        <p:spPr>
          <a:xfrm>
            <a:off x="2728401" y="1814475"/>
            <a:ext cx="488892" cy="415606"/>
          </a:xfrm>
          <a:prstGeom prst="rect">
            <a:avLst/>
          </a:prstGeom>
        </p:spPr>
        <p:txBody>
          <a:bodyPr wrap="none" anchor="ctr">
            <a:noAutofit/>
          </a:bodyPr>
          <a:lstStyle/>
          <a:p>
            <a:pPr marL="0" marR="0" lvl="0" indent="0" algn="ctr" defTabSz="91440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r>
              <a:rPr kumimoji="0" lang="en-US" sz="2000" b="1" i="0" u="none" strike="noStrike" kern="1200" cap="none" spc="0" normalizeH="0" baseline="0" noProof="0" dirty="0">
                <a:ln>
                  <a:noFill/>
                </a:ln>
                <a:solidFill>
                  <a:prstClr val="white"/>
                </a:solidFill>
                <a:effectLst/>
                <a:uLnTx/>
                <a:uFillTx/>
                <a:ea typeface="Roboto" panose="02000000000000000000" pitchFamily="2" charset="0"/>
              </a:rPr>
              <a:t>25</a:t>
            </a:r>
            <a:endParaRPr kumimoji="0" lang="en-US" sz="2000" b="0" i="0" u="none" strike="noStrike" kern="1200" cap="none" spc="0" normalizeH="0" baseline="0" noProof="0" dirty="0">
              <a:ln>
                <a:noFill/>
              </a:ln>
              <a:solidFill>
                <a:prstClr val="white"/>
              </a:solidFill>
              <a:effectLst/>
              <a:uLnTx/>
              <a:uFillTx/>
              <a:ea typeface="+mn-ea"/>
            </a:endParaRPr>
          </a:p>
        </p:txBody>
      </p:sp>
      <p:cxnSp>
        <p:nvCxnSpPr>
          <p:cNvPr id="69" name="MIO_LINE5">
            <a:extLst>
              <a:ext uri="{FF2B5EF4-FFF2-40B4-BE49-F238E27FC236}">
                <a16:creationId xmlns:a16="http://schemas.microsoft.com/office/drawing/2014/main" id="{02C5E554-9F01-044C-51F2-0DC5A3C4EE1B}"/>
              </a:ext>
            </a:extLst>
          </p:cNvPr>
          <p:cNvCxnSpPr>
            <a:cxnSpLocks noChangeAspect="1"/>
          </p:cNvCxnSpPr>
          <p:nvPr/>
        </p:nvCxnSpPr>
        <p:spPr>
          <a:xfrm>
            <a:off x="3447991" y="2285235"/>
            <a:ext cx="8361422" cy="0"/>
          </a:xfrm>
          <a:prstGeom prst="line">
            <a:avLst/>
          </a:prstGeom>
          <a:ln w="9525">
            <a:solidFill>
              <a:schemeClr val="bg2">
                <a:lumMod val="90000"/>
              </a:schemeClr>
            </a:solidFill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76" name="MIO_LINE5">
            <a:extLst>
              <a:ext uri="{FF2B5EF4-FFF2-40B4-BE49-F238E27FC236}">
                <a16:creationId xmlns:a16="http://schemas.microsoft.com/office/drawing/2014/main" id="{B4813092-0B02-C4C7-7A0A-280BB3450692}"/>
              </a:ext>
            </a:extLst>
          </p:cNvPr>
          <p:cNvCxnSpPr>
            <a:cxnSpLocks noChangeAspect="1"/>
          </p:cNvCxnSpPr>
          <p:nvPr/>
        </p:nvCxnSpPr>
        <p:spPr>
          <a:xfrm>
            <a:off x="3884272" y="3044513"/>
            <a:ext cx="7925141" cy="0"/>
          </a:xfrm>
          <a:prstGeom prst="line">
            <a:avLst/>
          </a:prstGeom>
          <a:ln w="9525">
            <a:solidFill>
              <a:schemeClr val="bg2">
                <a:lumMod val="90000"/>
              </a:schemeClr>
            </a:solidFill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78" name="MIO_LINE5">
            <a:extLst>
              <a:ext uri="{FF2B5EF4-FFF2-40B4-BE49-F238E27FC236}">
                <a16:creationId xmlns:a16="http://schemas.microsoft.com/office/drawing/2014/main" id="{AAFB6641-79E6-850B-8F35-98B94A2493FB}"/>
              </a:ext>
            </a:extLst>
          </p:cNvPr>
          <p:cNvCxnSpPr>
            <a:cxnSpLocks noChangeAspect="1"/>
          </p:cNvCxnSpPr>
          <p:nvPr/>
        </p:nvCxnSpPr>
        <p:spPr>
          <a:xfrm>
            <a:off x="4315958" y="3807619"/>
            <a:ext cx="7493455" cy="0"/>
          </a:xfrm>
          <a:prstGeom prst="line">
            <a:avLst/>
          </a:prstGeom>
          <a:ln w="9525">
            <a:solidFill>
              <a:schemeClr val="bg2">
                <a:lumMod val="90000"/>
              </a:schemeClr>
            </a:solidFill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80" name="MIO_LINE5">
            <a:extLst>
              <a:ext uri="{FF2B5EF4-FFF2-40B4-BE49-F238E27FC236}">
                <a16:creationId xmlns:a16="http://schemas.microsoft.com/office/drawing/2014/main" id="{FF994E56-9D12-6351-9DC8-6AB89DC9A1FA}"/>
              </a:ext>
            </a:extLst>
          </p:cNvPr>
          <p:cNvCxnSpPr>
            <a:cxnSpLocks noChangeAspect="1"/>
          </p:cNvCxnSpPr>
          <p:nvPr/>
        </p:nvCxnSpPr>
        <p:spPr>
          <a:xfrm>
            <a:off x="4752238" y="4569194"/>
            <a:ext cx="7057175" cy="0"/>
          </a:xfrm>
          <a:prstGeom prst="line">
            <a:avLst/>
          </a:prstGeom>
          <a:ln w="9525">
            <a:solidFill>
              <a:schemeClr val="bg2">
                <a:lumMod val="90000"/>
              </a:schemeClr>
            </a:solidFill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82" name="MIO_LINE5">
            <a:extLst>
              <a:ext uri="{FF2B5EF4-FFF2-40B4-BE49-F238E27FC236}">
                <a16:creationId xmlns:a16="http://schemas.microsoft.com/office/drawing/2014/main" id="{7BD3266E-8D4C-692B-CC6C-C649562AB0E3}"/>
              </a:ext>
            </a:extLst>
          </p:cNvPr>
          <p:cNvCxnSpPr>
            <a:cxnSpLocks noChangeAspect="1"/>
          </p:cNvCxnSpPr>
          <p:nvPr/>
        </p:nvCxnSpPr>
        <p:spPr>
          <a:xfrm>
            <a:off x="5186985" y="5328473"/>
            <a:ext cx="6622428" cy="0"/>
          </a:xfrm>
          <a:prstGeom prst="line">
            <a:avLst/>
          </a:prstGeom>
          <a:ln w="9525">
            <a:solidFill>
              <a:schemeClr val="bg2">
                <a:lumMod val="90000"/>
              </a:schemeClr>
            </a:solidFill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sp>
        <p:nvSpPr>
          <p:cNvPr id="84" name="Subtitle 2">
            <a:extLst>
              <a:ext uri="{FF2B5EF4-FFF2-40B4-BE49-F238E27FC236}">
                <a16:creationId xmlns:a16="http://schemas.microsoft.com/office/drawing/2014/main" id="{C3AEE9F6-0F86-C73E-59E5-DC1BB2D84A51}"/>
              </a:ext>
            </a:extLst>
          </p:cNvPr>
          <p:cNvSpPr txBox="1">
            <a:spLocks/>
          </p:cNvSpPr>
          <p:nvPr/>
        </p:nvSpPr>
        <p:spPr>
          <a:xfrm>
            <a:off x="5695950" y="1557338"/>
            <a:ext cx="5181599" cy="698400"/>
          </a:xfrm>
          <a:prstGeom prst="rect">
            <a:avLst/>
          </a:prstGeom>
        </p:spPr>
        <p:txBody>
          <a:bodyPr vert="horz" wrap="square" lIns="0" tIns="0" rIns="0" bIns="0" rtlCol="0" anchor="ctr">
            <a:noAutofit/>
          </a:bodyPr>
          <a:lstStyle>
            <a:lvl1pPr marL="0" indent="0" algn="ctr" defTabSz="1087636" rtl="0" eaLnBrk="1" latinLnBrk="0" hangingPunct="1">
              <a:lnSpc>
                <a:spcPct val="120000"/>
              </a:lnSpc>
              <a:spcBef>
                <a:spcPct val="20000"/>
              </a:spcBef>
              <a:buFont typeface="Arial"/>
              <a:buNone/>
              <a:defRPr sz="2400" kern="1200">
                <a:solidFill>
                  <a:schemeClr val="tx2"/>
                </a:solidFill>
                <a:latin typeface="Open Sans Light"/>
                <a:ea typeface="+mn-ea"/>
                <a:cs typeface="Open Sans Light"/>
              </a:defRPr>
            </a:lvl1pPr>
            <a:lvl2pPr marL="1087636" indent="0" algn="ctr" defTabSz="1087636" rtl="0" eaLnBrk="1" latinLnBrk="0" hangingPunct="1">
              <a:lnSpc>
                <a:spcPct val="130000"/>
              </a:lnSpc>
              <a:spcBef>
                <a:spcPct val="20000"/>
              </a:spcBef>
              <a:buFont typeface="Arial"/>
              <a:buNone/>
              <a:defRPr sz="3200" kern="1200">
                <a:solidFill>
                  <a:schemeClr val="tx1">
                    <a:tint val="75000"/>
                  </a:schemeClr>
                </a:solidFill>
                <a:latin typeface="Open Sans"/>
                <a:ea typeface="+mn-ea"/>
                <a:cs typeface="Open Sans"/>
              </a:defRPr>
            </a:lvl2pPr>
            <a:lvl3pPr marL="2175271" indent="0" algn="ctr" defTabSz="1087636" rtl="0" eaLnBrk="1" latinLnBrk="0" hangingPunct="1">
              <a:lnSpc>
                <a:spcPct val="130000"/>
              </a:lnSpc>
              <a:spcBef>
                <a:spcPct val="20000"/>
              </a:spcBef>
              <a:buFont typeface="Arial"/>
              <a:buNone/>
              <a:defRPr sz="3200" kern="1200">
                <a:solidFill>
                  <a:schemeClr val="tx1">
                    <a:tint val="75000"/>
                  </a:schemeClr>
                </a:solidFill>
                <a:latin typeface="Open Sans"/>
                <a:ea typeface="+mn-ea"/>
                <a:cs typeface="Open Sans"/>
              </a:defRPr>
            </a:lvl3pPr>
            <a:lvl4pPr marL="3262912" indent="0" algn="ctr" defTabSz="1087636" rtl="0" eaLnBrk="1" latinLnBrk="0" hangingPunct="1">
              <a:lnSpc>
                <a:spcPct val="130000"/>
              </a:lnSpc>
              <a:spcBef>
                <a:spcPct val="20000"/>
              </a:spcBef>
              <a:buFont typeface="Arial"/>
              <a:buNone/>
              <a:defRPr sz="3200" kern="1200">
                <a:solidFill>
                  <a:schemeClr val="tx1">
                    <a:tint val="75000"/>
                  </a:schemeClr>
                </a:solidFill>
                <a:latin typeface="Open Sans"/>
                <a:ea typeface="+mn-ea"/>
                <a:cs typeface="Open Sans"/>
              </a:defRPr>
            </a:lvl4pPr>
            <a:lvl5pPr marL="4350546" indent="0" algn="ctr" defTabSz="1087636" rtl="0" eaLnBrk="1" latinLnBrk="0" hangingPunct="1">
              <a:lnSpc>
                <a:spcPct val="130000"/>
              </a:lnSpc>
              <a:spcBef>
                <a:spcPct val="20000"/>
              </a:spcBef>
              <a:buFont typeface="Arial"/>
              <a:buNone/>
              <a:defRPr sz="3200" kern="1200">
                <a:solidFill>
                  <a:schemeClr val="tx1">
                    <a:tint val="75000"/>
                  </a:schemeClr>
                </a:solidFill>
                <a:latin typeface="Open Sans"/>
                <a:ea typeface="+mn-ea"/>
                <a:cs typeface="Open Sans"/>
              </a:defRPr>
            </a:lvl5pPr>
            <a:lvl6pPr marL="5438184" indent="0" algn="ctr" defTabSz="1087636" rtl="0" eaLnBrk="1" latinLnBrk="0" hangingPunct="1">
              <a:spcBef>
                <a:spcPct val="20000"/>
              </a:spcBef>
              <a:buFont typeface="Arial"/>
              <a:buNone/>
              <a:defRPr sz="4800" kern="1200">
                <a:solidFill>
                  <a:schemeClr val="tx1">
                    <a:tint val="75000"/>
                  </a:schemeClr>
                </a:solidFill>
                <a:latin typeface="+mn-lt"/>
                <a:ea typeface="+mn-ea"/>
                <a:cs typeface="+mn-cs"/>
              </a:defRPr>
            </a:lvl6pPr>
            <a:lvl7pPr marL="6525820" indent="0" algn="ctr" defTabSz="1087636" rtl="0" eaLnBrk="1" latinLnBrk="0" hangingPunct="1">
              <a:spcBef>
                <a:spcPct val="20000"/>
              </a:spcBef>
              <a:buFont typeface="Arial"/>
              <a:buNone/>
              <a:defRPr sz="4800" kern="1200">
                <a:solidFill>
                  <a:schemeClr val="tx1">
                    <a:tint val="75000"/>
                  </a:schemeClr>
                </a:solidFill>
                <a:latin typeface="+mn-lt"/>
                <a:ea typeface="+mn-ea"/>
                <a:cs typeface="+mn-cs"/>
              </a:defRPr>
            </a:lvl7pPr>
            <a:lvl8pPr marL="7613455" indent="0" algn="ctr" defTabSz="1087636" rtl="0" eaLnBrk="1" latinLnBrk="0" hangingPunct="1">
              <a:spcBef>
                <a:spcPct val="20000"/>
              </a:spcBef>
              <a:buFont typeface="Arial"/>
              <a:buNone/>
              <a:defRPr sz="4800" kern="1200">
                <a:solidFill>
                  <a:schemeClr val="tx1">
                    <a:tint val="75000"/>
                  </a:schemeClr>
                </a:solidFill>
                <a:latin typeface="+mn-lt"/>
                <a:ea typeface="+mn-ea"/>
                <a:cs typeface="+mn-cs"/>
              </a:defRPr>
            </a:lvl8pPr>
            <a:lvl9pPr marL="8701091" indent="0" algn="ctr" defTabSz="1087636" rtl="0" eaLnBrk="1" latinLnBrk="0" hangingPunct="1">
              <a:spcBef>
                <a:spcPct val="20000"/>
              </a:spcBef>
              <a:buFont typeface="Arial"/>
              <a:buNone/>
              <a:defRPr sz="4800" kern="1200">
                <a:solidFill>
                  <a:schemeClr val="tx1">
                    <a:tint val="75000"/>
                  </a:schemeClr>
                </a:solidFill>
                <a:latin typeface="+mn-lt"/>
                <a:ea typeface="+mn-ea"/>
                <a:cs typeface="+mn-cs"/>
              </a:defRPr>
            </a:lvl9pPr>
          </a:lstStyle>
          <a:p>
            <a:pPr marR="0" lvl="0" algn="l" defTabSz="914400" fontAlgn="auto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Tx/>
              <a:tabLst/>
              <a:defRPr/>
            </a:pPr>
            <a:r>
              <a:rPr lang="en-US" sz="1600" b="1" dirty="0">
                <a:solidFill>
                  <a:schemeClr val="accent1"/>
                </a:solidFill>
                <a:latin typeface="+mn-lt"/>
                <a:cs typeface="+mn-cs"/>
                <a:sym typeface="Futura"/>
              </a:rPr>
              <a:t>Going Concern</a:t>
            </a:r>
          </a:p>
          <a:p>
            <a:pPr marL="0" marR="0" lvl="0" indent="0" algn="l" defTabSz="1087636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 typeface="Arial"/>
              <a:buNone/>
              <a:tabLst/>
              <a:defRPr/>
            </a:pPr>
            <a:r>
              <a:rPr kumimoji="0" lang="en-US" sz="1400" b="0" i="0" u="none" strike="noStrike" kern="1200" cap="none" spc="0" normalizeH="0" baseline="0" noProof="0" dirty="0">
                <a:ln>
                  <a:noFill/>
                </a:ln>
                <a:solidFill>
                  <a:schemeClr val="tx1"/>
                </a:solidFill>
                <a:effectLst/>
                <a:uLnTx/>
                <a:uFillTx/>
                <a:latin typeface="+mn-lt"/>
                <a:ea typeface="Open Sans Light" panose="020B0306030504020204" pitchFamily="34" charset="0"/>
                <a:cs typeface="Open Sans Light" panose="020B0306030504020204" pitchFamily="34" charset="0"/>
              </a:rPr>
              <a:t>Entity </a:t>
            </a:r>
            <a:r>
              <a:rPr lang="en-US" sz="1400" dirty="0">
                <a:solidFill>
                  <a:schemeClr val="tx1"/>
                </a:solidFill>
                <a:latin typeface="+mn-lt"/>
                <a:ea typeface="Open Sans Light" panose="020B0306030504020204" pitchFamily="34" charset="0"/>
                <a:cs typeface="Open Sans Light" panose="020B0306030504020204" pitchFamily="34" charset="0"/>
              </a:rPr>
              <a:t>viability in doubt</a:t>
            </a:r>
            <a:endParaRPr kumimoji="0" lang="en-US" sz="1400" b="0" i="0" u="none" strike="noStrike" kern="1200" cap="none" spc="0" normalizeH="0" baseline="0" noProof="0" dirty="0">
              <a:ln>
                <a:noFill/>
              </a:ln>
              <a:solidFill>
                <a:schemeClr val="tx1"/>
              </a:solidFill>
              <a:effectLst/>
              <a:uLnTx/>
              <a:uFillTx/>
              <a:latin typeface="+mn-lt"/>
              <a:ea typeface="Open Sans Light" panose="020B0306030504020204" pitchFamily="34" charset="0"/>
              <a:cs typeface="Open Sans Light" panose="020B0306030504020204" pitchFamily="34" charset="0"/>
            </a:endParaRPr>
          </a:p>
        </p:txBody>
      </p:sp>
      <p:sp>
        <p:nvSpPr>
          <p:cNvPr id="85" name="Subtitle 2">
            <a:extLst>
              <a:ext uri="{FF2B5EF4-FFF2-40B4-BE49-F238E27FC236}">
                <a16:creationId xmlns:a16="http://schemas.microsoft.com/office/drawing/2014/main" id="{ABA630F5-83BB-414C-DC5D-E9E315190351}"/>
              </a:ext>
            </a:extLst>
          </p:cNvPr>
          <p:cNvSpPr txBox="1">
            <a:spLocks/>
          </p:cNvSpPr>
          <p:nvPr/>
        </p:nvSpPr>
        <p:spPr>
          <a:xfrm>
            <a:off x="5695950" y="2314732"/>
            <a:ext cx="5181599" cy="698400"/>
          </a:xfrm>
          <a:prstGeom prst="rect">
            <a:avLst/>
          </a:prstGeom>
        </p:spPr>
        <p:txBody>
          <a:bodyPr vert="horz" wrap="square" lIns="0" tIns="0" rIns="0" bIns="0" rtlCol="0" anchor="ctr">
            <a:noAutofit/>
          </a:bodyPr>
          <a:lstStyle>
            <a:lvl1pPr marL="0" indent="0" algn="ctr" defTabSz="1087636" rtl="0" eaLnBrk="1" latinLnBrk="0" hangingPunct="1">
              <a:lnSpc>
                <a:spcPct val="120000"/>
              </a:lnSpc>
              <a:spcBef>
                <a:spcPct val="20000"/>
              </a:spcBef>
              <a:buFont typeface="Arial"/>
              <a:buNone/>
              <a:defRPr sz="2400" kern="1200">
                <a:solidFill>
                  <a:schemeClr val="tx2"/>
                </a:solidFill>
                <a:latin typeface="Open Sans Light"/>
                <a:ea typeface="+mn-ea"/>
                <a:cs typeface="Open Sans Light"/>
              </a:defRPr>
            </a:lvl1pPr>
            <a:lvl2pPr marL="1087636" indent="0" algn="ctr" defTabSz="1087636" rtl="0" eaLnBrk="1" latinLnBrk="0" hangingPunct="1">
              <a:lnSpc>
                <a:spcPct val="130000"/>
              </a:lnSpc>
              <a:spcBef>
                <a:spcPct val="20000"/>
              </a:spcBef>
              <a:buFont typeface="Arial"/>
              <a:buNone/>
              <a:defRPr sz="3200" kern="1200">
                <a:solidFill>
                  <a:schemeClr val="tx1">
                    <a:tint val="75000"/>
                  </a:schemeClr>
                </a:solidFill>
                <a:latin typeface="Open Sans"/>
                <a:ea typeface="+mn-ea"/>
                <a:cs typeface="Open Sans"/>
              </a:defRPr>
            </a:lvl2pPr>
            <a:lvl3pPr marL="2175271" indent="0" algn="ctr" defTabSz="1087636" rtl="0" eaLnBrk="1" latinLnBrk="0" hangingPunct="1">
              <a:lnSpc>
                <a:spcPct val="130000"/>
              </a:lnSpc>
              <a:spcBef>
                <a:spcPct val="20000"/>
              </a:spcBef>
              <a:buFont typeface="Arial"/>
              <a:buNone/>
              <a:defRPr sz="3200" kern="1200">
                <a:solidFill>
                  <a:schemeClr val="tx1">
                    <a:tint val="75000"/>
                  </a:schemeClr>
                </a:solidFill>
                <a:latin typeface="Open Sans"/>
                <a:ea typeface="+mn-ea"/>
                <a:cs typeface="Open Sans"/>
              </a:defRPr>
            </a:lvl3pPr>
            <a:lvl4pPr marL="3262912" indent="0" algn="ctr" defTabSz="1087636" rtl="0" eaLnBrk="1" latinLnBrk="0" hangingPunct="1">
              <a:lnSpc>
                <a:spcPct val="130000"/>
              </a:lnSpc>
              <a:spcBef>
                <a:spcPct val="20000"/>
              </a:spcBef>
              <a:buFont typeface="Arial"/>
              <a:buNone/>
              <a:defRPr sz="3200" kern="1200">
                <a:solidFill>
                  <a:schemeClr val="tx1">
                    <a:tint val="75000"/>
                  </a:schemeClr>
                </a:solidFill>
                <a:latin typeface="Open Sans"/>
                <a:ea typeface="+mn-ea"/>
                <a:cs typeface="Open Sans"/>
              </a:defRPr>
            </a:lvl4pPr>
            <a:lvl5pPr marL="4350546" indent="0" algn="ctr" defTabSz="1087636" rtl="0" eaLnBrk="1" latinLnBrk="0" hangingPunct="1">
              <a:lnSpc>
                <a:spcPct val="130000"/>
              </a:lnSpc>
              <a:spcBef>
                <a:spcPct val="20000"/>
              </a:spcBef>
              <a:buFont typeface="Arial"/>
              <a:buNone/>
              <a:defRPr sz="3200" kern="1200">
                <a:solidFill>
                  <a:schemeClr val="tx1">
                    <a:tint val="75000"/>
                  </a:schemeClr>
                </a:solidFill>
                <a:latin typeface="Open Sans"/>
                <a:ea typeface="+mn-ea"/>
                <a:cs typeface="Open Sans"/>
              </a:defRPr>
            </a:lvl5pPr>
            <a:lvl6pPr marL="5438184" indent="0" algn="ctr" defTabSz="1087636" rtl="0" eaLnBrk="1" latinLnBrk="0" hangingPunct="1">
              <a:spcBef>
                <a:spcPct val="20000"/>
              </a:spcBef>
              <a:buFont typeface="Arial"/>
              <a:buNone/>
              <a:defRPr sz="4800" kern="1200">
                <a:solidFill>
                  <a:schemeClr val="tx1">
                    <a:tint val="75000"/>
                  </a:schemeClr>
                </a:solidFill>
                <a:latin typeface="+mn-lt"/>
                <a:ea typeface="+mn-ea"/>
                <a:cs typeface="+mn-cs"/>
              </a:defRPr>
            </a:lvl6pPr>
            <a:lvl7pPr marL="6525820" indent="0" algn="ctr" defTabSz="1087636" rtl="0" eaLnBrk="1" latinLnBrk="0" hangingPunct="1">
              <a:spcBef>
                <a:spcPct val="20000"/>
              </a:spcBef>
              <a:buFont typeface="Arial"/>
              <a:buNone/>
              <a:defRPr sz="4800" kern="1200">
                <a:solidFill>
                  <a:schemeClr val="tx1">
                    <a:tint val="75000"/>
                  </a:schemeClr>
                </a:solidFill>
                <a:latin typeface="+mn-lt"/>
                <a:ea typeface="+mn-ea"/>
                <a:cs typeface="+mn-cs"/>
              </a:defRPr>
            </a:lvl7pPr>
            <a:lvl8pPr marL="7613455" indent="0" algn="ctr" defTabSz="1087636" rtl="0" eaLnBrk="1" latinLnBrk="0" hangingPunct="1">
              <a:spcBef>
                <a:spcPct val="20000"/>
              </a:spcBef>
              <a:buFont typeface="Arial"/>
              <a:buNone/>
              <a:defRPr sz="4800" kern="1200">
                <a:solidFill>
                  <a:schemeClr val="tx1">
                    <a:tint val="75000"/>
                  </a:schemeClr>
                </a:solidFill>
                <a:latin typeface="+mn-lt"/>
                <a:ea typeface="+mn-ea"/>
                <a:cs typeface="+mn-cs"/>
              </a:defRPr>
            </a:lvl8pPr>
            <a:lvl9pPr marL="8701091" indent="0" algn="ctr" defTabSz="1087636" rtl="0" eaLnBrk="1" latinLnBrk="0" hangingPunct="1">
              <a:spcBef>
                <a:spcPct val="20000"/>
              </a:spcBef>
              <a:buFont typeface="Arial"/>
              <a:buNone/>
              <a:defRPr sz="4800" kern="1200">
                <a:solidFill>
                  <a:schemeClr val="tx1">
                    <a:tint val="75000"/>
                  </a:schemeClr>
                </a:solidFill>
                <a:latin typeface="+mn-lt"/>
                <a:ea typeface="+mn-ea"/>
                <a:cs typeface="+mn-cs"/>
              </a:defRPr>
            </a:lvl9pPr>
          </a:lstStyle>
          <a:p>
            <a:pPr marR="0" lvl="0" algn="l" defTabSz="914400" fontAlgn="auto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Tx/>
              <a:tabLst/>
              <a:defRPr/>
            </a:pPr>
            <a:r>
              <a:rPr lang="en-US" sz="1600" b="1" dirty="0">
                <a:solidFill>
                  <a:schemeClr val="accent1"/>
                </a:solidFill>
                <a:latin typeface="+mn-lt"/>
                <a:cs typeface="+mn-cs"/>
                <a:sym typeface="Futura"/>
              </a:rPr>
              <a:t>Material Weakness</a:t>
            </a:r>
          </a:p>
          <a:p>
            <a:pPr algn="l">
              <a:lnSpc>
                <a:spcPct val="100000"/>
              </a:lnSpc>
              <a:spcBef>
                <a:spcPts val="0"/>
              </a:spcBef>
              <a:defRPr/>
            </a:pPr>
            <a:r>
              <a:rPr lang="en-US" sz="1400" dirty="0">
                <a:solidFill>
                  <a:schemeClr val="tx1"/>
                </a:solidFill>
                <a:latin typeface="+mn-lt"/>
                <a:ea typeface="Open Sans Light" panose="020B0306030504020204" pitchFamily="34" charset="0"/>
                <a:cs typeface="Open Sans Light" panose="020B0306030504020204" pitchFamily="34" charset="0"/>
              </a:rPr>
              <a:t>Entity-level control failures</a:t>
            </a:r>
          </a:p>
        </p:txBody>
      </p:sp>
      <p:sp>
        <p:nvSpPr>
          <p:cNvPr id="86" name="Subtitle 2">
            <a:extLst>
              <a:ext uri="{FF2B5EF4-FFF2-40B4-BE49-F238E27FC236}">
                <a16:creationId xmlns:a16="http://schemas.microsoft.com/office/drawing/2014/main" id="{E8366F9D-2149-5AF6-AD02-5DC3E5F0A761}"/>
              </a:ext>
            </a:extLst>
          </p:cNvPr>
          <p:cNvSpPr txBox="1">
            <a:spLocks/>
          </p:cNvSpPr>
          <p:nvPr/>
        </p:nvSpPr>
        <p:spPr>
          <a:xfrm>
            <a:off x="5695950" y="3075541"/>
            <a:ext cx="5181599" cy="698400"/>
          </a:xfrm>
          <a:prstGeom prst="rect">
            <a:avLst/>
          </a:prstGeom>
        </p:spPr>
        <p:txBody>
          <a:bodyPr vert="horz" wrap="square" lIns="0" tIns="0" rIns="0" bIns="0" rtlCol="0" anchor="ctr">
            <a:noAutofit/>
          </a:bodyPr>
          <a:lstStyle>
            <a:lvl1pPr marL="0" indent="0" algn="ctr" defTabSz="1087636" rtl="0" eaLnBrk="1" latinLnBrk="0" hangingPunct="1">
              <a:lnSpc>
                <a:spcPct val="120000"/>
              </a:lnSpc>
              <a:spcBef>
                <a:spcPct val="20000"/>
              </a:spcBef>
              <a:buFont typeface="Arial"/>
              <a:buNone/>
              <a:defRPr sz="2400" kern="1200">
                <a:solidFill>
                  <a:schemeClr val="tx2"/>
                </a:solidFill>
                <a:latin typeface="Open Sans Light"/>
                <a:ea typeface="+mn-ea"/>
                <a:cs typeface="Open Sans Light"/>
              </a:defRPr>
            </a:lvl1pPr>
            <a:lvl2pPr marL="1087636" indent="0" algn="ctr" defTabSz="1087636" rtl="0" eaLnBrk="1" latinLnBrk="0" hangingPunct="1">
              <a:lnSpc>
                <a:spcPct val="130000"/>
              </a:lnSpc>
              <a:spcBef>
                <a:spcPct val="20000"/>
              </a:spcBef>
              <a:buFont typeface="Arial"/>
              <a:buNone/>
              <a:defRPr sz="3200" kern="1200">
                <a:solidFill>
                  <a:schemeClr val="tx1">
                    <a:tint val="75000"/>
                  </a:schemeClr>
                </a:solidFill>
                <a:latin typeface="Open Sans"/>
                <a:ea typeface="+mn-ea"/>
                <a:cs typeface="Open Sans"/>
              </a:defRPr>
            </a:lvl2pPr>
            <a:lvl3pPr marL="2175271" indent="0" algn="ctr" defTabSz="1087636" rtl="0" eaLnBrk="1" latinLnBrk="0" hangingPunct="1">
              <a:lnSpc>
                <a:spcPct val="130000"/>
              </a:lnSpc>
              <a:spcBef>
                <a:spcPct val="20000"/>
              </a:spcBef>
              <a:buFont typeface="Arial"/>
              <a:buNone/>
              <a:defRPr sz="3200" kern="1200">
                <a:solidFill>
                  <a:schemeClr val="tx1">
                    <a:tint val="75000"/>
                  </a:schemeClr>
                </a:solidFill>
                <a:latin typeface="Open Sans"/>
                <a:ea typeface="+mn-ea"/>
                <a:cs typeface="Open Sans"/>
              </a:defRPr>
            </a:lvl3pPr>
            <a:lvl4pPr marL="3262912" indent="0" algn="ctr" defTabSz="1087636" rtl="0" eaLnBrk="1" latinLnBrk="0" hangingPunct="1">
              <a:lnSpc>
                <a:spcPct val="130000"/>
              </a:lnSpc>
              <a:spcBef>
                <a:spcPct val="20000"/>
              </a:spcBef>
              <a:buFont typeface="Arial"/>
              <a:buNone/>
              <a:defRPr sz="3200" kern="1200">
                <a:solidFill>
                  <a:schemeClr val="tx1">
                    <a:tint val="75000"/>
                  </a:schemeClr>
                </a:solidFill>
                <a:latin typeface="Open Sans"/>
                <a:ea typeface="+mn-ea"/>
                <a:cs typeface="Open Sans"/>
              </a:defRPr>
            </a:lvl4pPr>
            <a:lvl5pPr marL="4350546" indent="0" algn="ctr" defTabSz="1087636" rtl="0" eaLnBrk="1" latinLnBrk="0" hangingPunct="1">
              <a:lnSpc>
                <a:spcPct val="130000"/>
              </a:lnSpc>
              <a:spcBef>
                <a:spcPct val="20000"/>
              </a:spcBef>
              <a:buFont typeface="Arial"/>
              <a:buNone/>
              <a:defRPr sz="3200" kern="1200">
                <a:solidFill>
                  <a:schemeClr val="tx1">
                    <a:tint val="75000"/>
                  </a:schemeClr>
                </a:solidFill>
                <a:latin typeface="Open Sans"/>
                <a:ea typeface="+mn-ea"/>
                <a:cs typeface="Open Sans"/>
              </a:defRPr>
            </a:lvl5pPr>
            <a:lvl6pPr marL="5438184" indent="0" algn="ctr" defTabSz="1087636" rtl="0" eaLnBrk="1" latinLnBrk="0" hangingPunct="1">
              <a:spcBef>
                <a:spcPct val="20000"/>
              </a:spcBef>
              <a:buFont typeface="Arial"/>
              <a:buNone/>
              <a:defRPr sz="4800" kern="1200">
                <a:solidFill>
                  <a:schemeClr val="tx1">
                    <a:tint val="75000"/>
                  </a:schemeClr>
                </a:solidFill>
                <a:latin typeface="+mn-lt"/>
                <a:ea typeface="+mn-ea"/>
                <a:cs typeface="+mn-cs"/>
              </a:defRPr>
            </a:lvl6pPr>
            <a:lvl7pPr marL="6525820" indent="0" algn="ctr" defTabSz="1087636" rtl="0" eaLnBrk="1" latinLnBrk="0" hangingPunct="1">
              <a:spcBef>
                <a:spcPct val="20000"/>
              </a:spcBef>
              <a:buFont typeface="Arial"/>
              <a:buNone/>
              <a:defRPr sz="4800" kern="1200">
                <a:solidFill>
                  <a:schemeClr val="tx1">
                    <a:tint val="75000"/>
                  </a:schemeClr>
                </a:solidFill>
                <a:latin typeface="+mn-lt"/>
                <a:ea typeface="+mn-ea"/>
                <a:cs typeface="+mn-cs"/>
              </a:defRPr>
            </a:lvl7pPr>
            <a:lvl8pPr marL="7613455" indent="0" algn="ctr" defTabSz="1087636" rtl="0" eaLnBrk="1" latinLnBrk="0" hangingPunct="1">
              <a:spcBef>
                <a:spcPct val="20000"/>
              </a:spcBef>
              <a:buFont typeface="Arial"/>
              <a:buNone/>
              <a:defRPr sz="4800" kern="1200">
                <a:solidFill>
                  <a:schemeClr val="tx1">
                    <a:tint val="75000"/>
                  </a:schemeClr>
                </a:solidFill>
                <a:latin typeface="+mn-lt"/>
                <a:ea typeface="+mn-ea"/>
                <a:cs typeface="+mn-cs"/>
              </a:defRPr>
            </a:lvl8pPr>
            <a:lvl9pPr marL="8701091" indent="0" algn="ctr" defTabSz="1087636" rtl="0" eaLnBrk="1" latinLnBrk="0" hangingPunct="1">
              <a:spcBef>
                <a:spcPct val="20000"/>
              </a:spcBef>
              <a:buFont typeface="Arial"/>
              <a:buNone/>
              <a:defRPr sz="4800" kern="1200">
                <a:solidFill>
                  <a:schemeClr val="tx1">
                    <a:tint val="75000"/>
                  </a:schemeClr>
                </a:solidFill>
                <a:latin typeface="+mn-lt"/>
                <a:ea typeface="+mn-ea"/>
                <a:cs typeface="+mn-cs"/>
              </a:defRPr>
            </a:lvl9pPr>
          </a:lstStyle>
          <a:p>
            <a:pPr marR="0" lvl="0" algn="l" defTabSz="914400" fontAlgn="auto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Tx/>
              <a:tabLst/>
              <a:defRPr/>
            </a:pPr>
            <a:r>
              <a:rPr lang="en-US" sz="1600" b="1" dirty="0">
                <a:solidFill>
                  <a:schemeClr val="accent1"/>
                </a:solidFill>
                <a:latin typeface="+mn-lt"/>
                <a:cs typeface="+mn-cs"/>
                <a:sym typeface="Futura"/>
              </a:rPr>
              <a:t>Repeat Finding / Questioned Costs</a:t>
            </a:r>
          </a:p>
          <a:p>
            <a:pPr algn="l">
              <a:lnSpc>
                <a:spcPct val="100000"/>
              </a:lnSpc>
              <a:spcBef>
                <a:spcPts val="0"/>
              </a:spcBef>
              <a:defRPr/>
            </a:pPr>
            <a:r>
              <a:rPr lang="en-US" sz="1400" dirty="0">
                <a:solidFill>
                  <a:schemeClr val="tx1"/>
                </a:solidFill>
                <a:latin typeface="+mn-lt"/>
                <a:ea typeface="Open Sans Light" panose="020B0306030504020204" pitchFamily="34" charset="0"/>
                <a:cs typeface="Open Sans Light" panose="020B0306030504020204" pitchFamily="34" charset="0"/>
              </a:rPr>
              <a:t>Unresolved issues / taxpayer dollar risk</a:t>
            </a:r>
          </a:p>
        </p:txBody>
      </p:sp>
      <p:sp>
        <p:nvSpPr>
          <p:cNvPr id="87" name="Subtitle 2">
            <a:extLst>
              <a:ext uri="{FF2B5EF4-FFF2-40B4-BE49-F238E27FC236}">
                <a16:creationId xmlns:a16="http://schemas.microsoft.com/office/drawing/2014/main" id="{CC14EF17-8EA3-66C4-B599-12E98A0DCA4D}"/>
              </a:ext>
            </a:extLst>
          </p:cNvPr>
          <p:cNvSpPr txBox="1">
            <a:spLocks/>
          </p:cNvSpPr>
          <p:nvPr/>
        </p:nvSpPr>
        <p:spPr>
          <a:xfrm>
            <a:off x="5695950" y="3839413"/>
            <a:ext cx="5181599" cy="698400"/>
          </a:xfrm>
          <a:prstGeom prst="rect">
            <a:avLst/>
          </a:prstGeom>
        </p:spPr>
        <p:txBody>
          <a:bodyPr vert="horz" wrap="square" lIns="0" tIns="0" rIns="0" bIns="0" rtlCol="0" anchor="ctr">
            <a:noAutofit/>
          </a:bodyPr>
          <a:lstStyle>
            <a:lvl1pPr marL="0" indent="0" algn="ctr" defTabSz="1087636" rtl="0" eaLnBrk="1" latinLnBrk="0" hangingPunct="1">
              <a:lnSpc>
                <a:spcPct val="120000"/>
              </a:lnSpc>
              <a:spcBef>
                <a:spcPct val="20000"/>
              </a:spcBef>
              <a:buFont typeface="Arial"/>
              <a:buNone/>
              <a:defRPr sz="2400" kern="1200">
                <a:solidFill>
                  <a:schemeClr val="tx2"/>
                </a:solidFill>
                <a:latin typeface="Open Sans Light"/>
                <a:ea typeface="+mn-ea"/>
                <a:cs typeface="Open Sans Light"/>
              </a:defRPr>
            </a:lvl1pPr>
            <a:lvl2pPr marL="1087636" indent="0" algn="ctr" defTabSz="1087636" rtl="0" eaLnBrk="1" latinLnBrk="0" hangingPunct="1">
              <a:lnSpc>
                <a:spcPct val="130000"/>
              </a:lnSpc>
              <a:spcBef>
                <a:spcPct val="20000"/>
              </a:spcBef>
              <a:buFont typeface="Arial"/>
              <a:buNone/>
              <a:defRPr sz="3200" kern="1200">
                <a:solidFill>
                  <a:schemeClr val="tx1">
                    <a:tint val="75000"/>
                  </a:schemeClr>
                </a:solidFill>
                <a:latin typeface="Open Sans"/>
                <a:ea typeface="+mn-ea"/>
                <a:cs typeface="Open Sans"/>
              </a:defRPr>
            </a:lvl2pPr>
            <a:lvl3pPr marL="2175271" indent="0" algn="ctr" defTabSz="1087636" rtl="0" eaLnBrk="1" latinLnBrk="0" hangingPunct="1">
              <a:lnSpc>
                <a:spcPct val="130000"/>
              </a:lnSpc>
              <a:spcBef>
                <a:spcPct val="20000"/>
              </a:spcBef>
              <a:buFont typeface="Arial"/>
              <a:buNone/>
              <a:defRPr sz="3200" kern="1200">
                <a:solidFill>
                  <a:schemeClr val="tx1">
                    <a:tint val="75000"/>
                  </a:schemeClr>
                </a:solidFill>
                <a:latin typeface="Open Sans"/>
                <a:ea typeface="+mn-ea"/>
                <a:cs typeface="Open Sans"/>
              </a:defRPr>
            </a:lvl3pPr>
            <a:lvl4pPr marL="3262912" indent="0" algn="ctr" defTabSz="1087636" rtl="0" eaLnBrk="1" latinLnBrk="0" hangingPunct="1">
              <a:lnSpc>
                <a:spcPct val="130000"/>
              </a:lnSpc>
              <a:spcBef>
                <a:spcPct val="20000"/>
              </a:spcBef>
              <a:buFont typeface="Arial"/>
              <a:buNone/>
              <a:defRPr sz="3200" kern="1200">
                <a:solidFill>
                  <a:schemeClr val="tx1">
                    <a:tint val="75000"/>
                  </a:schemeClr>
                </a:solidFill>
                <a:latin typeface="Open Sans"/>
                <a:ea typeface="+mn-ea"/>
                <a:cs typeface="Open Sans"/>
              </a:defRPr>
            </a:lvl4pPr>
            <a:lvl5pPr marL="4350546" indent="0" algn="ctr" defTabSz="1087636" rtl="0" eaLnBrk="1" latinLnBrk="0" hangingPunct="1">
              <a:lnSpc>
                <a:spcPct val="130000"/>
              </a:lnSpc>
              <a:spcBef>
                <a:spcPct val="20000"/>
              </a:spcBef>
              <a:buFont typeface="Arial"/>
              <a:buNone/>
              <a:defRPr sz="3200" kern="1200">
                <a:solidFill>
                  <a:schemeClr val="tx1">
                    <a:tint val="75000"/>
                  </a:schemeClr>
                </a:solidFill>
                <a:latin typeface="Open Sans"/>
                <a:ea typeface="+mn-ea"/>
                <a:cs typeface="Open Sans"/>
              </a:defRPr>
            </a:lvl5pPr>
            <a:lvl6pPr marL="5438184" indent="0" algn="ctr" defTabSz="1087636" rtl="0" eaLnBrk="1" latinLnBrk="0" hangingPunct="1">
              <a:spcBef>
                <a:spcPct val="20000"/>
              </a:spcBef>
              <a:buFont typeface="Arial"/>
              <a:buNone/>
              <a:defRPr sz="4800" kern="1200">
                <a:solidFill>
                  <a:schemeClr val="tx1">
                    <a:tint val="75000"/>
                  </a:schemeClr>
                </a:solidFill>
                <a:latin typeface="+mn-lt"/>
                <a:ea typeface="+mn-ea"/>
                <a:cs typeface="+mn-cs"/>
              </a:defRPr>
            </a:lvl6pPr>
            <a:lvl7pPr marL="6525820" indent="0" algn="ctr" defTabSz="1087636" rtl="0" eaLnBrk="1" latinLnBrk="0" hangingPunct="1">
              <a:spcBef>
                <a:spcPct val="20000"/>
              </a:spcBef>
              <a:buFont typeface="Arial"/>
              <a:buNone/>
              <a:defRPr sz="4800" kern="1200">
                <a:solidFill>
                  <a:schemeClr val="tx1">
                    <a:tint val="75000"/>
                  </a:schemeClr>
                </a:solidFill>
                <a:latin typeface="+mn-lt"/>
                <a:ea typeface="+mn-ea"/>
                <a:cs typeface="+mn-cs"/>
              </a:defRPr>
            </a:lvl7pPr>
            <a:lvl8pPr marL="7613455" indent="0" algn="ctr" defTabSz="1087636" rtl="0" eaLnBrk="1" latinLnBrk="0" hangingPunct="1">
              <a:spcBef>
                <a:spcPct val="20000"/>
              </a:spcBef>
              <a:buFont typeface="Arial"/>
              <a:buNone/>
              <a:defRPr sz="4800" kern="1200">
                <a:solidFill>
                  <a:schemeClr val="tx1">
                    <a:tint val="75000"/>
                  </a:schemeClr>
                </a:solidFill>
                <a:latin typeface="+mn-lt"/>
                <a:ea typeface="+mn-ea"/>
                <a:cs typeface="+mn-cs"/>
              </a:defRPr>
            </a:lvl8pPr>
            <a:lvl9pPr marL="8701091" indent="0" algn="ctr" defTabSz="1087636" rtl="0" eaLnBrk="1" latinLnBrk="0" hangingPunct="1">
              <a:spcBef>
                <a:spcPct val="20000"/>
              </a:spcBef>
              <a:buFont typeface="Arial"/>
              <a:buNone/>
              <a:defRPr sz="4800" kern="1200">
                <a:solidFill>
                  <a:schemeClr val="tx1">
                    <a:tint val="75000"/>
                  </a:schemeClr>
                </a:solidFill>
                <a:latin typeface="+mn-lt"/>
                <a:ea typeface="+mn-ea"/>
                <a:cs typeface="+mn-cs"/>
              </a:defRPr>
            </a:lvl9pPr>
          </a:lstStyle>
          <a:p>
            <a:pPr marR="0" lvl="0" algn="l" defTabSz="914400" fontAlgn="auto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Tx/>
              <a:tabLst/>
              <a:defRPr/>
            </a:pPr>
            <a:r>
              <a:rPr lang="en-US" sz="1600" b="1" dirty="0">
                <a:solidFill>
                  <a:schemeClr val="accent1"/>
                </a:solidFill>
                <a:latin typeface="+mn-lt"/>
                <a:cs typeface="+mn-cs"/>
                <a:sym typeface="Futura"/>
              </a:rPr>
              <a:t>Sig. Deficiency / Modified Opinion</a:t>
            </a:r>
          </a:p>
          <a:p>
            <a:pPr algn="l">
              <a:lnSpc>
                <a:spcPct val="100000"/>
              </a:lnSpc>
              <a:spcBef>
                <a:spcPts val="0"/>
              </a:spcBef>
              <a:defRPr/>
            </a:pPr>
            <a:r>
              <a:rPr lang="en-US" sz="1400" dirty="0">
                <a:solidFill>
                  <a:schemeClr val="tx1"/>
                </a:solidFill>
                <a:latin typeface="+mn-lt"/>
                <a:ea typeface="Open Sans Light" panose="020B0306030504020204" pitchFamily="34" charset="0"/>
                <a:cs typeface="Open Sans Light" panose="020B0306030504020204" pitchFamily="34" charset="0"/>
              </a:rPr>
              <a:t>Merits governance attention</a:t>
            </a:r>
          </a:p>
        </p:txBody>
      </p:sp>
      <p:sp>
        <p:nvSpPr>
          <p:cNvPr id="88" name="Subtitle 2">
            <a:extLst>
              <a:ext uri="{FF2B5EF4-FFF2-40B4-BE49-F238E27FC236}">
                <a16:creationId xmlns:a16="http://schemas.microsoft.com/office/drawing/2014/main" id="{1FD35EFC-67E8-2B55-48A2-84B24E2B2779}"/>
              </a:ext>
            </a:extLst>
          </p:cNvPr>
          <p:cNvSpPr txBox="1">
            <a:spLocks/>
          </p:cNvSpPr>
          <p:nvPr/>
        </p:nvSpPr>
        <p:spPr>
          <a:xfrm>
            <a:off x="5695950" y="4598692"/>
            <a:ext cx="5181599" cy="698400"/>
          </a:xfrm>
          <a:prstGeom prst="rect">
            <a:avLst/>
          </a:prstGeom>
        </p:spPr>
        <p:txBody>
          <a:bodyPr vert="horz" wrap="square" lIns="0" tIns="0" rIns="0" bIns="0" rtlCol="0" anchor="ctr">
            <a:noAutofit/>
          </a:bodyPr>
          <a:lstStyle>
            <a:lvl1pPr marL="0" indent="0" algn="ctr" defTabSz="1087636" rtl="0" eaLnBrk="1" latinLnBrk="0" hangingPunct="1">
              <a:lnSpc>
                <a:spcPct val="120000"/>
              </a:lnSpc>
              <a:spcBef>
                <a:spcPct val="20000"/>
              </a:spcBef>
              <a:buFont typeface="Arial"/>
              <a:buNone/>
              <a:defRPr sz="2400" kern="1200">
                <a:solidFill>
                  <a:schemeClr val="tx2"/>
                </a:solidFill>
                <a:latin typeface="Open Sans Light"/>
                <a:ea typeface="+mn-ea"/>
                <a:cs typeface="Open Sans Light"/>
              </a:defRPr>
            </a:lvl1pPr>
            <a:lvl2pPr marL="1087636" indent="0" algn="ctr" defTabSz="1087636" rtl="0" eaLnBrk="1" latinLnBrk="0" hangingPunct="1">
              <a:lnSpc>
                <a:spcPct val="130000"/>
              </a:lnSpc>
              <a:spcBef>
                <a:spcPct val="20000"/>
              </a:spcBef>
              <a:buFont typeface="Arial"/>
              <a:buNone/>
              <a:defRPr sz="3200" kern="1200">
                <a:solidFill>
                  <a:schemeClr val="tx1">
                    <a:tint val="75000"/>
                  </a:schemeClr>
                </a:solidFill>
                <a:latin typeface="Open Sans"/>
                <a:ea typeface="+mn-ea"/>
                <a:cs typeface="Open Sans"/>
              </a:defRPr>
            </a:lvl2pPr>
            <a:lvl3pPr marL="2175271" indent="0" algn="ctr" defTabSz="1087636" rtl="0" eaLnBrk="1" latinLnBrk="0" hangingPunct="1">
              <a:lnSpc>
                <a:spcPct val="130000"/>
              </a:lnSpc>
              <a:spcBef>
                <a:spcPct val="20000"/>
              </a:spcBef>
              <a:buFont typeface="Arial"/>
              <a:buNone/>
              <a:defRPr sz="3200" kern="1200">
                <a:solidFill>
                  <a:schemeClr val="tx1">
                    <a:tint val="75000"/>
                  </a:schemeClr>
                </a:solidFill>
                <a:latin typeface="Open Sans"/>
                <a:ea typeface="+mn-ea"/>
                <a:cs typeface="Open Sans"/>
              </a:defRPr>
            </a:lvl3pPr>
            <a:lvl4pPr marL="3262912" indent="0" algn="ctr" defTabSz="1087636" rtl="0" eaLnBrk="1" latinLnBrk="0" hangingPunct="1">
              <a:lnSpc>
                <a:spcPct val="130000"/>
              </a:lnSpc>
              <a:spcBef>
                <a:spcPct val="20000"/>
              </a:spcBef>
              <a:buFont typeface="Arial"/>
              <a:buNone/>
              <a:defRPr sz="3200" kern="1200">
                <a:solidFill>
                  <a:schemeClr val="tx1">
                    <a:tint val="75000"/>
                  </a:schemeClr>
                </a:solidFill>
                <a:latin typeface="Open Sans"/>
                <a:ea typeface="+mn-ea"/>
                <a:cs typeface="Open Sans"/>
              </a:defRPr>
            </a:lvl4pPr>
            <a:lvl5pPr marL="4350546" indent="0" algn="ctr" defTabSz="1087636" rtl="0" eaLnBrk="1" latinLnBrk="0" hangingPunct="1">
              <a:lnSpc>
                <a:spcPct val="130000"/>
              </a:lnSpc>
              <a:spcBef>
                <a:spcPct val="20000"/>
              </a:spcBef>
              <a:buFont typeface="Arial"/>
              <a:buNone/>
              <a:defRPr sz="3200" kern="1200">
                <a:solidFill>
                  <a:schemeClr val="tx1">
                    <a:tint val="75000"/>
                  </a:schemeClr>
                </a:solidFill>
                <a:latin typeface="Open Sans"/>
                <a:ea typeface="+mn-ea"/>
                <a:cs typeface="Open Sans"/>
              </a:defRPr>
            </a:lvl5pPr>
            <a:lvl6pPr marL="5438184" indent="0" algn="ctr" defTabSz="1087636" rtl="0" eaLnBrk="1" latinLnBrk="0" hangingPunct="1">
              <a:spcBef>
                <a:spcPct val="20000"/>
              </a:spcBef>
              <a:buFont typeface="Arial"/>
              <a:buNone/>
              <a:defRPr sz="4800" kern="1200">
                <a:solidFill>
                  <a:schemeClr val="tx1">
                    <a:tint val="75000"/>
                  </a:schemeClr>
                </a:solidFill>
                <a:latin typeface="+mn-lt"/>
                <a:ea typeface="+mn-ea"/>
                <a:cs typeface="+mn-cs"/>
              </a:defRPr>
            </a:lvl6pPr>
            <a:lvl7pPr marL="6525820" indent="0" algn="ctr" defTabSz="1087636" rtl="0" eaLnBrk="1" latinLnBrk="0" hangingPunct="1">
              <a:spcBef>
                <a:spcPct val="20000"/>
              </a:spcBef>
              <a:buFont typeface="Arial"/>
              <a:buNone/>
              <a:defRPr sz="4800" kern="1200">
                <a:solidFill>
                  <a:schemeClr val="tx1">
                    <a:tint val="75000"/>
                  </a:schemeClr>
                </a:solidFill>
                <a:latin typeface="+mn-lt"/>
                <a:ea typeface="+mn-ea"/>
                <a:cs typeface="+mn-cs"/>
              </a:defRPr>
            </a:lvl7pPr>
            <a:lvl8pPr marL="7613455" indent="0" algn="ctr" defTabSz="1087636" rtl="0" eaLnBrk="1" latinLnBrk="0" hangingPunct="1">
              <a:spcBef>
                <a:spcPct val="20000"/>
              </a:spcBef>
              <a:buFont typeface="Arial"/>
              <a:buNone/>
              <a:defRPr sz="4800" kern="1200">
                <a:solidFill>
                  <a:schemeClr val="tx1">
                    <a:tint val="75000"/>
                  </a:schemeClr>
                </a:solidFill>
                <a:latin typeface="+mn-lt"/>
                <a:ea typeface="+mn-ea"/>
                <a:cs typeface="+mn-cs"/>
              </a:defRPr>
            </a:lvl8pPr>
            <a:lvl9pPr marL="8701091" indent="0" algn="ctr" defTabSz="1087636" rtl="0" eaLnBrk="1" latinLnBrk="0" hangingPunct="1">
              <a:spcBef>
                <a:spcPct val="20000"/>
              </a:spcBef>
              <a:buFont typeface="Arial"/>
              <a:buNone/>
              <a:defRPr sz="4800" kern="1200">
                <a:solidFill>
                  <a:schemeClr val="tx1">
                    <a:tint val="75000"/>
                  </a:schemeClr>
                </a:solidFill>
                <a:latin typeface="+mn-lt"/>
                <a:ea typeface="+mn-ea"/>
                <a:cs typeface="+mn-cs"/>
              </a:defRPr>
            </a:lvl9pPr>
          </a:lstStyle>
          <a:p>
            <a:pPr marR="0" lvl="0" algn="l" defTabSz="914400" fontAlgn="auto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Tx/>
              <a:tabLst/>
              <a:defRPr/>
            </a:pPr>
            <a:r>
              <a:rPr lang="en-US" sz="1600" b="1" dirty="0">
                <a:solidFill>
                  <a:schemeClr val="accent1"/>
                </a:solidFill>
                <a:latin typeface="+mn-lt"/>
                <a:cs typeface="+mn-cs"/>
                <a:sym typeface="Futura"/>
              </a:rPr>
              <a:t>Control Deficiency / Noncompliance</a:t>
            </a:r>
          </a:p>
          <a:p>
            <a:pPr algn="l">
              <a:lnSpc>
                <a:spcPct val="100000"/>
              </a:lnSpc>
              <a:spcBef>
                <a:spcPts val="0"/>
              </a:spcBef>
              <a:defRPr/>
            </a:pPr>
            <a:r>
              <a:rPr lang="en-US" sz="1400" dirty="0">
                <a:solidFill>
                  <a:schemeClr val="tx1"/>
                </a:solidFill>
                <a:latin typeface="+mn-lt"/>
                <a:ea typeface="Open Sans Light" panose="020B0306030504020204" pitchFamily="34" charset="0"/>
                <a:cs typeface="Open Sans Light" panose="020B0306030504020204" pitchFamily="34" charset="0"/>
              </a:rPr>
              <a:t>Minor control or regulatory issues</a:t>
            </a:r>
          </a:p>
        </p:txBody>
      </p:sp>
      <p:sp>
        <p:nvSpPr>
          <p:cNvPr id="89" name="Subtitle 2">
            <a:extLst>
              <a:ext uri="{FF2B5EF4-FFF2-40B4-BE49-F238E27FC236}">
                <a16:creationId xmlns:a16="http://schemas.microsoft.com/office/drawing/2014/main" id="{BC07A9D9-838B-4014-D9B1-C94184728F4D}"/>
              </a:ext>
            </a:extLst>
          </p:cNvPr>
          <p:cNvSpPr txBox="1">
            <a:spLocks/>
          </p:cNvSpPr>
          <p:nvPr/>
        </p:nvSpPr>
        <p:spPr>
          <a:xfrm>
            <a:off x="5695950" y="5359500"/>
            <a:ext cx="5181599" cy="698400"/>
          </a:xfrm>
          <a:prstGeom prst="rect">
            <a:avLst/>
          </a:prstGeom>
        </p:spPr>
        <p:txBody>
          <a:bodyPr vert="horz" wrap="square" lIns="0" tIns="0" rIns="0" bIns="0" rtlCol="0" anchor="ctr">
            <a:noAutofit/>
          </a:bodyPr>
          <a:lstStyle>
            <a:lvl1pPr marL="0" indent="0" algn="ctr" defTabSz="1087636" rtl="0" eaLnBrk="1" latinLnBrk="0" hangingPunct="1">
              <a:lnSpc>
                <a:spcPct val="120000"/>
              </a:lnSpc>
              <a:spcBef>
                <a:spcPct val="20000"/>
              </a:spcBef>
              <a:buFont typeface="Arial"/>
              <a:buNone/>
              <a:defRPr sz="2400" kern="1200">
                <a:solidFill>
                  <a:schemeClr val="tx2"/>
                </a:solidFill>
                <a:latin typeface="Open Sans Light"/>
                <a:ea typeface="+mn-ea"/>
                <a:cs typeface="Open Sans Light"/>
              </a:defRPr>
            </a:lvl1pPr>
            <a:lvl2pPr marL="1087636" indent="0" algn="ctr" defTabSz="1087636" rtl="0" eaLnBrk="1" latinLnBrk="0" hangingPunct="1">
              <a:lnSpc>
                <a:spcPct val="130000"/>
              </a:lnSpc>
              <a:spcBef>
                <a:spcPct val="20000"/>
              </a:spcBef>
              <a:buFont typeface="Arial"/>
              <a:buNone/>
              <a:defRPr sz="3200" kern="1200">
                <a:solidFill>
                  <a:schemeClr val="tx1">
                    <a:tint val="75000"/>
                  </a:schemeClr>
                </a:solidFill>
                <a:latin typeface="Open Sans"/>
                <a:ea typeface="+mn-ea"/>
                <a:cs typeface="Open Sans"/>
              </a:defRPr>
            </a:lvl2pPr>
            <a:lvl3pPr marL="2175271" indent="0" algn="ctr" defTabSz="1087636" rtl="0" eaLnBrk="1" latinLnBrk="0" hangingPunct="1">
              <a:lnSpc>
                <a:spcPct val="130000"/>
              </a:lnSpc>
              <a:spcBef>
                <a:spcPct val="20000"/>
              </a:spcBef>
              <a:buFont typeface="Arial"/>
              <a:buNone/>
              <a:defRPr sz="3200" kern="1200">
                <a:solidFill>
                  <a:schemeClr val="tx1">
                    <a:tint val="75000"/>
                  </a:schemeClr>
                </a:solidFill>
                <a:latin typeface="Open Sans"/>
                <a:ea typeface="+mn-ea"/>
                <a:cs typeface="Open Sans"/>
              </a:defRPr>
            </a:lvl3pPr>
            <a:lvl4pPr marL="3262912" indent="0" algn="ctr" defTabSz="1087636" rtl="0" eaLnBrk="1" latinLnBrk="0" hangingPunct="1">
              <a:lnSpc>
                <a:spcPct val="130000"/>
              </a:lnSpc>
              <a:spcBef>
                <a:spcPct val="20000"/>
              </a:spcBef>
              <a:buFont typeface="Arial"/>
              <a:buNone/>
              <a:defRPr sz="3200" kern="1200">
                <a:solidFill>
                  <a:schemeClr val="tx1">
                    <a:tint val="75000"/>
                  </a:schemeClr>
                </a:solidFill>
                <a:latin typeface="Open Sans"/>
                <a:ea typeface="+mn-ea"/>
                <a:cs typeface="Open Sans"/>
              </a:defRPr>
            </a:lvl4pPr>
            <a:lvl5pPr marL="4350546" indent="0" algn="ctr" defTabSz="1087636" rtl="0" eaLnBrk="1" latinLnBrk="0" hangingPunct="1">
              <a:lnSpc>
                <a:spcPct val="130000"/>
              </a:lnSpc>
              <a:spcBef>
                <a:spcPct val="20000"/>
              </a:spcBef>
              <a:buFont typeface="Arial"/>
              <a:buNone/>
              <a:defRPr sz="3200" kern="1200">
                <a:solidFill>
                  <a:schemeClr val="tx1">
                    <a:tint val="75000"/>
                  </a:schemeClr>
                </a:solidFill>
                <a:latin typeface="Open Sans"/>
                <a:ea typeface="+mn-ea"/>
                <a:cs typeface="Open Sans"/>
              </a:defRPr>
            </a:lvl5pPr>
            <a:lvl6pPr marL="5438184" indent="0" algn="ctr" defTabSz="1087636" rtl="0" eaLnBrk="1" latinLnBrk="0" hangingPunct="1">
              <a:spcBef>
                <a:spcPct val="20000"/>
              </a:spcBef>
              <a:buFont typeface="Arial"/>
              <a:buNone/>
              <a:defRPr sz="4800" kern="1200">
                <a:solidFill>
                  <a:schemeClr val="tx1">
                    <a:tint val="75000"/>
                  </a:schemeClr>
                </a:solidFill>
                <a:latin typeface="+mn-lt"/>
                <a:ea typeface="+mn-ea"/>
                <a:cs typeface="+mn-cs"/>
              </a:defRPr>
            </a:lvl6pPr>
            <a:lvl7pPr marL="6525820" indent="0" algn="ctr" defTabSz="1087636" rtl="0" eaLnBrk="1" latinLnBrk="0" hangingPunct="1">
              <a:spcBef>
                <a:spcPct val="20000"/>
              </a:spcBef>
              <a:buFont typeface="Arial"/>
              <a:buNone/>
              <a:defRPr sz="4800" kern="1200">
                <a:solidFill>
                  <a:schemeClr val="tx1">
                    <a:tint val="75000"/>
                  </a:schemeClr>
                </a:solidFill>
                <a:latin typeface="+mn-lt"/>
                <a:ea typeface="+mn-ea"/>
                <a:cs typeface="+mn-cs"/>
              </a:defRPr>
            </a:lvl7pPr>
            <a:lvl8pPr marL="7613455" indent="0" algn="ctr" defTabSz="1087636" rtl="0" eaLnBrk="1" latinLnBrk="0" hangingPunct="1">
              <a:spcBef>
                <a:spcPct val="20000"/>
              </a:spcBef>
              <a:buFont typeface="Arial"/>
              <a:buNone/>
              <a:defRPr sz="4800" kern="1200">
                <a:solidFill>
                  <a:schemeClr val="tx1">
                    <a:tint val="75000"/>
                  </a:schemeClr>
                </a:solidFill>
                <a:latin typeface="+mn-lt"/>
                <a:ea typeface="+mn-ea"/>
                <a:cs typeface="+mn-cs"/>
              </a:defRPr>
            </a:lvl8pPr>
            <a:lvl9pPr marL="8701091" indent="0" algn="ctr" defTabSz="1087636" rtl="0" eaLnBrk="1" latinLnBrk="0" hangingPunct="1">
              <a:spcBef>
                <a:spcPct val="20000"/>
              </a:spcBef>
              <a:buFont typeface="Arial"/>
              <a:buNone/>
              <a:defRPr sz="4800" kern="1200">
                <a:solidFill>
                  <a:schemeClr val="tx1">
                    <a:tint val="75000"/>
                  </a:schemeClr>
                </a:solidFill>
                <a:latin typeface="+mn-lt"/>
                <a:ea typeface="+mn-ea"/>
                <a:cs typeface="+mn-cs"/>
              </a:defRPr>
            </a:lvl9pPr>
          </a:lstStyle>
          <a:p>
            <a:pPr marR="0" lvl="0" algn="l" defTabSz="914400" fontAlgn="auto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Tx/>
              <a:tabLst/>
              <a:defRPr/>
            </a:pPr>
            <a:r>
              <a:rPr lang="en-US" sz="1600" b="1" dirty="0">
                <a:solidFill>
                  <a:schemeClr val="accent1"/>
                </a:solidFill>
                <a:latin typeface="+mn-lt"/>
                <a:cs typeface="+mn-cs"/>
                <a:sym typeface="Futura"/>
              </a:rPr>
              <a:t>Other Findings / Other Matters</a:t>
            </a:r>
          </a:p>
          <a:p>
            <a:pPr algn="l">
              <a:lnSpc>
                <a:spcPct val="100000"/>
              </a:lnSpc>
              <a:spcBef>
                <a:spcPts val="0"/>
              </a:spcBef>
              <a:defRPr/>
            </a:pPr>
            <a:r>
              <a:rPr lang="en-US" sz="1400" dirty="0">
                <a:solidFill>
                  <a:schemeClr val="tx1"/>
                </a:solidFill>
                <a:latin typeface="+mn-lt"/>
                <a:ea typeface="Open Sans Light" panose="020B0306030504020204" pitchFamily="34" charset="0"/>
                <a:cs typeface="Open Sans Light" panose="020B0306030504020204" pitchFamily="34" charset="0"/>
              </a:rPr>
              <a:t>Auditor observations</a:t>
            </a:r>
          </a:p>
        </p:txBody>
      </p:sp>
    </p:spTree>
    <p:extLst>
      <p:ext uri="{BB962C8B-B14F-4D97-AF65-F5344CB8AC3E}">
        <p14:creationId xmlns:p14="http://schemas.microsoft.com/office/powerpoint/2010/main" val="1767422376"/>
      </p:ext>
    </p:extLst>
  </p:cSld>
  <p:clrMapOvr>
    <a:masterClrMapping/>
  </p:clrMapOvr>
</p:sld>
</file>

<file path=ppt/slides/slide16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A407DFAB-2A45-0FE6-ADB8-B30A7D146247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 vert="horz" rIns="0">
            <a:spAutoFit/>
          </a:bodyPr>
          <a:lstStyle/>
          <a:p>
            <a:r>
              <a:rPr lang="en-US" altLang="ko-KR" dirty="0"/>
              <a:t>Pyramid with nested layers I</a:t>
            </a:r>
            <a:endParaRPr lang="en-US" dirty="0"/>
          </a:p>
        </p:txBody>
      </p:sp>
      <p:cxnSp>
        <p:nvCxnSpPr>
          <p:cNvPr id="16" name="Straight Connector 15">
            <a:extLst>
              <a:ext uri="{FF2B5EF4-FFF2-40B4-BE49-F238E27FC236}">
                <a16:creationId xmlns:a16="http://schemas.microsoft.com/office/drawing/2014/main" id="{D37DCF87-6425-9A47-4B94-5439AF4C0782}"/>
              </a:ext>
            </a:extLst>
          </p:cNvPr>
          <p:cNvCxnSpPr>
            <a:cxnSpLocks/>
          </p:cNvCxnSpPr>
          <p:nvPr/>
        </p:nvCxnSpPr>
        <p:spPr bwMode="gray">
          <a:xfrm>
            <a:off x="407988" y="2690774"/>
            <a:ext cx="11412000" cy="0"/>
          </a:xfrm>
          <a:prstGeom prst="line">
            <a:avLst/>
          </a:prstGeom>
          <a:ln w="9525">
            <a:solidFill>
              <a:schemeClr val="bg2">
                <a:lumMod val="90000"/>
              </a:schemeClr>
            </a:solidFill>
            <a:prstDash val="solid"/>
            <a:tailEnd type="none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17" name="Straight Connector 16">
            <a:extLst>
              <a:ext uri="{FF2B5EF4-FFF2-40B4-BE49-F238E27FC236}">
                <a16:creationId xmlns:a16="http://schemas.microsoft.com/office/drawing/2014/main" id="{0D6193D9-6C2F-1CE9-99CD-54D33E58326A}"/>
              </a:ext>
            </a:extLst>
          </p:cNvPr>
          <p:cNvCxnSpPr>
            <a:cxnSpLocks/>
          </p:cNvCxnSpPr>
          <p:nvPr/>
        </p:nvCxnSpPr>
        <p:spPr bwMode="gray">
          <a:xfrm>
            <a:off x="407988" y="3831183"/>
            <a:ext cx="11412000" cy="0"/>
          </a:xfrm>
          <a:prstGeom prst="line">
            <a:avLst/>
          </a:prstGeom>
          <a:ln w="9525">
            <a:solidFill>
              <a:schemeClr val="bg2">
                <a:lumMod val="90000"/>
              </a:schemeClr>
            </a:solidFill>
            <a:prstDash val="solid"/>
            <a:tailEnd type="none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18" name="Straight Connector 17">
            <a:extLst>
              <a:ext uri="{FF2B5EF4-FFF2-40B4-BE49-F238E27FC236}">
                <a16:creationId xmlns:a16="http://schemas.microsoft.com/office/drawing/2014/main" id="{9A925C83-819B-AF33-2273-07F49D25CCBB}"/>
              </a:ext>
            </a:extLst>
          </p:cNvPr>
          <p:cNvCxnSpPr>
            <a:cxnSpLocks/>
          </p:cNvCxnSpPr>
          <p:nvPr/>
        </p:nvCxnSpPr>
        <p:spPr bwMode="gray">
          <a:xfrm>
            <a:off x="407988" y="4971590"/>
            <a:ext cx="11412000" cy="0"/>
          </a:xfrm>
          <a:prstGeom prst="line">
            <a:avLst/>
          </a:prstGeom>
          <a:ln w="9525">
            <a:solidFill>
              <a:schemeClr val="bg2">
                <a:lumMod val="90000"/>
              </a:schemeClr>
            </a:solidFill>
            <a:prstDash val="solid"/>
            <a:tailEnd type="none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sp>
        <p:nvSpPr>
          <p:cNvPr id="20" name="Textplatzhalter 9">
            <a:extLst>
              <a:ext uri="{FF2B5EF4-FFF2-40B4-BE49-F238E27FC236}">
                <a16:creationId xmlns:a16="http://schemas.microsoft.com/office/drawing/2014/main" id="{21E4B285-0F5E-4B67-563E-90EA47635661}"/>
              </a:ext>
            </a:extLst>
          </p:cNvPr>
          <p:cNvSpPr txBox="1">
            <a:spLocks/>
          </p:cNvSpPr>
          <p:nvPr/>
        </p:nvSpPr>
        <p:spPr bwMode="gray">
          <a:xfrm>
            <a:off x="407988" y="3881679"/>
            <a:ext cx="2873692" cy="1040400"/>
          </a:xfrm>
          <a:prstGeom prst="rect">
            <a:avLst/>
          </a:prstGeom>
          <a:noFill/>
          <a:ln w="6350">
            <a:noFill/>
          </a:ln>
        </p:spPr>
        <p:txBody>
          <a:bodyPr vert="horz" wrap="square" lIns="0" tIns="0" rIns="0" bIns="0" rtlCol="0" anchor="ctr">
            <a:noAutofit/>
          </a:bodyPr>
          <a:lstStyle>
            <a:lvl1pPr marL="0" indent="0" algn="l" defTabSz="914400" rtl="0" eaLnBrk="1" latinLnBrk="0" hangingPunct="1">
              <a:spcBef>
                <a:spcPts val="600"/>
              </a:spcBef>
              <a:buClr>
                <a:schemeClr val="tx1"/>
              </a:buClr>
              <a:buFont typeface="Arial" panose="020B0604020202020204" pitchFamily="34" charset="0"/>
              <a:buNone/>
              <a:defRPr sz="1200" kern="1200">
                <a:solidFill>
                  <a:schemeClr val="tx1"/>
                </a:solidFill>
                <a:latin typeface="+mn-lt"/>
                <a:ea typeface="+mn-ea"/>
                <a:cs typeface="+mn-cs"/>
                <a:sym typeface="Futura"/>
              </a:defRPr>
            </a:lvl1pPr>
            <a:lvl2pPr marL="180975" indent="-180975" algn="l" defTabSz="914400" rtl="0" eaLnBrk="1" latinLnBrk="0" hangingPunct="1">
              <a:spcBef>
                <a:spcPts val="600"/>
              </a:spcBef>
              <a:buClr>
                <a:schemeClr val="tx1"/>
              </a:buClr>
              <a:buFont typeface="Arial" panose="020B0604020202020204" pitchFamily="34" charset="0"/>
              <a:buChar char="•"/>
              <a:defRPr sz="1200" kern="1200">
                <a:solidFill>
                  <a:schemeClr val="tx1"/>
                </a:solidFill>
                <a:latin typeface="+mn-lt"/>
                <a:ea typeface="+mn-ea"/>
                <a:cs typeface="+mn-cs"/>
                <a:sym typeface="Futura"/>
              </a:defRPr>
            </a:lvl2pPr>
            <a:lvl3pPr marL="360000" indent="-180975" algn="l" defTabSz="914400" rtl="0" eaLnBrk="1" latinLnBrk="0" hangingPunct="1">
              <a:spcBef>
                <a:spcPts val="600"/>
              </a:spcBef>
              <a:buClr>
                <a:schemeClr val="tx1"/>
              </a:buClr>
              <a:buFont typeface="Arial" panose="020B0604020202020204" pitchFamily="34" charset="0"/>
              <a:buChar char="•"/>
              <a:defRPr sz="1200" kern="1200">
                <a:solidFill>
                  <a:schemeClr val="tx1"/>
                </a:solidFill>
                <a:latin typeface="+mn-lt"/>
                <a:ea typeface="+mn-ea"/>
                <a:cs typeface="+mn-cs"/>
                <a:sym typeface="Futura"/>
              </a:defRPr>
            </a:lvl3pPr>
            <a:lvl4pPr marL="541338" indent="-179388" algn="l" defTabSz="914400" rtl="0" eaLnBrk="1" latinLnBrk="0" hangingPunct="1">
              <a:spcBef>
                <a:spcPts val="600"/>
              </a:spcBef>
              <a:buClr>
                <a:schemeClr val="tx1"/>
              </a:buClr>
              <a:buFont typeface="Arial" panose="020B0604020202020204" pitchFamily="34" charset="0"/>
              <a:buChar char="•"/>
              <a:tabLst/>
              <a:defRPr sz="1200" kern="1200">
                <a:solidFill>
                  <a:schemeClr val="tx1"/>
                </a:solidFill>
                <a:latin typeface="+mn-lt"/>
                <a:ea typeface="+mn-ea"/>
                <a:cs typeface="+mn-cs"/>
                <a:sym typeface="Futura"/>
              </a:defRPr>
            </a:lvl4pPr>
            <a:lvl5pPr marL="720000" indent="-180975" algn="l" defTabSz="914400" rtl="0" eaLnBrk="1" latinLnBrk="0" hangingPunct="1">
              <a:spcBef>
                <a:spcPts val="600"/>
              </a:spcBef>
              <a:buClr>
                <a:schemeClr val="tx1"/>
              </a:buClr>
              <a:buFont typeface="Arial" panose="020B0604020202020204" pitchFamily="34" charset="0"/>
              <a:buChar char="•"/>
              <a:defRPr sz="1200" kern="1200">
                <a:solidFill>
                  <a:schemeClr val="tx1"/>
                </a:solidFill>
                <a:latin typeface="+mn-lt"/>
                <a:ea typeface="+mn-ea"/>
                <a:cs typeface="+mn-cs"/>
                <a:sym typeface="Futura"/>
              </a:defRPr>
            </a:lvl5pPr>
            <a:lvl6pPr marL="2514600" indent="-228600" algn="l" defTabSz="914400" rtl="0" eaLnBrk="1" latinLnBrk="0" hangingPunct="1">
              <a:spcBef>
                <a:spcPct val="20000"/>
              </a:spcBef>
              <a:buFont typeface="Arial" panose="020B0604020202020204" pitchFamily="34" charset="0"/>
              <a:buChar char="•"/>
              <a:defRPr sz="20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6pPr>
            <a:lvl7pPr marL="2971800" indent="-228600" algn="l" defTabSz="914400" rtl="0" eaLnBrk="1" latinLnBrk="0" hangingPunct="1">
              <a:spcBef>
                <a:spcPct val="20000"/>
              </a:spcBef>
              <a:buFont typeface="Arial" panose="020B0604020202020204" pitchFamily="34" charset="0"/>
              <a:buChar char="•"/>
              <a:defRPr sz="20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7pPr>
            <a:lvl8pPr marL="3429000" indent="-228600" algn="l" defTabSz="914400" rtl="0" eaLnBrk="1" latinLnBrk="0" hangingPunct="1">
              <a:spcBef>
                <a:spcPct val="20000"/>
              </a:spcBef>
              <a:buFont typeface="Arial" panose="020B0604020202020204" pitchFamily="34" charset="0"/>
              <a:buChar char="•"/>
              <a:defRPr sz="20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8pPr>
            <a:lvl9pPr marL="3886200" indent="-228600" algn="l" defTabSz="914400" rtl="0" eaLnBrk="1" latinLnBrk="0" hangingPunct="1">
              <a:spcBef>
                <a:spcPct val="20000"/>
              </a:spcBef>
              <a:buFont typeface="Arial" panose="020B0604020202020204" pitchFamily="34" charset="0"/>
              <a:buChar char="•"/>
              <a:defRPr sz="20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9pPr>
          </a:lstStyle>
          <a:p>
            <a:pPr>
              <a:spcBef>
                <a:spcPts val="0"/>
              </a:spcBef>
              <a:buClr>
                <a:srgbClr val="000000"/>
              </a:buClr>
            </a:pPr>
            <a:r>
              <a:rPr lang="en-US" sz="1800" dirty="0"/>
              <a:t>Sample text</a:t>
            </a:r>
          </a:p>
        </p:txBody>
      </p:sp>
      <p:sp>
        <p:nvSpPr>
          <p:cNvPr id="21" name="Textplatzhalter 9">
            <a:extLst>
              <a:ext uri="{FF2B5EF4-FFF2-40B4-BE49-F238E27FC236}">
                <a16:creationId xmlns:a16="http://schemas.microsoft.com/office/drawing/2014/main" id="{1C733483-E818-E5FD-0528-067C7E1A4B0C}"/>
              </a:ext>
            </a:extLst>
          </p:cNvPr>
          <p:cNvSpPr txBox="1">
            <a:spLocks/>
          </p:cNvSpPr>
          <p:nvPr/>
        </p:nvSpPr>
        <p:spPr bwMode="gray">
          <a:xfrm>
            <a:off x="407988" y="2741270"/>
            <a:ext cx="2873692" cy="1040400"/>
          </a:xfrm>
          <a:prstGeom prst="rect">
            <a:avLst/>
          </a:prstGeom>
          <a:noFill/>
          <a:ln w="6350">
            <a:noFill/>
          </a:ln>
        </p:spPr>
        <p:txBody>
          <a:bodyPr vert="horz" wrap="square" lIns="0" tIns="0" rIns="0" bIns="0" rtlCol="0" anchor="ctr">
            <a:noAutofit/>
          </a:bodyPr>
          <a:lstStyle>
            <a:lvl1pPr marL="0" indent="0" algn="l" defTabSz="914400" rtl="0" eaLnBrk="1" latinLnBrk="0" hangingPunct="1">
              <a:spcBef>
                <a:spcPts val="600"/>
              </a:spcBef>
              <a:buClr>
                <a:schemeClr val="tx1"/>
              </a:buClr>
              <a:buFont typeface="Arial" panose="020B0604020202020204" pitchFamily="34" charset="0"/>
              <a:buNone/>
              <a:defRPr sz="1200" kern="1200">
                <a:solidFill>
                  <a:schemeClr val="tx1"/>
                </a:solidFill>
                <a:latin typeface="+mn-lt"/>
                <a:ea typeface="+mn-ea"/>
                <a:cs typeface="+mn-cs"/>
                <a:sym typeface="Futura"/>
              </a:defRPr>
            </a:lvl1pPr>
            <a:lvl2pPr marL="180975" indent="-180975" algn="l" defTabSz="914400" rtl="0" eaLnBrk="1" latinLnBrk="0" hangingPunct="1">
              <a:spcBef>
                <a:spcPts val="600"/>
              </a:spcBef>
              <a:buClr>
                <a:schemeClr val="tx1"/>
              </a:buClr>
              <a:buFont typeface="Arial" panose="020B0604020202020204" pitchFamily="34" charset="0"/>
              <a:buChar char="•"/>
              <a:defRPr sz="1200" kern="1200">
                <a:solidFill>
                  <a:schemeClr val="tx1"/>
                </a:solidFill>
                <a:latin typeface="+mn-lt"/>
                <a:ea typeface="+mn-ea"/>
                <a:cs typeface="+mn-cs"/>
                <a:sym typeface="Futura"/>
              </a:defRPr>
            </a:lvl2pPr>
            <a:lvl3pPr marL="360000" indent="-180975" algn="l" defTabSz="914400" rtl="0" eaLnBrk="1" latinLnBrk="0" hangingPunct="1">
              <a:spcBef>
                <a:spcPts val="600"/>
              </a:spcBef>
              <a:buClr>
                <a:schemeClr val="tx1"/>
              </a:buClr>
              <a:buFont typeface="Arial" panose="020B0604020202020204" pitchFamily="34" charset="0"/>
              <a:buChar char="•"/>
              <a:defRPr sz="1200" kern="1200">
                <a:solidFill>
                  <a:schemeClr val="tx1"/>
                </a:solidFill>
                <a:latin typeface="+mn-lt"/>
                <a:ea typeface="+mn-ea"/>
                <a:cs typeface="+mn-cs"/>
                <a:sym typeface="Futura"/>
              </a:defRPr>
            </a:lvl3pPr>
            <a:lvl4pPr marL="541338" indent="-179388" algn="l" defTabSz="914400" rtl="0" eaLnBrk="1" latinLnBrk="0" hangingPunct="1">
              <a:spcBef>
                <a:spcPts val="600"/>
              </a:spcBef>
              <a:buClr>
                <a:schemeClr val="tx1"/>
              </a:buClr>
              <a:buFont typeface="Arial" panose="020B0604020202020204" pitchFamily="34" charset="0"/>
              <a:buChar char="•"/>
              <a:tabLst/>
              <a:defRPr sz="1200" kern="1200">
                <a:solidFill>
                  <a:schemeClr val="tx1"/>
                </a:solidFill>
                <a:latin typeface="+mn-lt"/>
                <a:ea typeface="+mn-ea"/>
                <a:cs typeface="+mn-cs"/>
                <a:sym typeface="Futura"/>
              </a:defRPr>
            </a:lvl4pPr>
            <a:lvl5pPr marL="720000" indent="-180975" algn="l" defTabSz="914400" rtl="0" eaLnBrk="1" latinLnBrk="0" hangingPunct="1">
              <a:spcBef>
                <a:spcPts val="600"/>
              </a:spcBef>
              <a:buClr>
                <a:schemeClr val="tx1"/>
              </a:buClr>
              <a:buFont typeface="Arial" panose="020B0604020202020204" pitchFamily="34" charset="0"/>
              <a:buChar char="•"/>
              <a:defRPr sz="1200" kern="1200">
                <a:solidFill>
                  <a:schemeClr val="tx1"/>
                </a:solidFill>
                <a:latin typeface="+mn-lt"/>
                <a:ea typeface="+mn-ea"/>
                <a:cs typeface="+mn-cs"/>
                <a:sym typeface="Futura"/>
              </a:defRPr>
            </a:lvl5pPr>
            <a:lvl6pPr marL="2514600" indent="-228600" algn="l" defTabSz="914400" rtl="0" eaLnBrk="1" latinLnBrk="0" hangingPunct="1">
              <a:spcBef>
                <a:spcPct val="20000"/>
              </a:spcBef>
              <a:buFont typeface="Arial" panose="020B0604020202020204" pitchFamily="34" charset="0"/>
              <a:buChar char="•"/>
              <a:defRPr sz="20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6pPr>
            <a:lvl7pPr marL="2971800" indent="-228600" algn="l" defTabSz="914400" rtl="0" eaLnBrk="1" latinLnBrk="0" hangingPunct="1">
              <a:spcBef>
                <a:spcPct val="20000"/>
              </a:spcBef>
              <a:buFont typeface="Arial" panose="020B0604020202020204" pitchFamily="34" charset="0"/>
              <a:buChar char="•"/>
              <a:defRPr sz="20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7pPr>
            <a:lvl8pPr marL="3429000" indent="-228600" algn="l" defTabSz="914400" rtl="0" eaLnBrk="1" latinLnBrk="0" hangingPunct="1">
              <a:spcBef>
                <a:spcPct val="20000"/>
              </a:spcBef>
              <a:buFont typeface="Arial" panose="020B0604020202020204" pitchFamily="34" charset="0"/>
              <a:buChar char="•"/>
              <a:defRPr sz="20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8pPr>
            <a:lvl9pPr marL="3886200" indent="-228600" algn="l" defTabSz="914400" rtl="0" eaLnBrk="1" latinLnBrk="0" hangingPunct="1">
              <a:spcBef>
                <a:spcPct val="20000"/>
              </a:spcBef>
              <a:buFont typeface="Arial" panose="020B0604020202020204" pitchFamily="34" charset="0"/>
              <a:buChar char="•"/>
              <a:defRPr sz="20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9pPr>
          </a:lstStyle>
          <a:p>
            <a:pPr>
              <a:spcBef>
                <a:spcPts val="0"/>
              </a:spcBef>
              <a:buClr>
                <a:srgbClr val="000000"/>
              </a:buClr>
            </a:pPr>
            <a:r>
              <a:rPr lang="en-US" sz="1800" dirty="0"/>
              <a:t>Sample text</a:t>
            </a:r>
          </a:p>
        </p:txBody>
      </p:sp>
      <p:sp>
        <p:nvSpPr>
          <p:cNvPr id="22" name="Textplatzhalter 9">
            <a:extLst>
              <a:ext uri="{FF2B5EF4-FFF2-40B4-BE49-F238E27FC236}">
                <a16:creationId xmlns:a16="http://schemas.microsoft.com/office/drawing/2014/main" id="{FCAD54A2-D870-5E69-1AEC-A78B246540A1}"/>
              </a:ext>
            </a:extLst>
          </p:cNvPr>
          <p:cNvSpPr txBox="1">
            <a:spLocks/>
          </p:cNvSpPr>
          <p:nvPr/>
        </p:nvSpPr>
        <p:spPr bwMode="gray">
          <a:xfrm>
            <a:off x="407988" y="1599878"/>
            <a:ext cx="2873692" cy="1040400"/>
          </a:xfrm>
          <a:prstGeom prst="rect">
            <a:avLst/>
          </a:prstGeom>
          <a:noFill/>
          <a:ln w="6350">
            <a:noFill/>
          </a:ln>
        </p:spPr>
        <p:txBody>
          <a:bodyPr vert="horz" wrap="square" lIns="0" tIns="0" rIns="0" bIns="0" rtlCol="0" anchor="ctr">
            <a:noAutofit/>
          </a:bodyPr>
          <a:lstStyle>
            <a:lvl1pPr marL="0" indent="0" algn="l" defTabSz="914400" rtl="0" eaLnBrk="1" latinLnBrk="0" hangingPunct="1">
              <a:spcBef>
                <a:spcPts val="600"/>
              </a:spcBef>
              <a:buClr>
                <a:schemeClr val="tx1"/>
              </a:buClr>
              <a:buFont typeface="Arial" panose="020B0604020202020204" pitchFamily="34" charset="0"/>
              <a:buNone/>
              <a:defRPr sz="1200" kern="1200">
                <a:solidFill>
                  <a:schemeClr val="tx1"/>
                </a:solidFill>
                <a:latin typeface="+mn-lt"/>
                <a:ea typeface="+mn-ea"/>
                <a:cs typeface="+mn-cs"/>
                <a:sym typeface="Futura"/>
              </a:defRPr>
            </a:lvl1pPr>
            <a:lvl2pPr marL="180975" indent="-180975" algn="l" defTabSz="914400" rtl="0" eaLnBrk="1" latinLnBrk="0" hangingPunct="1">
              <a:spcBef>
                <a:spcPts val="600"/>
              </a:spcBef>
              <a:buClr>
                <a:schemeClr val="tx1"/>
              </a:buClr>
              <a:buFont typeface="Arial" panose="020B0604020202020204" pitchFamily="34" charset="0"/>
              <a:buChar char="•"/>
              <a:defRPr sz="1200" kern="1200">
                <a:solidFill>
                  <a:schemeClr val="tx1"/>
                </a:solidFill>
                <a:latin typeface="+mn-lt"/>
                <a:ea typeface="+mn-ea"/>
                <a:cs typeface="+mn-cs"/>
                <a:sym typeface="Futura"/>
              </a:defRPr>
            </a:lvl2pPr>
            <a:lvl3pPr marL="360000" indent="-180975" algn="l" defTabSz="914400" rtl="0" eaLnBrk="1" latinLnBrk="0" hangingPunct="1">
              <a:spcBef>
                <a:spcPts val="600"/>
              </a:spcBef>
              <a:buClr>
                <a:schemeClr val="tx1"/>
              </a:buClr>
              <a:buFont typeface="Arial" panose="020B0604020202020204" pitchFamily="34" charset="0"/>
              <a:buChar char="•"/>
              <a:defRPr sz="1200" kern="1200">
                <a:solidFill>
                  <a:schemeClr val="tx1"/>
                </a:solidFill>
                <a:latin typeface="+mn-lt"/>
                <a:ea typeface="+mn-ea"/>
                <a:cs typeface="+mn-cs"/>
                <a:sym typeface="Futura"/>
              </a:defRPr>
            </a:lvl3pPr>
            <a:lvl4pPr marL="541338" indent="-179388" algn="l" defTabSz="914400" rtl="0" eaLnBrk="1" latinLnBrk="0" hangingPunct="1">
              <a:spcBef>
                <a:spcPts val="600"/>
              </a:spcBef>
              <a:buClr>
                <a:schemeClr val="tx1"/>
              </a:buClr>
              <a:buFont typeface="Arial" panose="020B0604020202020204" pitchFamily="34" charset="0"/>
              <a:buChar char="•"/>
              <a:tabLst/>
              <a:defRPr sz="1200" kern="1200">
                <a:solidFill>
                  <a:schemeClr val="tx1"/>
                </a:solidFill>
                <a:latin typeface="+mn-lt"/>
                <a:ea typeface="+mn-ea"/>
                <a:cs typeface="+mn-cs"/>
                <a:sym typeface="Futura"/>
              </a:defRPr>
            </a:lvl4pPr>
            <a:lvl5pPr marL="720000" indent="-180975" algn="l" defTabSz="914400" rtl="0" eaLnBrk="1" latinLnBrk="0" hangingPunct="1">
              <a:spcBef>
                <a:spcPts val="600"/>
              </a:spcBef>
              <a:buClr>
                <a:schemeClr val="tx1"/>
              </a:buClr>
              <a:buFont typeface="Arial" panose="020B0604020202020204" pitchFamily="34" charset="0"/>
              <a:buChar char="•"/>
              <a:defRPr sz="1200" kern="1200">
                <a:solidFill>
                  <a:schemeClr val="tx1"/>
                </a:solidFill>
                <a:latin typeface="+mn-lt"/>
                <a:ea typeface="+mn-ea"/>
                <a:cs typeface="+mn-cs"/>
                <a:sym typeface="Futura"/>
              </a:defRPr>
            </a:lvl5pPr>
            <a:lvl6pPr marL="2514600" indent="-228600" algn="l" defTabSz="914400" rtl="0" eaLnBrk="1" latinLnBrk="0" hangingPunct="1">
              <a:spcBef>
                <a:spcPct val="20000"/>
              </a:spcBef>
              <a:buFont typeface="Arial" panose="020B0604020202020204" pitchFamily="34" charset="0"/>
              <a:buChar char="•"/>
              <a:defRPr sz="20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6pPr>
            <a:lvl7pPr marL="2971800" indent="-228600" algn="l" defTabSz="914400" rtl="0" eaLnBrk="1" latinLnBrk="0" hangingPunct="1">
              <a:spcBef>
                <a:spcPct val="20000"/>
              </a:spcBef>
              <a:buFont typeface="Arial" panose="020B0604020202020204" pitchFamily="34" charset="0"/>
              <a:buChar char="•"/>
              <a:defRPr sz="20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7pPr>
            <a:lvl8pPr marL="3429000" indent="-228600" algn="l" defTabSz="914400" rtl="0" eaLnBrk="1" latinLnBrk="0" hangingPunct="1">
              <a:spcBef>
                <a:spcPct val="20000"/>
              </a:spcBef>
              <a:buFont typeface="Arial" panose="020B0604020202020204" pitchFamily="34" charset="0"/>
              <a:buChar char="•"/>
              <a:defRPr sz="20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8pPr>
            <a:lvl9pPr marL="3886200" indent="-228600" algn="l" defTabSz="914400" rtl="0" eaLnBrk="1" latinLnBrk="0" hangingPunct="1">
              <a:spcBef>
                <a:spcPct val="20000"/>
              </a:spcBef>
              <a:buFont typeface="Arial" panose="020B0604020202020204" pitchFamily="34" charset="0"/>
              <a:buChar char="•"/>
              <a:defRPr sz="20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9pPr>
          </a:lstStyle>
          <a:p>
            <a:pPr>
              <a:spcBef>
                <a:spcPts val="0"/>
              </a:spcBef>
              <a:buClr>
                <a:srgbClr val="000000"/>
              </a:buClr>
            </a:pPr>
            <a:r>
              <a:rPr lang="en-US" sz="1800" dirty="0"/>
              <a:t>Sample text</a:t>
            </a:r>
          </a:p>
        </p:txBody>
      </p:sp>
      <p:sp>
        <p:nvSpPr>
          <p:cNvPr id="23" name="Textplatzhalter 9">
            <a:extLst>
              <a:ext uri="{FF2B5EF4-FFF2-40B4-BE49-F238E27FC236}">
                <a16:creationId xmlns:a16="http://schemas.microsoft.com/office/drawing/2014/main" id="{283904FA-A6B9-35EF-256E-1CCA15E9C833}"/>
              </a:ext>
            </a:extLst>
          </p:cNvPr>
          <p:cNvSpPr txBox="1">
            <a:spLocks/>
          </p:cNvSpPr>
          <p:nvPr/>
        </p:nvSpPr>
        <p:spPr bwMode="gray">
          <a:xfrm>
            <a:off x="407988" y="5022084"/>
            <a:ext cx="2873692" cy="1040400"/>
          </a:xfrm>
          <a:prstGeom prst="rect">
            <a:avLst/>
          </a:prstGeom>
          <a:noFill/>
          <a:ln w="6350">
            <a:noFill/>
          </a:ln>
        </p:spPr>
        <p:txBody>
          <a:bodyPr vert="horz" wrap="square" lIns="0" tIns="0" rIns="0" bIns="0" rtlCol="0" anchor="ctr">
            <a:noAutofit/>
          </a:bodyPr>
          <a:lstStyle>
            <a:lvl1pPr marL="0" indent="0" algn="l" defTabSz="914400" rtl="0" eaLnBrk="1" latinLnBrk="0" hangingPunct="1">
              <a:spcBef>
                <a:spcPts val="600"/>
              </a:spcBef>
              <a:buClr>
                <a:schemeClr val="tx1"/>
              </a:buClr>
              <a:buFont typeface="Arial" panose="020B0604020202020204" pitchFamily="34" charset="0"/>
              <a:buNone/>
              <a:defRPr sz="1200" kern="1200">
                <a:solidFill>
                  <a:schemeClr val="tx1"/>
                </a:solidFill>
                <a:latin typeface="+mn-lt"/>
                <a:ea typeface="+mn-ea"/>
                <a:cs typeface="+mn-cs"/>
                <a:sym typeface="Futura"/>
              </a:defRPr>
            </a:lvl1pPr>
            <a:lvl2pPr marL="180975" indent="-180975" algn="l" defTabSz="914400" rtl="0" eaLnBrk="1" latinLnBrk="0" hangingPunct="1">
              <a:spcBef>
                <a:spcPts val="600"/>
              </a:spcBef>
              <a:buClr>
                <a:schemeClr val="tx1"/>
              </a:buClr>
              <a:buFont typeface="Arial" panose="020B0604020202020204" pitchFamily="34" charset="0"/>
              <a:buChar char="•"/>
              <a:defRPr sz="1200" kern="1200">
                <a:solidFill>
                  <a:schemeClr val="tx1"/>
                </a:solidFill>
                <a:latin typeface="+mn-lt"/>
                <a:ea typeface="+mn-ea"/>
                <a:cs typeface="+mn-cs"/>
                <a:sym typeface="Futura"/>
              </a:defRPr>
            </a:lvl2pPr>
            <a:lvl3pPr marL="360000" indent="-180975" algn="l" defTabSz="914400" rtl="0" eaLnBrk="1" latinLnBrk="0" hangingPunct="1">
              <a:spcBef>
                <a:spcPts val="600"/>
              </a:spcBef>
              <a:buClr>
                <a:schemeClr val="tx1"/>
              </a:buClr>
              <a:buFont typeface="Arial" panose="020B0604020202020204" pitchFamily="34" charset="0"/>
              <a:buChar char="•"/>
              <a:defRPr sz="1200" kern="1200">
                <a:solidFill>
                  <a:schemeClr val="tx1"/>
                </a:solidFill>
                <a:latin typeface="+mn-lt"/>
                <a:ea typeface="+mn-ea"/>
                <a:cs typeface="+mn-cs"/>
                <a:sym typeface="Futura"/>
              </a:defRPr>
            </a:lvl3pPr>
            <a:lvl4pPr marL="541338" indent="-179388" algn="l" defTabSz="914400" rtl="0" eaLnBrk="1" latinLnBrk="0" hangingPunct="1">
              <a:spcBef>
                <a:spcPts val="600"/>
              </a:spcBef>
              <a:buClr>
                <a:schemeClr val="tx1"/>
              </a:buClr>
              <a:buFont typeface="Arial" panose="020B0604020202020204" pitchFamily="34" charset="0"/>
              <a:buChar char="•"/>
              <a:tabLst/>
              <a:defRPr sz="1200" kern="1200">
                <a:solidFill>
                  <a:schemeClr val="tx1"/>
                </a:solidFill>
                <a:latin typeface="+mn-lt"/>
                <a:ea typeface="+mn-ea"/>
                <a:cs typeface="+mn-cs"/>
                <a:sym typeface="Futura"/>
              </a:defRPr>
            </a:lvl4pPr>
            <a:lvl5pPr marL="720000" indent="-180975" algn="l" defTabSz="914400" rtl="0" eaLnBrk="1" latinLnBrk="0" hangingPunct="1">
              <a:spcBef>
                <a:spcPts val="600"/>
              </a:spcBef>
              <a:buClr>
                <a:schemeClr val="tx1"/>
              </a:buClr>
              <a:buFont typeface="Arial" panose="020B0604020202020204" pitchFamily="34" charset="0"/>
              <a:buChar char="•"/>
              <a:defRPr sz="1200" kern="1200">
                <a:solidFill>
                  <a:schemeClr val="tx1"/>
                </a:solidFill>
                <a:latin typeface="+mn-lt"/>
                <a:ea typeface="+mn-ea"/>
                <a:cs typeface="+mn-cs"/>
                <a:sym typeface="Futura"/>
              </a:defRPr>
            </a:lvl5pPr>
            <a:lvl6pPr marL="2514600" indent="-228600" algn="l" defTabSz="914400" rtl="0" eaLnBrk="1" latinLnBrk="0" hangingPunct="1">
              <a:spcBef>
                <a:spcPct val="20000"/>
              </a:spcBef>
              <a:buFont typeface="Arial" panose="020B0604020202020204" pitchFamily="34" charset="0"/>
              <a:buChar char="•"/>
              <a:defRPr sz="20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6pPr>
            <a:lvl7pPr marL="2971800" indent="-228600" algn="l" defTabSz="914400" rtl="0" eaLnBrk="1" latinLnBrk="0" hangingPunct="1">
              <a:spcBef>
                <a:spcPct val="20000"/>
              </a:spcBef>
              <a:buFont typeface="Arial" panose="020B0604020202020204" pitchFamily="34" charset="0"/>
              <a:buChar char="•"/>
              <a:defRPr sz="20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7pPr>
            <a:lvl8pPr marL="3429000" indent="-228600" algn="l" defTabSz="914400" rtl="0" eaLnBrk="1" latinLnBrk="0" hangingPunct="1">
              <a:spcBef>
                <a:spcPct val="20000"/>
              </a:spcBef>
              <a:buFont typeface="Arial" panose="020B0604020202020204" pitchFamily="34" charset="0"/>
              <a:buChar char="•"/>
              <a:defRPr sz="20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8pPr>
            <a:lvl9pPr marL="3886200" indent="-228600" algn="l" defTabSz="914400" rtl="0" eaLnBrk="1" latinLnBrk="0" hangingPunct="1">
              <a:spcBef>
                <a:spcPct val="20000"/>
              </a:spcBef>
              <a:buFont typeface="Arial" panose="020B0604020202020204" pitchFamily="34" charset="0"/>
              <a:buChar char="•"/>
              <a:defRPr sz="20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9pPr>
          </a:lstStyle>
          <a:p>
            <a:pPr>
              <a:spcBef>
                <a:spcPts val="0"/>
              </a:spcBef>
              <a:buClr>
                <a:srgbClr val="000000"/>
              </a:buClr>
            </a:pPr>
            <a:r>
              <a:rPr lang="en-US" sz="1800" dirty="0"/>
              <a:t>Sample text</a:t>
            </a:r>
          </a:p>
        </p:txBody>
      </p:sp>
      <p:sp>
        <p:nvSpPr>
          <p:cNvPr id="10" name="Freeform: Shape 22">
            <a:extLst>
              <a:ext uri="{FF2B5EF4-FFF2-40B4-BE49-F238E27FC236}">
                <a16:creationId xmlns:a16="http://schemas.microsoft.com/office/drawing/2014/main" id="{F81662BC-DD66-EC42-ACA0-D7320498FECA}"/>
              </a:ext>
            </a:extLst>
          </p:cNvPr>
          <p:cNvSpPr/>
          <p:nvPr/>
        </p:nvSpPr>
        <p:spPr bwMode="gray">
          <a:xfrm>
            <a:off x="5493827" y="1553735"/>
            <a:ext cx="1204348" cy="1082941"/>
          </a:xfrm>
          <a:custGeom>
            <a:avLst/>
            <a:gdLst>
              <a:gd name="connsiteX0" fmla="*/ 422658 w 845316"/>
              <a:gd name="connsiteY0" fmla="*/ 0 h 760102"/>
              <a:gd name="connsiteX1" fmla="*/ 845316 w 845316"/>
              <a:gd name="connsiteY1" fmla="*/ 760102 h 760102"/>
              <a:gd name="connsiteX2" fmla="*/ 0 w 845316"/>
              <a:gd name="connsiteY2" fmla="*/ 760102 h 760102"/>
              <a:gd name="connsiteX3" fmla="*/ 422658 w 845316"/>
              <a:gd name="connsiteY3" fmla="*/ 0 h 760102"/>
            </a:gdLst>
            <a:ahLst/>
            <a:cxnLst>
              <a:cxn ang="0">
                <a:pos x="connsiteX0" y="connsiteY0"/>
              </a:cxn>
              <a:cxn ang="0">
                <a:pos x="connsiteX1" y="connsiteY1"/>
              </a:cxn>
              <a:cxn ang="0">
                <a:pos x="connsiteX2" y="connsiteY2"/>
              </a:cxn>
              <a:cxn ang="0">
                <a:pos x="connsiteX3" y="connsiteY3"/>
              </a:cxn>
            </a:cxnLst>
            <a:rect l="l" t="t" r="r" b="b"/>
            <a:pathLst>
              <a:path w="845316" h="760102">
                <a:moveTo>
                  <a:pt x="422658" y="0"/>
                </a:moveTo>
                <a:lnTo>
                  <a:pt x="845316" y="760102"/>
                </a:lnTo>
                <a:lnTo>
                  <a:pt x="0" y="760102"/>
                </a:lnTo>
                <a:lnTo>
                  <a:pt x="422658" y="0"/>
                </a:lnTo>
                <a:close/>
              </a:path>
            </a:pathLst>
          </a:custGeom>
          <a:solidFill>
            <a:schemeClr val="accent1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wrap="square" lIns="0" tIns="0" rIns="0" bIns="108000" rtlCol="0" anchor="b">
            <a:noAutofit/>
          </a:bodyPr>
          <a:lstStyle/>
          <a:p>
            <a:pPr algn="ctr"/>
            <a:r>
              <a:rPr lang="en-GB" sz="1400" dirty="0">
                <a:solidFill>
                  <a:schemeClr val="bg1"/>
                </a:solidFill>
              </a:rPr>
              <a:t>Sample</a:t>
            </a:r>
            <a:br>
              <a:rPr lang="en-GB" sz="1400" dirty="0">
                <a:solidFill>
                  <a:schemeClr val="bg1"/>
                </a:solidFill>
              </a:rPr>
            </a:br>
            <a:r>
              <a:rPr lang="en-GB" sz="1400" dirty="0">
                <a:solidFill>
                  <a:schemeClr val="bg1"/>
                </a:solidFill>
              </a:rPr>
              <a:t>text</a:t>
            </a:r>
          </a:p>
        </p:txBody>
      </p:sp>
      <p:sp>
        <p:nvSpPr>
          <p:cNvPr id="11" name="Freeform: Shape 19">
            <a:extLst>
              <a:ext uri="{FF2B5EF4-FFF2-40B4-BE49-F238E27FC236}">
                <a16:creationId xmlns:a16="http://schemas.microsoft.com/office/drawing/2014/main" id="{7C5E3FE3-13F8-243A-AE8C-02432EBD9262}"/>
              </a:ext>
            </a:extLst>
          </p:cNvPr>
          <p:cNvSpPr/>
          <p:nvPr/>
        </p:nvSpPr>
        <p:spPr bwMode="gray">
          <a:xfrm>
            <a:off x="4859699" y="2737668"/>
            <a:ext cx="2472604" cy="1039417"/>
          </a:xfrm>
          <a:custGeom>
            <a:avLst/>
            <a:gdLst>
              <a:gd name="connsiteX0" fmla="*/ 405671 w 1735488"/>
              <a:gd name="connsiteY0" fmla="*/ 0 h 729553"/>
              <a:gd name="connsiteX1" fmla="*/ 1329817 w 1735488"/>
              <a:gd name="connsiteY1" fmla="*/ 0 h 729553"/>
              <a:gd name="connsiteX2" fmla="*/ 1735488 w 1735488"/>
              <a:gd name="connsiteY2" fmla="*/ 729553 h 729553"/>
              <a:gd name="connsiteX3" fmla="*/ 0 w 1735488"/>
              <a:gd name="connsiteY3" fmla="*/ 729553 h 729553"/>
              <a:gd name="connsiteX4" fmla="*/ 405671 w 1735488"/>
              <a:gd name="connsiteY4" fmla="*/ 0 h 729553"/>
            </a:gdLst>
            <a:ahLst/>
            <a:cxnLst>
              <a:cxn ang="0">
                <a:pos x="connsiteX0" y="connsiteY0"/>
              </a:cxn>
              <a:cxn ang="0">
                <a:pos x="connsiteX1" y="connsiteY1"/>
              </a:cxn>
              <a:cxn ang="0">
                <a:pos x="connsiteX2" y="connsiteY2"/>
              </a:cxn>
              <a:cxn ang="0">
                <a:pos x="connsiteX3" y="connsiteY3"/>
              </a:cxn>
              <a:cxn ang="0">
                <a:pos x="connsiteX4" y="connsiteY4"/>
              </a:cxn>
            </a:cxnLst>
            <a:rect l="l" t="t" r="r" b="b"/>
            <a:pathLst>
              <a:path w="1735488" h="729553">
                <a:moveTo>
                  <a:pt x="405671" y="0"/>
                </a:moveTo>
                <a:lnTo>
                  <a:pt x="1329817" y="0"/>
                </a:lnTo>
                <a:lnTo>
                  <a:pt x="1735488" y="729553"/>
                </a:lnTo>
                <a:lnTo>
                  <a:pt x="0" y="729553"/>
                </a:lnTo>
                <a:lnTo>
                  <a:pt x="405671" y="0"/>
                </a:lnTo>
                <a:close/>
              </a:path>
            </a:pathLst>
          </a:custGeom>
          <a:solidFill>
            <a:schemeClr val="bg2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wrap="square" lIns="0" tIns="0" rIns="0" bIns="0" rtlCol="0" anchor="ctr">
            <a:noAutofit/>
          </a:bodyPr>
          <a:lstStyle/>
          <a:p>
            <a:pPr algn="ctr"/>
            <a:r>
              <a:rPr lang="en-GB" sz="1400" dirty="0">
                <a:solidFill>
                  <a:schemeClr val="tx1"/>
                </a:solidFill>
              </a:rPr>
              <a:t>Sample</a:t>
            </a:r>
            <a:br>
              <a:rPr lang="en-GB" sz="1400" dirty="0">
                <a:solidFill>
                  <a:schemeClr val="tx1"/>
                </a:solidFill>
              </a:rPr>
            </a:br>
            <a:r>
              <a:rPr lang="en-GB" sz="1400" dirty="0">
                <a:solidFill>
                  <a:schemeClr val="tx1"/>
                </a:solidFill>
              </a:rPr>
              <a:t>text</a:t>
            </a:r>
          </a:p>
        </p:txBody>
      </p:sp>
      <p:sp>
        <p:nvSpPr>
          <p:cNvPr id="12" name="Freeform: Shape 31">
            <a:extLst>
              <a:ext uri="{FF2B5EF4-FFF2-40B4-BE49-F238E27FC236}">
                <a16:creationId xmlns:a16="http://schemas.microsoft.com/office/drawing/2014/main" id="{F6177973-F279-B825-61C8-3FFB9109B550}"/>
              </a:ext>
            </a:extLst>
          </p:cNvPr>
          <p:cNvSpPr/>
          <p:nvPr/>
        </p:nvSpPr>
        <p:spPr bwMode="gray">
          <a:xfrm>
            <a:off x="4225571" y="3878077"/>
            <a:ext cx="1819933" cy="1039417"/>
          </a:xfrm>
          <a:custGeom>
            <a:avLst/>
            <a:gdLst>
              <a:gd name="connsiteX0" fmla="*/ 405671 w 1277387"/>
              <a:gd name="connsiteY0" fmla="*/ 0 h 729553"/>
              <a:gd name="connsiteX1" fmla="*/ 1277387 w 1277387"/>
              <a:gd name="connsiteY1" fmla="*/ 0 h 729553"/>
              <a:gd name="connsiteX2" fmla="*/ 1277387 w 1277387"/>
              <a:gd name="connsiteY2" fmla="*/ 729553 h 729553"/>
              <a:gd name="connsiteX3" fmla="*/ 0 w 1277387"/>
              <a:gd name="connsiteY3" fmla="*/ 729553 h 729553"/>
              <a:gd name="connsiteX4" fmla="*/ 405671 w 1277387"/>
              <a:gd name="connsiteY4" fmla="*/ 0 h 729553"/>
            </a:gdLst>
            <a:ahLst/>
            <a:cxnLst>
              <a:cxn ang="0">
                <a:pos x="connsiteX0" y="connsiteY0"/>
              </a:cxn>
              <a:cxn ang="0">
                <a:pos x="connsiteX1" y="connsiteY1"/>
              </a:cxn>
              <a:cxn ang="0">
                <a:pos x="connsiteX2" y="connsiteY2"/>
              </a:cxn>
              <a:cxn ang="0">
                <a:pos x="connsiteX3" y="connsiteY3"/>
              </a:cxn>
              <a:cxn ang="0">
                <a:pos x="connsiteX4" y="connsiteY4"/>
              </a:cxn>
            </a:cxnLst>
            <a:rect l="l" t="t" r="r" b="b"/>
            <a:pathLst>
              <a:path w="1277387" h="729553">
                <a:moveTo>
                  <a:pt x="405671" y="0"/>
                </a:moveTo>
                <a:lnTo>
                  <a:pt x="1277387" y="0"/>
                </a:lnTo>
                <a:lnTo>
                  <a:pt x="1277387" y="729553"/>
                </a:lnTo>
                <a:lnTo>
                  <a:pt x="0" y="729553"/>
                </a:lnTo>
                <a:lnTo>
                  <a:pt x="405671" y="0"/>
                </a:lnTo>
                <a:close/>
              </a:path>
            </a:pathLst>
          </a:custGeom>
          <a:solidFill>
            <a:schemeClr val="bg2">
              <a:lumMod val="90000"/>
            </a:schemeClr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wrap="square" lIns="0" tIns="0" rIns="180000" bIns="0" rtlCol="0" anchor="ctr">
            <a:noAutofit/>
          </a:bodyPr>
          <a:lstStyle/>
          <a:p>
            <a:pPr algn="r"/>
            <a:r>
              <a:rPr lang="en-GB" sz="1400" dirty="0">
                <a:solidFill>
                  <a:schemeClr val="tx1"/>
                </a:solidFill>
              </a:rPr>
              <a:t>Sample text</a:t>
            </a:r>
          </a:p>
        </p:txBody>
      </p:sp>
      <p:sp>
        <p:nvSpPr>
          <p:cNvPr id="13" name="Freeform: Shape 30">
            <a:extLst>
              <a:ext uri="{FF2B5EF4-FFF2-40B4-BE49-F238E27FC236}">
                <a16:creationId xmlns:a16="http://schemas.microsoft.com/office/drawing/2014/main" id="{0EF50E7C-8011-1362-DE0A-39B619AD471C}"/>
              </a:ext>
            </a:extLst>
          </p:cNvPr>
          <p:cNvSpPr/>
          <p:nvPr/>
        </p:nvSpPr>
        <p:spPr bwMode="gray">
          <a:xfrm>
            <a:off x="6146495" y="3878077"/>
            <a:ext cx="1819936" cy="1039417"/>
          </a:xfrm>
          <a:custGeom>
            <a:avLst/>
            <a:gdLst>
              <a:gd name="connsiteX0" fmla="*/ 0 w 1277389"/>
              <a:gd name="connsiteY0" fmla="*/ 0 h 729553"/>
              <a:gd name="connsiteX1" fmla="*/ 871718 w 1277389"/>
              <a:gd name="connsiteY1" fmla="*/ 0 h 729553"/>
              <a:gd name="connsiteX2" fmla="*/ 1277389 w 1277389"/>
              <a:gd name="connsiteY2" fmla="*/ 729553 h 729553"/>
              <a:gd name="connsiteX3" fmla="*/ 0 w 1277389"/>
              <a:gd name="connsiteY3" fmla="*/ 729553 h 729553"/>
              <a:gd name="connsiteX4" fmla="*/ 0 w 1277389"/>
              <a:gd name="connsiteY4" fmla="*/ 0 h 729553"/>
            </a:gdLst>
            <a:ahLst/>
            <a:cxnLst>
              <a:cxn ang="0">
                <a:pos x="connsiteX0" y="connsiteY0"/>
              </a:cxn>
              <a:cxn ang="0">
                <a:pos x="connsiteX1" y="connsiteY1"/>
              </a:cxn>
              <a:cxn ang="0">
                <a:pos x="connsiteX2" y="connsiteY2"/>
              </a:cxn>
              <a:cxn ang="0">
                <a:pos x="connsiteX3" y="connsiteY3"/>
              </a:cxn>
              <a:cxn ang="0">
                <a:pos x="connsiteX4" y="connsiteY4"/>
              </a:cxn>
            </a:cxnLst>
            <a:rect l="l" t="t" r="r" b="b"/>
            <a:pathLst>
              <a:path w="1277389" h="729553">
                <a:moveTo>
                  <a:pt x="0" y="0"/>
                </a:moveTo>
                <a:lnTo>
                  <a:pt x="871718" y="0"/>
                </a:lnTo>
                <a:lnTo>
                  <a:pt x="1277389" y="729553"/>
                </a:lnTo>
                <a:lnTo>
                  <a:pt x="0" y="729553"/>
                </a:lnTo>
                <a:lnTo>
                  <a:pt x="0" y="0"/>
                </a:lnTo>
                <a:close/>
              </a:path>
            </a:pathLst>
          </a:custGeom>
          <a:solidFill>
            <a:schemeClr val="bg2">
              <a:lumMod val="90000"/>
            </a:schemeClr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wrap="square" lIns="180000" tIns="0" rIns="0" bIns="0" rtlCol="0" anchor="ctr">
            <a:noAutofit/>
          </a:bodyPr>
          <a:lstStyle/>
          <a:p>
            <a:r>
              <a:rPr lang="en-GB" sz="1400" dirty="0">
                <a:solidFill>
                  <a:schemeClr val="tx1"/>
                </a:solidFill>
              </a:rPr>
              <a:t>Sample text</a:t>
            </a:r>
          </a:p>
        </p:txBody>
      </p:sp>
      <p:sp>
        <p:nvSpPr>
          <p:cNvPr id="14" name="Freeform: Shape 28">
            <a:extLst>
              <a:ext uri="{FF2B5EF4-FFF2-40B4-BE49-F238E27FC236}">
                <a16:creationId xmlns:a16="http://schemas.microsoft.com/office/drawing/2014/main" id="{990BA91B-0DF3-4A6F-DEB2-15D44DA0F5C5}"/>
              </a:ext>
            </a:extLst>
          </p:cNvPr>
          <p:cNvSpPr/>
          <p:nvPr/>
        </p:nvSpPr>
        <p:spPr bwMode="gray">
          <a:xfrm>
            <a:off x="3591442" y="5018482"/>
            <a:ext cx="2454062" cy="1039418"/>
          </a:xfrm>
          <a:custGeom>
            <a:avLst/>
            <a:gdLst>
              <a:gd name="connsiteX0" fmla="*/ 405672 w 1722474"/>
              <a:gd name="connsiteY0" fmla="*/ 0 h 729554"/>
              <a:gd name="connsiteX1" fmla="*/ 1722474 w 1722474"/>
              <a:gd name="connsiteY1" fmla="*/ 0 h 729554"/>
              <a:gd name="connsiteX2" fmla="*/ 1722474 w 1722474"/>
              <a:gd name="connsiteY2" fmla="*/ 729554 h 729554"/>
              <a:gd name="connsiteX3" fmla="*/ 0 w 1722474"/>
              <a:gd name="connsiteY3" fmla="*/ 729554 h 729554"/>
              <a:gd name="connsiteX4" fmla="*/ 405672 w 1722474"/>
              <a:gd name="connsiteY4" fmla="*/ 0 h 729554"/>
            </a:gdLst>
            <a:ahLst/>
            <a:cxnLst>
              <a:cxn ang="0">
                <a:pos x="connsiteX0" y="connsiteY0"/>
              </a:cxn>
              <a:cxn ang="0">
                <a:pos x="connsiteX1" y="connsiteY1"/>
              </a:cxn>
              <a:cxn ang="0">
                <a:pos x="connsiteX2" y="connsiteY2"/>
              </a:cxn>
              <a:cxn ang="0">
                <a:pos x="connsiteX3" y="connsiteY3"/>
              </a:cxn>
              <a:cxn ang="0">
                <a:pos x="connsiteX4" y="connsiteY4"/>
              </a:cxn>
            </a:cxnLst>
            <a:rect l="l" t="t" r="r" b="b"/>
            <a:pathLst>
              <a:path w="1722474" h="729554">
                <a:moveTo>
                  <a:pt x="405672" y="0"/>
                </a:moveTo>
                <a:lnTo>
                  <a:pt x="1722474" y="0"/>
                </a:lnTo>
                <a:lnTo>
                  <a:pt x="1722474" y="729554"/>
                </a:lnTo>
                <a:lnTo>
                  <a:pt x="0" y="729554"/>
                </a:lnTo>
                <a:lnTo>
                  <a:pt x="405672" y="0"/>
                </a:lnTo>
                <a:close/>
              </a:path>
            </a:pathLst>
          </a:custGeom>
          <a:solidFill>
            <a:schemeClr val="bg2">
              <a:lumMod val="75000"/>
            </a:schemeClr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wrap="square" lIns="0" tIns="0" rIns="180000" bIns="0" rtlCol="0" anchor="ctr">
            <a:noAutofit/>
          </a:bodyPr>
          <a:lstStyle/>
          <a:p>
            <a:pPr algn="r"/>
            <a:r>
              <a:rPr lang="en-GB" sz="1400" dirty="0">
                <a:solidFill>
                  <a:schemeClr val="bg1"/>
                </a:solidFill>
              </a:rPr>
              <a:t>Sample text</a:t>
            </a:r>
          </a:p>
        </p:txBody>
      </p:sp>
      <p:sp>
        <p:nvSpPr>
          <p:cNvPr id="15" name="Freeform: Shape 27">
            <a:extLst>
              <a:ext uri="{FF2B5EF4-FFF2-40B4-BE49-F238E27FC236}">
                <a16:creationId xmlns:a16="http://schemas.microsoft.com/office/drawing/2014/main" id="{83187A4A-B30C-F529-10DF-E6E6E9F145FB}"/>
              </a:ext>
            </a:extLst>
          </p:cNvPr>
          <p:cNvSpPr/>
          <p:nvPr/>
        </p:nvSpPr>
        <p:spPr bwMode="gray">
          <a:xfrm>
            <a:off x="6146495" y="5018482"/>
            <a:ext cx="2454064" cy="1039418"/>
          </a:xfrm>
          <a:custGeom>
            <a:avLst/>
            <a:gdLst>
              <a:gd name="connsiteX0" fmla="*/ 0 w 1722475"/>
              <a:gd name="connsiteY0" fmla="*/ 0 h 729554"/>
              <a:gd name="connsiteX1" fmla="*/ 1316804 w 1722475"/>
              <a:gd name="connsiteY1" fmla="*/ 0 h 729554"/>
              <a:gd name="connsiteX2" fmla="*/ 1722475 w 1722475"/>
              <a:gd name="connsiteY2" fmla="*/ 729554 h 729554"/>
              <a:gd name="connsiteX3" fmla="*/ 0 w 1722475"/>
              <a:gd name="connsiteY3" fmla="*/ 729554 h 729554"/>
              <a:gd name="connsiteX4" fmla="*/ 0 w 1722475"/>
              <a:gd name="connsiteY4" fmla="*/ 0 h 729554"/>
            </a:gdLst>
            <a:ahLst/>
            <a:cxnLst>
              <a:cxn ang="0">
                <a:pos x="connsiteX0" y="connsiteY0"/>
              </a:cxn>
              <a:cxn ang="0">
                <a:pos x="connsiteX1" y="connsiteY1"/>
              </a:cxn>
              <a:cxn ang="0">
                <a:pos x="connsiteX2" y="connsiteY2"/>
              </a:cxn>
              <a:cxn ang="0">
                <a:pos x="connsiteX3" y="connsiteY3"/>
              </a:cxn>
              <a:cxn ang="0">
                <a:pos x="connsiteX4" y="connsiteY4"/>
              </a:cxn>
            </a:cxnLst>
            <a:rect l="l" t="t" r="r" b="b"/>
            <a:pathLst>
              <a:path w="1722475" h="729554">
                <a:moveTo>
                  <a:pt x="0" y="0"/>
                </a:moveTo>
                <a:lnTo>
                  <a:pt x="1316804" y="0"/>
                </a:lnTo>
                <a:lnTo>
                  <a:pt x="1722475" y="729554"/>
                </a:lnTo>
                <a:lnTo>
                  <a:pt x="0" y="729554"/>
                </a:lnTo>
                <a:lnTo>
                  <a:pt x="0" y="0"/>
                </a:lnTo>
                <a:close/>
              </a:path>
            </a:pathLst>
          </a:custGeom>
          <a:solidFill>
            <a:schemeClr val="bg2">
              <a:lumMod val="75000"/>
            </a:schemeClr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wrap="square" lIns="180000" tIns="0" rIns="0" bIns="0" rtlCol="0" anchor="ctr">
            <a:noAutofit/>
          </a:bodyPr>
          <a:lstStyle/>
          <a:p>
            <a:r>
              <a:rPr lang="en-GB" sz="1400" dirty="0">
                <a:solidFill>
                  <a:schemeClr val="bg1"/>
                </a:solidFill>
              </a:rPr>
              <a:t>Sample text</a:t>
            </a:r>
          </a:p>
        </p:txBody>
      </p:sp>
      <p:sp>
        <p:nvSpPr>
          <p:cNvPr id="5" name="Text Placeholder 15">
            <a:extLst>
              <a:ext uri="{FF2B5EF4-FFF2-40B4-BE49-F238E27FC236}">
                <a16:creationId xmlns:a16="http://schemas.microsoft.com/office/drawing/2014/main" id="{CBDC4F4A-5B3C-CA54-8242-4589F208B45A}"/>
              </a:ext>
            </a:extLst>
          </p:cNvPr>
          <p:cNvSpPr/>
          <p:nvPr/>
        </p:nvSpPr>
        <p:spPr>
          <a:xfrm>
            <a:off x="407988" y="6275487"/>
            <a:ext cx="1410643" cy="138499"/>
          </a:xfrm>
          <a:prstGeom prst="rect">
            <a:avLst/>
          </a:prstGeom>
          <a:noFill/>
          <a:ln w="9525" cap="flat" cmpd="sng" algn="ctr">
            <a:noFill/>
            <a:prstDash val="solid"/>
            <a:miter lim="800000"/>
          </a:ln>
          <a:effectLst/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wrap="none" lIns="0" tIns="0" rIns="0" bIns="0" rtlCol="0" anchor="b">
            <a:spAutoFit/>
          </a:bodyPr>
          <a:lstStyle/>
          <a:p>
            <a:pPr>
              <a:spcBef>
                <a:spcPct val="10000"/>
              </a:spcBef>
              <a:spcAft>
                <a:spcPts val="110"/>
              </a:spcAft>
            </a:pPr>
            <a:r>
              <a:rPr lang="en-US" sz="900" noProof="0" dirty="0">
                <a:solidFill>
                  <a:schemeClr val="tx2"/>
                </a:solidFill>
                <a:latin typeface="Arial" panose="020B0604020202020204" pitchFamily="34" charset="0"/>
              </a:rPr>
              <a:t>Keywords: pyramids, layer</a:t>
            </a:r>
            <a:r>
              <a:rPr lang="en-US" sz="900" dirty="0">
                <a:solidFill>
                  <a:schemeClr val="tx2"/>
                </a:solidFill>
                <a:latin typeface="Arial" panose="020B0604020202020204" pitchFamily="34" charset="0"/>
              </a:rPr>
              <a:t>s</a:t>
            </a:r>
            <a:endParaRPr lang="en-US" sz="900" noProof="0" dirty="0">
              <a:solidFill>
                <a:schemeClr val="tx2"/>
              </a:solidFill>
              <a:latin typeface="Arial" panose="020B0604020202020204" pitchFamily="34" charset="0"/>
            </a:endParaRPr>
          </a:p>
        </p:txBody>
      </p:sp>
    </p:spTree>
    <p:extLst>
      <p:ext uri="{BB962C8B-B14F-4D97-AF65-F5344CB8AC3E}">
        <p14:creationId xmlns:p14="http://schemas.microsoft.com/office/powerpoint/2010/main" val="3758511922"/>
      </p:ext>
    </p:extLst>
  </p:cSld>
  <p:clrMapOvr>
    <a:masterClrMapping/>
  </p:clrMapOvr>
</p:sld>
</file>

<file path=ppt/tags/tag1.xml><?xml version="1.0" encoding="utf-8"?>
<p:tagLst xmlns:a="http://schemas.openxmlformats.org/drawingml/2006/main" xmlns:r="http://schemas.openxmlformats.org/officeDocument/2006/relationships" xmlns:p="http://schemas.openxmlformats.org/presentationml/2006/main">
  <p:tag name="THINKCELLPRESENTATIONDONOTDELETE" val="&lt;?xml version=&quot;1.0&quot; encoding=&quot;UTF-16&quot; standalone=&quot;yes&quot;?&gt;&lt;root reqver=&quot;32687&quot;&gt;&lt;version val=&quot;38572&quot;/&gt;&lt;CPresentation id=&quot;1&quot;&gt;&lt;m_precDefaultOrdinal&gt;&lt;m_bNumberIsYear val=&quot;1&quot;/&gt;&lt;m_chMinusSymbol&gt;-&lt;/m_chMinusSymbol&gt;&lt;m_chDecimalSymbol17909&gt;.&lt;/m_chDecimalSymbol17909&gt;&lt;m_nGroupingDigits17909 val=&quot;3&quot;/&gt;&lt;m_chGroupingSymbol17909&gt;,&lt;/m_chGroupingSymbol17909&gt;&lt;m_yearfmt&gt;&lt;begin val=&quot;0&quot;/&gt;&lt;end val=&quot;4&quot;/&gt;&lt;/m_yearfmt&gt;&lt;/m_precDefaultOrdinal&gt;&lt;m_precDefaultNumber&gt;&lt;m_bNumberIsYear val=&quot;1&quot;/&gt;&lt;m_chMinusSymbol&gt;-&lt;/m_chMinusSymbol&gt;&lt;m_chDecimalSymbol17909&gt;.&lt;/m_chDecimalSymbol17909&gt;&lt;m_nGroupingDigits17909 val=&quot;3&quot;/&gt;&lt;m_chGroupingSymbol17909&gt;,&lt;/m_chGroupingSymbol17909&gt;&lt;m_yearfmt&gt;&lt;begin val=&quot;0&quot;/&gt;&lt;end val=&quot;4&quot;/&gt;&lt;/m_yearfmt&gt;&lt;/m_precDefaultNumber&gt;&lt;m_precDefaultPercent&gt;&lt;m_bNumberIsYear val=&quot;1&quot;/&gt;&lt;m_chMinusSymbol&gt;-&lt;/m_chMinusSymbol&gt;&lt;m_nDecimalDigits17909 val=&quot;1&quot;/&gt;&lt;m_chDecimalSymbol17909&gt;.&lt;/m_chDecimalSymbol17909&gt;&lt;m_nGroupingDigits17909 val=&quot;3&quot;/&gt;&lt;m_chGroupingSymbol17909&gt;,&lt;/m_chGroupingSymbol17909&gt;&lt;m_yearfmt&gt;&lt;begin val=&quot;0&quot;/&gt;&lt;end val=&quot;4&quot;/&gt;&lt;/m_yearfmt&gt;&lt;/m_precDefaultPercent&gt;&lt;m_precDefaultDate&gt;&lt;m_yearfmt&gt;&lt;begin val=&quot;0&quot;/&gt;&lt;end val=&quot;4&quot;/&gt;&lt;/m_yearfmt&gt;&lt;/m_precDefaultDate&gt;&lt;m_precDefaultDay&gt;&lt;m_yearfmt&gt;&lt;begin val=&quot;0&quot;/&gt;&lt;end val=&quot;4&quot;/&gt;&lt;/m_yearfmt&gt;&lt;/m_precDefaultDay&gt;&lt;m_precDefaultWeek&gt;&lt;m_yearfmt&gt;&lt;begin val=&quot;0&quot;/&gt;&lt;end val=&quot;4&quot;/&gt;&lt;/m_yearfmt&gt;&lt;/m_precDefaultWeek&gt;&lt;m_precDefaultMonth&gt;&lt;m_yearfmt&gt;&lt;begin val=&quot;0&quot;/&gt;&lt;end val=&quot;4&quot;/&gt;&lt;/m_yearfmt&gt;&lt;/m_precDefaultMonth&gt;&lt;m_precDefaultQuarter&gt;&lt;m_yearfmt&gt;&lt;begin val=&quot;0&quot;/&gt;&lt;end val=&quot;4&quot;/&gt;&lt;/m_yearfmt&gt;&lt;/m_precDefaultQuarter&gt;&lt;m_precDefaultYear&gt;&lt;m_yearfmt&gt;&lt;begin val=&quot;0&quot;/&gt;&lt;end val=&quot;4&quot;/&gt;&lt;/m_yearfmt&gt;&lt;/m_precDefaultYear&gt;&lt;m_precDefaultFYDay&gt;&lt;m_yearfmt&gt;&lt;begin val=&quot;0&quot;/&gt;&lt;end val=&quot;4&quot;/&gt;&lt;/m_yearfmt&gt;&lt;/m_precDefaultFYDay&gt;&lt;m_precDefaultFYWeek&gt;&lt;m_yearfmt&gt;&lt;begin val=&quot;0&quot;/&gt;&lt;end val=&quot;4&quot;/&gt;&lt;/m_yearfmt&gt;&lt;/m_precDefaultFYWeek&gt;&lt;m_precDefaultFYMonth&gt;&lt;m_yearfmt&gt;&lt;begin val=&quot;0&quot;/&gt;&lt;end val=&quot;4&quot;/&gt;&lt;/m_yearfmt&gt;&lt;/m_precDefaultFYMonth&gt;&lt;m_precDefaultFYQuarter&gt;&lt;m_yearfmt&gt;&lt;begin val=&quot;0&quot;/&gt;&lt;end val=&quot;4&quot;/&gt;&lt;/m_yearfmt&gt;&lt;/m_precDefaultFYQuarter&gt;&lt;m_precDefaultFYYear&gt;&lt;m_yearfmt&gt;&lt;begin val=&quot;0&quot;/&gt;&lt;end val=&quot;4&quot;/&gt;&lt;/m_yearfmt&gt;&lt;/m_precDefaultFYYear&gt;&lt;m_mruColor&gt;&lt;m_vecMRU length=&quot;2&quot;&gt;&lt;elem m_fUsage=&quot;1.00000000000000000000E+00&quot;&gt;&lt;m_msothmcolidx val=&quot;0&quot;/&gt;&lt;m_rgb r=&quot;0D&quot; g=&quot;94&quot; b=&quot;88&quot;/&gt;&lt;/elem&gt;&lt;elem m_fUsage=&quot;9.00000000000000022204E-01&quot;&gt;&lt;m_msothmcolidx val=&quot;0&quot;/&gt;&lt;m_rgb r=&quot;6B&quot; g=&quot;72&quot; b=&quot;80&quot;/&gt;&lt;/elem&gt;&lt;/m_vecMRU&gt;&lt;/m_mruColor&gt;&lt;m_eweekdayFirstOfWeek val=&quot;2&quot;/&gt;&lt;m_eweekdayFirstOfWorkweek val=&quot;2&quot;/&gt;&lt;m_eweekdayFirstOfWeekend val=&quot;7&quot;/&gt;&lt;/CPresentation&gt;&lt;/root&gt;"/>
</p:tagLst>
</file>

<file path=ppt/tags/tag2.xml><?xml version="1.0" encoding="utf-8"?>
<p:tagLst xmlns:a="http://schemas.openxmlformats.org/drawingml/2006/main" xmlns:r="http://schemas.openxmlformats.org/officeDocument/2006/relationships" xmlns:p="http://schemas.openxmlformats.org/presentationml/2006/main">
  <p:tag name="THINKCELLSHAPEDONOTDELETE" val="thinkcellActiveDocDoNotDelete"/>
</p:tagLst>
</file>

<file path=ppt/tags/tag3.xml><?xml version="1.0" encoding="utf-8"?>
<p:tagLst xmlns:a="http://schemas.openxmlformats.org/drawingml/2006/main" xmlns:r="http://schemas.openxmlformats.org/officeDocument/2006/relationships" xmlns:p="http://schemas.openxmlformats.org/presentationml/2006/main">
  <p:tag name="THINKCELLSHAPEDONOTDELETE" val="thinkcellActiveDocDoNotDelete"/>
</p:tagLst>
</file>

<file path=ppt/tags/tag4.xml><?xml version="1.0" encoding="utf-8"?>
<p:tagLst xmlns:a="http://schemas.openxmlformats.org/drawingml/2006/main" xmlns:r="http://schemas.openxmlformats.org/officeDocument/2006/relationships" xmlns:p="http://schemas.openxmlformats.org/presentationml/2006/main">
  <p:tag name="THINKCELLSHAPEDONOTDELETE" val="thinkcellActiveDocDoNotDelete"/>
</p:tagLst>
</file>

<file path=ppt/tags/tag5.xml><?xml version="1.0" encoding="utf-8"?>
<p:tagLst xmlns:a="http://schemas.openxmlformats.org/drawingml/2006/main" xmlns:r="http://schemas.openxmlformats.org/officeDocument/2006/relationships" xmlns:p="http://schemas.openxmlformats.org/presentationml/2006/main">
  <p:tag name="THINKCELLSHAPEDONOTDELETE" val="toHkmf28rNlg4JUrxjk8x6g"/>
</p:tagLst>
</file>

<file path=ppt/tags/tag6.xml><?xml version="1.0" encoding="utf-8"?>
<p:tagLst xmlns:a="http://schemas.openxmlformats.org/drawingml/2006/main" xmlns:r="http://schemas.openxmlformats.org/officeDocument/2006/relationships" xmlns:p="http://schemas.openxmlformats.org/presentationml/2006/main">
  <p:tag name="THINKCELLSHAPEDONOTDELETE" val="tfYZE._BRtrIJM8OkWdpUfw"/>
</p:tagLst>
</file>

<file path=ppt/tags/tag7.xml><?xml version="1.0" encoding="utf-8"?>
<p:tagLst xmlns:a="http://schemas.openxmlformats.org/drawingml/2006/main" xmlns:r="http://schemas.openxmlformats.org/officeDocument/2006/relationships" xmlns:p="http://schemas.openxmlformats.org/presentationml/2006/main">
  <p:tag name="THINKCELLSHAPEDONOTDELETE" val="tokDRcye.B8nWerRFo9CBsA"/>
</p:tagLst>
</file>

<file path=ppt/tags/tag8.xml><?xml version="1.0" encoding="utf-8"?>
<p:tagLst xmlns:a="http://schemas.openxmlformats.org/drawingml/2006/main" xmlns:r="http://schemas.openxmlformats.org/officeDocument/2006/relationships" xmlns:p="http://schemas.openxmlformats.org/presentationml/2006/main">
  <p:tag name="THINKCELLSHAPEDONOTDELETE" val="t0H9FJDQ_HS_UyOBpRRAvOQ"/>
</p:tagLst>
</file>

<file path=ppt/tags/tag9.xml><?xml version="1.0" encoding="utf-8"?>
<p:tagLst xmlns:a="http://schemas.openxmlformats.org/drawingml/2006/main" xmlns:r="http://schemas.openxmlformats.org/officeDocument/2006/relationships" xmlns:p="http://schemas.openxmlformats.org/presentationml/2006/main">
  <p:tag name="THINKCELLSHAPEDONOTDELETE" val="tYgJS_pjPMsTyO3Gml4GT8w"/>
</p:tagLst>
</file>

<file path=ppt/tags/tag10.xml><?xml version="1.0" encoding="utf-8"?>
<p:tagLst xmlns:a="http://schemas.openxmlformats.org/drawingml/2006/main" xmlns:r="http://schemas.openxmlformats.org/officeDocument/2006/relationships" xmlns:p="http://schemas.openxmlformats.org/presentationml/2006/main">
  <p:tag name="THINKCELLSHAPEDONOTDELETE" val="tTtgj0vG11jJpmKSXgs0Hsg"/>
</p:tagLst>
</file>

<file path=ppt/tags/tag11.xml><?xml version="1.0" encoding="utf-8"?>
<p:tagLst xmlns:a="http://schemas.openxmlformats.org/drawingml/2006/main" xmlns:r="http://schemas.openxmlformats.org/officeDocument/2006/relationships" xmlns:p="http://schemas.openxmlformats.org/presentationml/2006/main">
  <p:tag name="THINKCELLSHAPEDONOTDELETE" val="tfxMGb.WoqyL7v23i7qoAVQ"/>
</p:tagLst>
</file>

<file path=ppt/tags/tag12.xml><?xml version="1.0" encoding="utf-8"?>
<p:tagLst xmlns:a="http://schemas.openxmlformats.org/drawingml/2006/main" xmlns:r="http://schemas.openxmlformats.org/officeDocument/2006/relationships" xmlns:p="http://schemas.openxmlformats.org/presentationml/2006/main">
  <p:tag name="THINKCELLSHAPEDONOTDELETE" val="tmPkmUnO8qmOZefsZDH5TRw"/>
</p:tagLst>
</file>

<file path=ppt/tags/tag13.xml><?xml version="1.0" encoding="utf-8"?>
<p:tagLst xmlns:a="http://schemas.openxmlformats.org/drawingml/2006/main" xmlns:r="http://schemas.openxmlformats.org/officeDocument/2006/relationships" xmlns:p="http://schemas.openxmlformats.org/presentationml/2006/main">
  <p:tag name="THINKCELLSHAPEDONOTDELETE" val="tuJ0EAjzsLaMNAsrp1x2H.g"/>
</p:tagLst>
</file>

<file path=ppt/tags/tag14.xml><?xml version="1.0" encoding="utf-8"?>
<p:tagLst xmlns:a="http://schemas.openxmlformats.org/drawingml/2006/main" xmlns:r="http://schemas.openxmlformats.org/officeDocument/2006/relationships" xmlns:p="http://schemas.openxmlformats.org/presentationml/2006/main">
  <p:tag name="THINKCELLSHAPEDONOTDELETE" val="tyM483.IpjL7_LKVzS2IerA"/>
</p:tagLst>
</file>

<file path=ppt/tags/tag15.xml><?xml version="1.0" encoding="utf-8"?>
<p:tagLst xmlns:a="http://schemas.openxmlformats.org/drawingml/2006/main" xmlns:r="http://schemas.openxmlformats.org/officeDocument/2006/relationships" xmlns:p="http://schemas.openxmlformats.org/presentationml/2006/main">
  <p:tag name="THINKCELLSHAPEDONOTDELETE" val="thinkcellActiveDocDoNotDelete"/>
</p:tagLst>
</file>

<file path=ppt/tags/tag16.xml><?xml version="1.0" encoding="utf-8"?>
<p:tagLst xmlns:a="http://schemas.openxmlformats.org/drawingml/2006/main" xmlns:r="http://schemas.openxmlformats.org/officeDocument/2006/relationships" xmlns:p="http://schemas.openxmlformats.org/presentationml/2006/main">
  <p:tag name="THINKCELLSHAPEDONOTDELETE" val="toHkmf28rNlg4JUrxjk8x6g"/>
</p:tagLst>
</file>

<file path=ppt/tags/tag17.xml><?xml version="1.0" encoding="utf-8"?>
<p:tagLst xmlns:a="http://schemas.openxmlformats.org/drawingml/2006/main" xmlns:r="http://schemas.openxmlformats.org/officeDocument/2006/relationships" xmlns:p="http://schemas.openxmlformats.org/presentationml/2006/main">
  <p:tag name="THINKCELLSHAPEDONOTDELETE" val="tfYZE._BRtrIJM8OkWdpUfw"/>
</p:tagLst>
</file>

<file path=ppt/tags/tag18.xml><?xml version="1.0" encoding="utf-8"?>
<p:tagLst xmlns:a="http://schemas.openxmlformats.org/drawingml/2006/main" xmlns:r="http://schemas.openxmlformats.org/officeDocument/2006/relationships" xmlns:p="http://schemas.openxmlformats.org/presentationml/2006/main">
  <p:tag name="THINKCELLSHAPEDONOTDELETE" val="tYgJS_pjPMsTyO3Gml4GT8w"/>
</p:tagLst>
</file>

<file path=ppt/tags/tag19.xml><?xml version="1.0" encoding="utf-8"?>
<p:tagLst xmlns:a="http://schemas.openxmlformats.org/drawingml/2006/main" xmlns:r="http://schemas.openxmlformats.org/officeDocument/2006/relationships" xmlns:p="http://schemas.openxmlformats.org/presentationml/2006/main">
  <p:tag name="THINKCELLSHAPEDONOTDELETE" val="tTtgj0vG11jJpmKSXgs0Hsg"/>
</p:tagLst>
</file>

<file path=ppt/tags/tag20.xml><?xml version="1.0" encoding="utf-8"?>
<p:tagLst xmlns:a="http://schemas.openxmlformats.org/drawingml/2006/main" xmlns:r="http://schemas.openxmlformats.org/officeDocument/2006/relationships" xmlns:p="http://schemas.openxmlformats.org/presentationml/2006/main">
  <p:tag name="THINKCELLSHAPEDONOTDELETE" val="tmPkmUnO8qmOZefsZDH5TRw"/>
</p:tagLst>
</file>

<file path=ppt/tags/tag21.xml><?xml version="1.0" encoding="utf-8"?>
<p:tagLst xmlns:a="http://schemas.openxmlformats.org/drawingml/2006/main" xmlns:r="http://schemas.openxmlformats.org/officeDocument/2006/relationships" xmlns:p="http://schemas.openxmlformats.org/presentationml/2006/main">
  <p:tag name="THINKCELLSHAPEDONOTDELETE" val="tuJ0EAjzsLaMNAsrp1x2H.g"/>
</p:tagLst>
</file>

<file path=ppt/tags/tag22.xml><?xml version="1.0" encoding="utf-8"?>
<p:tagLst xmlns:a="http://schemas.openxmlformats.org/drawingml/2006/main" xmlns:r="http://schemas.openxmlformats.org/officeDocument/2006/relationships" xmlns:p="http://schemas.openxmlformats.org/presentationml/2006/main">
  <p:tag name="THINKCELLSHAPEDONOTDELETE" val="thinkcellActiveDocDoNotDelete"/>
</p:tagLst>
</file>

<file path=ppt/tags/tag23.xml><?xml version="1.0" encoding="utf-8"?>
<p:tagLst xmlns:a="http://schemas.openxmlformats.org/drawingml/2006/main" xmlns:r="http://schemas.openxmlformats.org/officeDocument/2006/relationships" xmlns:p="http://schemas.openxmlformats.org/presentationml/2006/main">
  <p:tag name="THINKCELLSHAPEDONOTDELETE" val="towH7taUxMqZbOBHYGccQOg"/>
</p:tagLst>
</file>

<file path=ppt/tags/tag24.xml><?xml version="1.0" encoding="utf-8"?>
<p:tagLst xmlns:a="http://schemas.openxmlformats.org/drawingml/2006/main" xmlns:r="http://schemas.openxmlformats.org/officeDocument/2006/relationships" xmlns:p="http://schemas.openxmlformats.org/presentationml/2006/main">
  <p:tag name="THINKCELLSHAPEDONOTDELETE" val="ty22vGpa_SlIqat0Lcky1ZA"/>
</p:tagLst>
</file>

<file path=ppt/tags/tag25.xml><?xml version="1.0" encoding="utf-8"?>
<p:tagLst xmlns:a="http://schemas.openxmlformats.org/drawingml/2006/main" xmlns:r="http://schemas.openxmlformats.org/officeDocument/2006/relationships" xmlns:p="http://schemas.openxmlformats.org/presentationml/2006/main">
  <p:tag name="THINKCELLSHAPEDONOTDELETE" val="tj9VwyzQdsM53ZTSypjoSLA"/>
</p:tagLst>
</file>

<file path=ppt/tags/tag26.xml><?xml version="1.0" encoding="utf-8"?>
<p:tagLst xmlns:a="http://schemas.openxmlformats.org/drawingml/2006/main" xmlns:r="http://schemas.openxmlformats.org/officeDocument/2006/relationships" xmlns:p="http://schemas.openxmlformats.org/presentationml/2006/main">
  <p:tag name="THINKCELLSHAPEDONOTDELETE" val="tqAUYJR8iIRbHjNZhdnvzJA"/>
</p:tagLst>
</file>

<file path=ppt/tags/tag27.xml><?xml version="1.0" encoding="utf-8"?>
<p:tagLst xmlns:a="http://schemas.openxmlformats.org/drawingml/2006/main" xmlns:r="http://schemas.openxmlformats.org/officeDocument/2006/relationships" xmlns:p="http://schemas.openxmlformats.org/presentationml/2006/main">
  <p:tag name="THINKCELLSHAPEDONOTDELETE" val="tYM5wdebDZplmBRgiPpuzug"/>
</p:tagLst>
</file>

<file path=ppt/tags/tag28.xml><?xml version="1.0" encoding="utf-8"?>
<p:tagLst xmlns:a="http://schemas.openxmlformats.org/drawingml/2006/main" xmlns:r="http://schemas.openxmlformats.org/officeDocument/2006/relationships" xmlns:p="http://schemas.openxmlformats.org/presentationml/2006/main">
  <p:tag name="THINKCELLSHAPEDONOTDELETE" val="tIIVd4wm10BU11WOWAdhkKg"/>
</p:tagLst>
</file>

<file path=ppt/tags/tag29.xml><?xml version="1.0" encoding="utf-8"?>
<p:tagLst xmlns:a="http://schemas.openxmlformats.org/drawingml/2006/main" xmlns:r="http://schemas.openxmlformats.org/officeDocument/2006/relationships" xmlns:p="http://schemas.openxmlformats.org/presentationml/2006/main">
  <p:tag name="THINKCELLSHAPEDONOTDELETE" val="thaD79jAt2euzSm21dJFaSw"/>
</p:tagLst>
</file>

<file path=ppt/tags/tag30.xml><?xml version="1.0" encoding="utf-8"?>
<p:tagLst xmlns:a="http://schemas.openxmlformats.org/drawingml/2006/main" xmlns:r="http://schemas.openxmlformats.org/officeDocument/2006/relationships" xmlns:p="http://schemas.openxmlformats.org/presentationml/2006/main">
  <p:tag name="THINKCELLSHAPEDONOTDELETE" val="t.t8R0vsgx3UT1RWKZGr0xA"/>
</p:tagLst>
</file>

<file path=ppt/tags/tag31.xml><?xml version="1.0" encoding="utf-8"?>
<p:tagLst xmlns:a="http://schemas.openxmlformats.org/drawingml/2006/main" xmlns:r="http://schemas.openxmlformats.org/officeDocument/2006/relationships" xmlns:p="http://schemas.openxmlformats.org/presentationml/2006/main">
  <p:tag name="THINKCELLSHAPEDONOTDELETE" val="tBbC8MABUH4_pnQq8_zV9Yw"/>
</p:tagLst>
</file>

<file path=ppt/tags/tag32.xml><?xml version="1.0" encoding="utf-8"?>
<p:tagLst xmlns:a="http://schemas.openxmlformats.org/drawingml/2006/main" xmlns:r="http://schemas.openxmlformats.org/officeDocument/2006/relationships" xmlns:p="http://schemas.openxmlformats.org/presentationml/2006/main">
  <p:tag name="THINKCELLSHAPEDONOTDELETE" val="tHshMiNRcOrfp6HFlpumBDw"/>
</p:tagLst>
</file>

<file path=ppt/tags/tag33.xml><?xml version="1.0" encoding="utf-8"?>
<p:tagLst xmlns:a="http://schemas.openxmlformats.org/drawingml/2006/main" xmlns:r="http://schemas.openxmlformats.org/officeDocument/2006/relationships" xmlns:p="http://schemas.openxmlformats.org/presentationml/2006/main">
  <p:tag name="THINKCELLSHAPEDONOTDELETE" val="t00ZwiFtKqnUV_xJ7M1YqWA"/>
</p:tagLst>
</file>

<file path=ppt/tags/tag34.xml><?xml version="1.0" encoding="utf-8"?>
<p:tagLst xmlns:a="http://schemas.openxmlformats.org/drawingml/2006/main" xmlns:r="http://schemas.openxmlformats.org/officeDocument/2006/relationships" xmlns:p="http://schemas.openxmlformats.org/presentationml/2006/main">
  <p:tag name="THINKCELLSHAPEDONOTDELETE" val="th24Fqr4uKGzdNU346D1FfQ"/>
</p:tagLst>
</file>

<file path=ppt/tags/tag35.xml><?xml version="1.0" encoding="utf-8"?>
<p:tagLst xmlns:a="http://schemas.openxmlformats.org/drawingml/2006/main" xmlns:r="http://schemas.openxmlformats.org/officeDocument/2006/relationships" xmlns:p="http://schemas.openxmlformats.org/presentationml/2006/main">
  <p:tag name="THINKCELLSHAPEDONOTDELETE" val="thinkcellActiveDocDoNotDelete"/>
</p:tagLst>
</file>

<file path=ppt/tags/tag36.xml><?xml version="1.0" encoding="utf-8"?>
<p:tagLst xmlns:a="http://schemas.openxmlformats.org/drawingml/2006/main" xmlns:r="http://schemas.openxmlformats.org/officeDocument/2006/relationships" xmlns:p="http://schemas.openxmlformats.org/presentationml/2006/main">
  <p:tag name="THINKCELLSHAPEDONOTDELETE" val="tvCLVp6_nStwJs5.ItYJ9vw"/>
</p:tagLst>
</file>

<file path=ppt/tags/tag37.xml><?xml version="1.0" encoding="utf-8"?>
<p:tagLst xmlns:a="http://schemas.openxmlformats.org/drawingml/2006/main" xmlns:r="http://schemas.openxmlformats.org/officeDocument/2006/relationships" xmlns:p="http://schemas.openxmlformats.org/presentationml/2006/main">
  <p:tag name="THINKCELLSHAPEDONOTDELETE" val="t5iKYRqyfHMkkYNOmnlksxQ"/>
</p:tagLst>
</file>

<file path=ppt/tags/tag38.xml><?xml version="1.0" encoding="utf-8"?>
<p:tagLst xmlns:a="http://schemas.openxmlformats.org/drawingml/2006/main" xmlns:r="http://schemas.openxmlformats.org/officeDocument/2006/relationships" xmlns:p="http://schemas.openxmlformats.org/presentationml/2006/main">
  <p:tag name="THINKCELLSHAPEDONOTDELETE" val="t_9_jrapfw4eH6INRYIPIRQ"/>
</p:tagLst>
</file>

<file path=ppt/tags/tag39.xml><?xml version="1.0" encoding="utf-8"?>
<p:tagLst xmlns:a="http://schemas.openxmlformats.org/drawingml/2006/main" xmlns:r="http://schemas.openxmlformats.org/officeDocument/2006/relationships" xmlns:p="http://schemas.openxmlformats.org/presentationml/2006/main">
  <p:tag name="THINKCELLSHAPEDONOTDELETE" val="tk7yrMQ4MhvSIljrvR8vSMg"/>
</p:tagLst>
</file>

<file path=ppt/tags/tag40.xml><?xml version="1.0" encoding="utf-8"?>
<p:tagLst xmlns:a="http://schemas.openxmlformats.org/drawingml/2006/main" xmlns:r="http://schemas.openxmlformats.org/officeDocument/2006/relationships" xmlns:p="http://schemas.openxmlformats.org/presentationml/2006/main">
  <p:tag name="THINKCELLSHAPEDONOTDELETE" val="toEKAT5CrOBHAXNW9opKzDg"/>
</p:tagLst>
</file>

<file path=ppt/tags/tag41.xml><?xml version="1.0" encoding="utf-8"?>
<p:tagLst xmlns:a="http://schemas.openxmlformats.org/drawingml/2006/main" xmlns:r="http://schemas.openxmlformats.org/officeDocument/2006/relationships" xmlns:p="http://schemas.openxmlformats.org/presentationml/2006/main">
  <p:tag name="THINKCELLSHAPEDONOTDELETE" val="t4BdNpCwDqwjIucqB2UScNA"/>
</p:tagLst>
</file>

<file path=ppt/tags/tag42.xml><?xml version="1.0" encoding="utf-8"?>
<p:tagLst xmlns:a="http://schemas.openxmlformats.org/drawingml/2006/main" xmlns:r="http://schemas.openxmlformats.org/officeDocument/2006/relationships" xmlns:p="http://schemas.openxmlformats.org/presentationml/2006/main">
  <p:tag name="THINKCELLSHAPEDONOTDELETE" val="tL_3RiON9EQyH4vqK2_uFCg"/>
</p:tagLst>
</file>

<file path=ppt/tags/tag43.xml><?xml version="1.0" encoding="utf-8"?>
<p:tagLst xmlns:a="http://schemas.openxmlformats.org/drawingml/2006/main" xmlns:r="http://schemas.openxmlformats.org/officeDocument/2006/relationships" xmlns:p="http://schemas.openxmlformats.org/presentationml/2006/main">
  <p:tag name="THINKCELLSHAPEDONOTDELETE" val="tt3rhU4cT.GWFDVR6shzTeA"/>
</p:tagLst>
</file>

<file path=ppt/tags/tag44.xml><?xml version="1.0" encoding="utf-8"?>
<p:tagLst xmlns:a="http://schemas.openxmlformats.org/drawingml/2006/main" xmlns:r="http://schemas.openxmlformats.org/officeDocument/2006/relationships" xmlns:p="http://schemas.openxmlformats.org/presentationml/2006/main">
  <p:tag name="THINKCELLSHAPEDONOTDELETE" val="ttdlLokrJjLDtuw9EE_DSgA"/>
</p:tagLst>
</file>

<file path=ppt/tags/tag45.xml><?xml version="1.0" encoding="utf-8"?>
<p:tagLst xmlns:a="http://schemas.openxmlformats.org/drawingml/2006/main" xmlns:r="http://schemas.openxmlformats.org/officeDocument/2006/relationships" xmlns:p="http://schemas.openxmlformats.org/presentationml/2006/main">
  <p:tag name="THINKCELLSHAPEDONOTDELETE" val="tDRmznB_blKAeaZiYjWvQ_w"/>
</p:tagLst>
</file>

<file path=ppt/tags/tag46.xml><?xml version="1.0" encoding="utf-8"?>
<p:tagLst xmlns:a="http://schemas.openxmlformats.org/drawingml/2006/main" xmlns:r="http://schemas.openxmlformats.org/officeDocument/2006/relationships" xmlns:p="http://schemas.openxmlformats.org/presentationml/2006/main">
  <p:tag name="THINKCELLSHAPEDONOTDELETE" val="tmhcKGT8b.l2XrFqkYkqoHw"/>
</p:tagLst>
</file>

<file path=ppt/tags/tag47.xml><?xml version="1.0" encoding="utf-8"?>
<p:tagLst xmlns:a="http://schemas.openxmlformats.org/drawingml/2006/main" xmlns:r="http://schemas.openxmlformats.org/officeDocument/2006/relationships" xmlns:p="http://schemas.openxmlformats.org/presentationml/2006/main">
  <p:tag name="THINKCELLSHAPEDONOTDELETE" val="tJq1skU7Bc8CYDaniWjHKpQ"/>
</p:tagLst>
</file>

<file path=ppt/tags/tag48.xml><?xml version="1.0" encoding="utf-8"?>
<p:tagLst xmlns:a="http://schemas.openxmlformats.org/drawingml/2006/main" xmlns:r="http://schemas.openxmlformats.org/officeDocument/2006/relationships" xmlns:p="http://schemas.openxmlformats.org/presentationml/2006/main">
  <p:tag name="THINKCELLSHAPEDONOTDELETE" val="tsO8OTAjbzeBaaXvWVeVUlg"/>
</p:tagLst>
</file>

<file path=ppt/tags/tag49.xml><?xml version="1.0" encoding="utf-8"?>
<p:tagLst xmlns:a="http://schemas.openxmlformats.org/drawingml/2006/main" xmlns:r="http://schemas.openxmlformats.org/officeDocument/2006/relationships" xmlns:p="http://schemas.openxmlformats.org/presentationml/2006/main">
  <p:tag name="THINKCELLSHAPEDONOTDELETE" val="tNJXVkGUWbk9yRRiY7j0MCg"/>
</p:tagLst>
</file>

<file path=ppt/tags/tag50.xml><?xml version="1.0" encoding="utf-8"?>
<p:tagLst xmlns:a="http://schemas.openxmlformats.org/drawingml/2006/main" xmlns:r="http://schemas.openxmlformats.org/officeDocument/2006/relationships" xmlns:p="http://schemas.openxmlformats.org/presentationml/2006/main">
  <p:tag name="THINKCELLSHAPEDONOTDELETE" val="t6rnQmM75k6c5uK8Q.fcSiA"/>
</p:tagLst>
</file>

<file path=ppt/tags/tag51.xml><?xml version="1.0" encoding="utf-8"?>
<p:tagLst xmlns:a="http://schemas.openxmlformats.org/drawingml/2006/main" xmlns:r="http://schemas.openxmlformats.org/officeDocument/2006/relationships" xmlns:p="http://schemas.openxmlformats.org/presentationml/2006/main">
  <p:tag name="THINKCELLSHAPEDONOTDELETE" val="tgkMtHgO5jiInjMpnNf6gsQ"/>
</p:tagLst>
</file>

<file path=ppt/tags/tag52.xml><?xml version="1.0" encoding="utf-8"?>
<p:tagLst xmlns:a="http://schemas.openxmlformats.org/drawingml/2006/main" xmlns:r="http://schemas.openxmlformats.org/officeDocument/2006/relationships" xmlns:p="http://schemas.openxmlformats.org/presentationml/2006/main">
  <p:tag name="THINKCELLSHAPEDONOTDELETE" val="tQMYl9W2ZstB2lMha2hvZzw"/>
</p:tagLst>
</file>

<file path=ppt/tags/tag53.xml><?xml version="1.0" encoding="utf-8"?>
<p:tagLst xmlns:a="http://schemas.openxmlformats.org/drawingml/2006/main" xmlns:r="http://schemas.openxmlformats.org/officeDocument/2006/relationships" xmlns:p="http://schemas.openxmlformats.org/presentationml/2006/main">
  <p:tag name="THINKCELLSHAPEDONOTDELETE" val="thinkcellActiveDocDoNotDelete"/>
</p:tagLst>
</file>

<file path=ppt/tags/tag54.xml><?xml version="1.0" encoding="utf-8"?>
<p:tagLst xmlns:a="http://schemas.openxmlformats.org/drawingml/2006/main" xmlns:r="http://schemas.openxmlformats.org/officeDocument/2006/relationships" xmlns:p="http://schemas.openxmlformats.org/presentationml/2006/main">
  <p:tag name="THINKCELLSHAPEDONOTDELETE" val="thinkcellActiveDocDoNotDelete"/>
</p:tagLst>
</file>

<file path=ppt/tags/tag55.xml><?xml version="1.0" encoding="utf-8"?>
<p:tagLst xmlns:a="http://schemas.openxmlformats.org/drawingml/2006/main" xmlns:r="http://schemas.openxmlformats.org/officeDocument/2006/relationships" xmlns:p="http://schemas.openxmlformats.org/presentationml/2006/main">
  <p:tag name="THINKCELLSHAPEDONOTDELETE" val="thinkcellActiveDocDoNotDelete"/>
</p:tagLst>
</file>

<file path=ppt/tags/tag56.xml><?xml version="1.0" encoding="utf-8"?>
<p:tagLst xmlns:a="http://schemas.openxmlformats.org/drawingml/2006/main" xmlns:r="http://schemas.openxmlformats.org/officeDocument/2006/relationships" xmlns:p="http://schemas.openxmlformats.org/presentationml/2006/main">
  <p:tag name="THINKCELLSHAPEDONOTDELETE" val="thinkcellActiveDocDoNotDelete"/>
</p:tagLst>
</file>

<file path=ppt/tags/tag57.xml><?xml version="1.0" encoding="utf-8"?>
<p:tagLst xmlns:a="http://schemas.openxmlformats.org/drawingml/2006/main" xmlns:r="http://schemas.openxmlformats.org/officeDocument/2006/relationships" xmlns:p="http://schemas.openxmlformats.org/presentationml/2006/main">
  <p:tag name="THINKCELLSHAPEDONOTDELETE" val="thinkcellActiveDocDoNotDelete"/>
</p:tagLst>
</file>

<file path=ppt/tags/tag58.xml><?xml version="1.0" encoding="utf-8"?>
<p:tagLst xmlns:a="http://schemas.openxmlformats.org/drawingml/2006/main" xmlns:r="http://schemas.openxmlformats.org/officeDocument/2006/relationships" xmlns:p="http://schemas.openxmlformats.org/presentationml/2006/main">
  <p:tag name="MIO_SKIP_CDCHECK" val="True"/>
</p:tagLst>
</file>

<file path=ppt/tags/tag59.xml><?xml version="1.0" encoding="utf-8"?>
<p:tagLst xmlns:a="http://schemas.openxmlformats.org/drawingml/2006/main" xmlns:r="http://schemas.openxmlformats.org/officeDocument/2006/relationships" xmlns:p="http://schemas.openxmlformats.org/presentationml/2006/main">
  <p:tag name="MIO_SKIP_CDCHECK" val="True"/>
</p:tagLst>
</file>

<file path=ppt/tags/tag60.xml><?xml version="1.0" encoding="utf-8"?>
<p:tagLst xmlns:a="http://schemas.openxmlformats.org/drawingml/2006/main" xmlns:r="http://schemas.openxmlformats.org/officeDocument/2006/relationships" xmlns:p="http://schemas.openxmlformats.org/presentationml/2006/main">
  <p:tag name="MIO_SKIP_CDCHECK" val="True"/>
</p:tagLst>
</file>

<file path=ppt/tags/tag61.xml><?xml version="1.0" encoding="utf-8"?>
<p:tagLst xmlns:a="http://schemas.openxmlformats.org/drawingml/2006/main" xmlns:r="http://schemas.openxmlformats.org/officeDocument/2006/relationships" xmlns:p="http://schemas.openxmlformats.org/presentationml/2006/main">
  <p:tag name="MIO_SKIP_CDCHECK" val="True"/>
</p:tagLst>
</file>

<file path=ppt/tags/tag62.xml><?xml version="1.0" encoding="utf-8"?>
<p:tagLst xmlns:a="http://schemas.openxmlformats.org/drawingml/2006/main" xmlns:r="http://schemas.openxmlformats.org/officeDocument/2006/relationships" xmlns:p="http://schemas.openxmlformats.org/presentationml/2006/main">
  <p:tag name="MIO_SKIP_CDCHECK" val="True"/>
</p:tagLst>
</file>

<file path=ppt/tags/tag63.xml><?xml version="1.0" encoding="utf-8"?>
<p:tagLst xmlns:a="http://schemas.openxmlformats.org/drawingml/2006/main" xmlns:r="http://schemas.openxmlformats.org/officeDocument/2006/relationships" xmlns:p="http://schemas.openxmlformats.org/presentationml/2006/main">
  <p:tag name="MIO_SKIP_CDCHECK" val="True"/>
</p:tagLst>
</file>

<file path=ppt/tags/tag64.xml><?xml version="1.0" encoding="utf-8"?>
<p:tagLst xmlns:a="http://schemas.openxmlformats.org/drawingml/2006/main" xmlns:r="http://schemas.openxmlformats.org/officeDocument/2006/relationships" xmlns:p="http://schemas.openxmlformats.org/presentationml/2006/main">
  <p:tag name="THINKCELLSHAPEDONOTDELETE" val="thinkcellActiveDocDoNotDelete"/>
</p:tagLst>
</file>

<file path=ppt/tags/tag65.xml><?xml version="1.0" encoding="utf-8"?>
<p:tagLst xmlns:a="http://schemas.openxmlformats.org/drawingml/2006/main" xmlns:r="http://schemas.openxmlformats.org/officeDocument/2006/relationships" xmlns:p="http://schemas.openxmlformats.org/presentationml/2006/main">
  <p:tag name="MIO_SKIP_CDCHECK" val="True"/>
</p:tagLst>
</file>

<file path=ppt/tags/tag66.xml><?xml version="1.0" encoding="utf-8"?>
<p:tagLst xmlns:a="http://schemas.openxmlformats.org/drawingml/2006/main" xmlns:r="http://schemas.openxmlformats.org/officeDocument/2006/relationships" xmlns:p="http://schemas.openxmlformats.org/presentationml/2006/main">
  <p:tag name="MIO_SKIP_CDCHECK" val="True"/>
</p:tagLst>
</file>

<file path=ppt/tags/tag67.xml><?xml version="1.0" encoding="utf-8"?>
<p:tagLst xmlns:a="http://schemas.openxmlformats.org/drawingml/2006/main" xmlns:r="http://schemas.openxmlformats.org/officeDocument/2006/relationships" xmlns:p="http://schemas.openxmlformats.org/presentationml/2006/main">
  <p:tag name="MIO_SKIP_CDCHECK" val="True"/>
</p:tagLst>
</file>

<file path=ppt/tags/tag68.xml><?xml version="1.0" encoding="utf-8"?>
<p:tagLst xmlns:a="http://schemas.openxmlformats.org/drawingml/2006/main" xmlns:r="http://schemas.openxmlformats.org/officeDocument/2006/relationships" xmlns:p="http://schemas.openxmlformats.org/presentationml/2006/main">
  <p:tag name="MIO_SKIP_CDCHECK" val="True"/>
</p:tagLst>
</file>

<file path=ppt/tags/tag69.xml><?xml version="1.0" encoding="utf-8"?>
<p:tagLst xmlns:a="http://schemas.openxmlformats.org/drawingml/2006/main" xmlns:r="http://schemas.openxmlformats.org/officeDocument/2006/relationships" xmlns:p="http://schemas.openxmlformats.org/presentationml/2006/main">
  <p:tag name="MIO_SKIP_CDCHECK" val="True"/>
</p:tagLst>
</file>

<file path=ppt/tags/tag70.xml><?xml version="1.0" encoding="utf-8"?>
<p:tagLst xmlns:a="http://schemas.openxmlformats.org/drawingml/2006/main" xmlns:r="http://schemas.openxmlformats.org/officeDocument/2006/relationships" xmlns:p="http://schemas.openxmlformats.org/presentationml/2006/main">
  <p:tag name="MIO_SKIP_CDCHECK" val="True"/>
</p:tagLst>
</file>

<file path=ppt/theme/theme1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0E2841"/>
      </a:dk2>
      <a:lt2>
        <a:srgbClr val="E8E8E8"/>
      </a:lt2>
      <a:accent1>
        <a:srgbClr val="156082"/>
      </a:accent1>
      <a:accent2>
        <a:srgbClr val="E97132"/>
      </a:accent2>
      <a:accent3>
        <a:srgbClr val="196B24"/>
      </a:accent3>
      <a:accent4>
        <a:srgbClr val="0F9ED5"/>
      </a:accent4>
      <a:accent5>
        <a:srgbClr val="A02B93"/>
      </a:accent5>
      <a:accent6>
        <a:srgbClr val="4EA72E"/>
      </a:accent6>
      <a:hlink>
        <a:srgbClr val="467886"/>
      </a:hlink>
      <a:folHlink>
        <a:srgbClr val="96607D"/>
      </a:folHlink>
    </a:clrScheme>
    <a:fontScheme name="Office">
      <a:majorFont>
        <a:latin typeface="Aptos Display" panose="02110004020202020204"/>
        <a:ea typeface=""/>
        <a:cs typeface=""/>
        <a:font script="Jpan" typeface="游ゴシック Light"/>
        <a:font script="Hang" typeface="맑은 고딕"/>
        <a:font script="Hans" typeface="等线 Light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ajorFont>
      <a:minorFont>
        <a:latin typeface="Aptos" panose="02110004020202020204"/>
        <a:ea typeface=""/>
        <a:cs typeface=""/>
        <a:font script="Jpan" typeface="游ゴシック"/>
        <a:font script="Hang" typeface="맑은 고딕"/>
        <a:font script="Hans" typeface="等线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lumMod val="110000"/>
                <a:satMod val="105000"/>
                <a:tint val="67000"/>
              </a:schemeClr>
            </a:gs>
            <a:gs pos="50000">
              <a:schemeClr val="phClr">
                <a:lumMod val="105000"/>
                <a:satMod val="103000"/>
                <a:tint val="73000"/>
              </a:schemeClr>
            </a:gs>
            <a:gs pos="100000">
              <a:schemeClr val="phClr">
                <a:lumMod val="105000"/>
                <a:satMod val="109000"/>
                <a:tint val="81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satMod val="103000"/>
                <a:lumMod val="102000"/>
                <a:tint val="94000"/>
              </a:schemeClr>
            </a:gs>
            <a:gs pos="50000">
              <a:schemeClr val="phClr">
                <a:satMod val="110000"/>
                <a:lumMod val="100000"/>
                <a:shade val="100000"/>
              </a:schemeClr>
            </a:gs>
            <a:gs pos="100000">
              <a:schemeClr val="phClr">
                <a:lumMod val="99000"/>
                <a:satMod val="120000"/>
                <a:shade val="78000"/>
              </a:schemeClr>
            </a:gs>
          </a:gsLst>
          <a:lin ang="5400000" scaled="0"/>
        </a:gradFill>
      </a:fillStyleLst>
      <a:lnStyleLst>
        <a:ln w="12700" cap="flat" cmpd="sng" algn="ctr">
          <a:solidFill>
            <a:schemeClr val="phClr"/>
          </a:solidFill>
          <a:prstDash val="solid"/>
          <a:miter lim="800000"/>
        </a:ln>
        <a:ln w="19050" cap="flat" cmpd="sng" algn="ctr">
          <a:solidFill>
            <a:schemeClr val="phClr"/>
          </a:solidFill>
          <a:prstDash val="solid"/>
          <a:miter lim="800000"/>
        </a:ln>
        <a:ln w="25400" cap="flat" cmpd="sng" algn="ctr">
          <a:solidFill>
            <a:schemeClr val="phClr"/>
          </a:solidFill>
          <a:prstDash val="solid"/>
          <a:miter lim="800000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 algn="ctr" rotWithShape="0">
              <a:srgbClr val="000000">
                <a:alpha val="63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 rotWithShape="1">
          <a:gsLst>
            <a:gs pos="0">
              <a:schemeClr val="phClr">
                <a:tint val="93000"/>
                <a:satMod val="150000"/>
                <a:shade val="98000"/>
                <a:lumMod val="102000"/>
              </a:schemeClr>
            </a:gs>
            <a:gs pos="50000">
              <a:schemeClr val="phClr">
                <a:tint val="98000"/>
                <a:satMod val="130000"/>
                <a:shade val="90000"/>
                <a:lumMod val="103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  <a:objectDefaults>
    <a:lnDef>
      <a:spPr/>
      <a:bodyPr/>
      <a:lstStyle/>
      <a:style>
        <a:lnRef idx="2">
          <a:schemeClr val="accent1"/>
        </a:lnRef>
        <a:fillRef idx="0">
          <a:schemeClr val="accent1"/>
        </a:fillRef>
        <a:effectRef idx="1">
          <a:schemeClr val="accent1"/>
        </a:effectRef>
        <a:fontRef idx="minor">
          <a:schemeClr val="tx1"/>
        </a:fontRef>
      </a:style>
    </a:lnDef>
  </a:objectDefaults>
  <a:extraClrSchemeLst/>
  <a:extLst>
    <a:ext uri="{05A4C25C-085E-4340-85A3-A5531E510DB2}">
      <thm15:themeFamily xmlns:thm15="http://schemas.microsoft.com/office/thememl/2012/main" name="Office Theme" id="{2E142A2C-CD16-42D6-873A-C26D2A0506FA}" vid="{1BDDFF52-6CD6-40A5-AB3C-68EB2F1E4D0A}"/>
    </a:ext>
  </a:extLst>
</a:theme>
</file>

<file path=ppt/theme/theme2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0E2841"/>
      </a:dk2>
      <a:lt2>
        <a:srgbClr val="E8E8E8"/>
      </a:lt2>
      <a:accent1>
        <a:srgbClr val="156082"/>
      </a:accent1>
      <a:accent2>
        <a:srgbClr val="E97132"/>
      </a:accent2>
      <a:accent3>
        <a:srgbClr val="196B24"/>
      </a:accent3>
      <a:accent4>
        <a:srgbClr val="0F9ED5"/>
      </a:accent4>
      <a:accent5>
        <a:srgbClr val="A02B93"/>
      </a:accent5>
      <a:accent6>
        <a:srgbClr val="4EA72E"/>
      </a:accent6>
      <a:hlink>
        <a:srgbClr val="467886"/>
      </a:hlink>
      <a:folHlink>
        <a:srgbClr val="96607D"/>
      </a:folHlink>
    </a:clrScheme>
    <a:fontScheme name="Office">
      <a:majorFont>
        <a:latin typeface="Aptos Display" panose="02110004020202020204"/>
        <a:ea typeface=""/>
        <a:cs typeface=""/>
        <a:font script="Jpan" typeface="游ゴシック Light"/>
        <a:font script="Hang" typeface="맑은 고딕"/>
        <a:font script="Hans" typeface="等线 Light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ajorFont>
      <a:minorFont>
        <a:latin typeface="Aptos" panose="02110004020202020204"/>
        <a:ea typeface=""/>
        <a:cs typeface=""/>
        <a:font script="Jpan" typeface="游ゴシック"/>
        <a:font script="Hang" typeface="맑은 고딕"/>
        <a:font script="Hans" typeface="等线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lumMod val="110000"/>
                <a:satMod val="105000"/>
                <a:tint val="67000"/>
              </a:schemeClr>
            </a:gs>
            <a:gs pos="50000">
              <a:schemeClr val="phClr">
                <a:lumMod val="105000"/>
                <a:satMod val="103000"/>
                <a:tint val="73000"/>
              </a:schemeClr>
            </a:gs>
            <a:gs pos="100000">
              <a:schemeClr val="phClr">
                <a:lumMod val="105000"/>
                <a:satMod val="109000"/>
                <a:tint val="81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satMod val="103000"/>
                <a:lumMod val="102000"/>
                <a:tint val="94000"/>
              </a:schemeClr>
            </a:gs>
            <a:gs pos="50000">
              <a:schemeClr val="phClr">
                <a:satMod val="110000"/>
                <a:lumMod val="100000"/>
                <a:shade val="100000"/>
              </a:schemeClr>
            </a:gs>
            <a:gs pos="100000">
              <a:schemeClr val="phClr">
                <a:lumMod val="99000"/>
                <a:satMod val="120000"/>
                <a:shade val="78000"/>
              </a:schemeClr>
            </a:gs>
          </a:gsLst>
          <a:lin ang="5400000" scaled="0"/>
        </a:gradFill>
      </a:fillStyleLst>
      <a:lnStyleLst>
        <a:ln w="12700" cap="flat" cmpd="sng" algn="ctr">
          <a:solidFill>
            <a:schemeClr val="phClr"/>
          </a:solidFill>
          <a:prstDash val="solid"/>
          <a:miter lim="800000"/>
        </a:ln>
        <a:ln w="19050" cap="flat" cmpd="sng" algn="ctr">
          <a:solidFill>
            <a:schemeClr val="phClr"/>
          </a:solidFill>
          <a:prstDash val="solid"/>
          <a:miter lim="800000"/>
        </a:ln>
        <a:ln w="25400" cap="flat" cmpd="sng" algn="ctr">
          <a:solidFill>
            <a:schemeClr val="phClr"/>
          </a:solidFill>
          <a:prstDash val="solid"/>
          <a:miter lim="800000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 algn="ctr" rotWithShape="0">
              <a:srgbClr val="000000">
                <a:alpha val="63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 rotWithShape="1">
          <a:gsLst>
            <a:gs pos="0">
              <a:schemeClr val="phClr">
                <a:tint val="93000"/>
                <a:satMod val="150000"/>
                <a:shade val="98000"/>
                <a:lumMod val="102000"/>
              </a:schemeClr>
            </a:gs>
            <a:gs pos="50000">
              <a:schemeClr val="phClr">
                <a:tint val="98000"/>
                <a:satMod val="130000"/>
                <a:shade val="90000"/>
                <a:lumMod val="103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  <a:objectDefaults>
    <a:lnDef>
      <a:spPr/>
      <a:bodyPr/>
      <a:lstStyle/>
      <a:style>
        <a:lnRef idx="2">
          <a:schemeClr val="accent1"/>
        </a:lnRef>
        <a:fillRef idx="0">
          <a:schemeClr val="accent1"/>
        </a:fillRef>
        <a:effectRef idx="1">
          <a:schemeClr val="accent1"/>
        </a:effectRef>
        <a:fontRef idx="minor">
          <a:schemeClr val="tx1"/>
        </a:fontRef>
      </a:style>
    </a:lnDef>
  </a:objectDefaults>
  <a:extraClrSchemeLst/>
  <a:extLst>
    <a:ext uri="{05A4C25C-085E-4340-85A3-A5531E510DB2}">
      <thm15:themeFamily xmlns:thm15="http://schemas.microsoft.com/office/thememl/2012/main" name="Office Theme" id="{2E142A2C-CD16-42D6-873A-C26D2A0506FA}" vid="{1BDDFF52-6CD6-40A5-AB3C-68EB2F1E4D0A}"/>
    </a:ext>
  </a:extLst>
</a:theme>
</file>

<file path=docProps/app.xml><?xml version="1.0" encoding="utf-8"?>
<Properties xmlns="http://schemas.openxmlformats.org/officeDocument/2006/extended-properties" xmlns:vt="http://schemas.openxmlformats.org/officeDocument/2006/docPropsVTypes">
  <TotalTime>2948</TotalTime>
  <Words>1124</Words>
  <Application>Microsoft Office PowerPoint</Application>
  <PresentationFormat>Widescreen</PresentationFormat>
  <Paragraphs>216</Paragraphs>
  <Slides>16</Slides>
  <Notes>12</Notes>
  <HiddenSlides>0</HiddenSlides>
  <MMClips>0</MMClips>
  <ScaleCrop>false</ScaleCrop>
  <HeadingPairs>
    <vt:vector size="8" baseType="variant">
      <vt:variant>
        <vt:lpstr>Fonts Used</vt:lpstr>
      </vt:variant>
      <vt:variant>
        <vt:i4>6</vt:i4>
      </vt:variant>
      <vt:variant>
        <vt:lpstr>Theme</vt:lpstr>
      </vt:variant>
      <vt:variant>
        <vt:i4>1</vt:i4>
      </vt:variant>
      <vt:variant>
        <vt:lpstr>Embedded OLE Servers</vt:lpstr>
      </vt:variant>
      <vt:variant>
        <vt:i4>1</vt:i4>
      </vt:variant>
      <vt:variant>
        <vt:lpstr>Slide Titles</vt:lpstr>
      </vt:variant>
      <vt:variant>
        <vt:i4>16</vt:i4>
      </vt:variant>
    </vt:vector>
  </HeadingPairs>
  <TitlesOfParts>
    <vt:vector size="24" baseType="lpstr">
      <vt:lpstr>Aptos</vt:lpstr>
      <vt:lpstr>Aptos Display</vt:lpstr>
      <vt:lpstr>Arial</vt:lpstr>
      <vt:lpstr>Futura</vt:lpstr>
      <vt:lpstr>Roboto</vt:lpstr>
      <vt:lpstr>Symbol</vt:lpstr>
      <vt:lpstr>Office Theme</vt:lpstr>
      <vt:lpstr>think-cell Slide</vt:lpstr>
      <vt:lpstr>PowerPoint Presentation</vt:lpstr>
      <vt:lpstr>Structure, composition: Doughnut</vt:lpstr>
      <vt:lpstr>Structure, composition: Doughnut</vt:lpstr>
      <vt:lpstr>Structure, composition: Bar of pie</vt:lpstr>
      <vt:lpstr>PowerPoint Presentation</vt:lpstr>
      <vt:lpstr>Item comparison: Bar II</vt:lpstr>
      <vt:lpstr>Four steps</vt:lpstr>
      <vt:lpstr>Infographic process IV</vt:lpstr>
      <vt:lpstr>Closing the </vt:lpstr>
      <vt:lpstr>Closing the </vt:lpstr>
      <vt:lpstr>Matrix: Good, neutral, bad</vt:lpstr>
      <vt:lpstr>PowerPoint Presentation</vt:lpstr>
      <vt:lpstr>Radiate </vt:lpstr>
      <vt:lpstr>PowerPoint Presentation</vt:lpstr>
      <vt:lpstr>PowerPoint Presentation</vt:lpstr>
      <vt:lpstr>Pyramid with nested layers I</vt:lpstr>
    </vt:vector>
  </TitlesOfParts>
  <Company/>
  <LinksUpToDate>false</LinksUpToDate>
  <SharedDoc>false</SharedDoc>
  <HyperlinksChanged>false</HyperlinksChanged>
  <AppVersion>16.0000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/>
  <dc:creator>Khaled</dc:creator>
  <cp:lastModifiedBy>Khaled</cp:lastModifiedBy>
  <cp:revision>6</cp:revision>
  <dcterms:created xsi:type="dcterms:W3CDTF">2026-01-14T08:00:46Z</dcterms:created>
  <dcterms:modified xsi:type="dcterms:W3CDTF">2026-01-18T05:34:47Z</dcterms:modified>
</cp:coreProperties>
</file>